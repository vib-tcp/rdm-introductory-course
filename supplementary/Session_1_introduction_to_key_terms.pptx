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860" r:id="rId5"/>
    <p:sldMasterId id="2147483752" r:id="rId6"/>
    <p:sldMasterId id="2147483890" r:id="rId7"/>
    <p:sldMasterId id="2147483891" r:id="rId8"/>
    <p:sldMasterId id="2147483711" r:id="rId9"/>
    <p:sldMasterId id="2147483913" r:id="rId10"/>
  </p:sldMasterIdLst>
  <p:notesMasterIdLst>
    <p:notesMasterId r:id="rId48"/>
  </p:notesMasterIdLst>
  <p:handoutMasterIdLst>
    <p:handoutMasterId r:id="rId49"/>
  </p:handoutMasterIdLst>
  <p:sldIdLst>
    <p:sldId id="357" r:id="rId11"/>
    <p:sldId id="376" r:id="rId12"/>
    <p:sldId id="383" r:id="rId13"/>
    <p:sldId id="384" r:id="rId14"/>
    <p:sldId id="385" r:id="rId15"/>
    <p:sldId id="358" r:id="rId16"/>
    <p:sldId id="386" r:id="rId17"/>
    <p:sldId id="423" r:id="rId18"/>
    <p:sldId id="387" r:id="rId19"/>
    <p:sldId id="388" r:id="rId20"/>
    <p:sldId id="390" r:id="rId21"/>
    <p:sldId id="391" r:id="rId22"/>
    <p:sldId id="392" r:id="rId23"/>
    <p:sldId id="422" r:id="rId24"/>
    <p:sldId id="404" r:id="rId25"/>
    <p:sldId id="405" r:id="rId26"/>
    <p:sldId id="421" r:id="rId27"/>
    <p:sldId id="406" r:id="rId28"/>
    <p:sldId id="417" r:id="rId29"/>
    <p:sldId id="407" r:id="rId30"/>
    <p:sldId id="408" r:id="rId31"/>
    <p:sldId id="409" r:id="rId32"/>
    <p:sldId id="410" r:id="rId33"/>
    <p:sldId id="412" r:id="rId34"/>
    <p:sldId id="411" r:id="rId35"/>
    <p:sldId id="403" r:id="rId36"/>
    <p:sldId id="413" r:id="rId37"/>
    <p:sldId id="268" r:id="rId38"/>
    <p:sldId id="414" r:id="rId39"/>
    <p:sldId id="415" r:id="rId40"/>
    <p:sldId id="416" r:id="rId41"/>
    <p:sldId id="401" r:id="rId42"/>
    <p:sldId id="394" r:id="rId43"/>
    <p:sldId id="420" r:id="rId44"/>
    <p:sldId id="419" r:id="rId45"/>
    <p:sldId id="402" r:id="rId46"/>
    <p:sldId id="368" r:id="rId47"/>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1239652-8482-435A-9D5D-5EF1D95668CE}">
          <p14:sldIdLst>
            <p14:sldId id="357"/>
            <p14:sldId id="376"/>
            <p14:sldId id="383"/>
            <p14:sldId id="384"/>
            <p14:sldId id="385"/>
          </p14:sldIdLst>
        </p14:section>
        <p14:section name="RDM and lifecycle" id="{742F2BCF-6054-4431-A54B-23DBF97388D7}">
          <p14:sldIdLst>
            <p14:sldId id="358"/>
            <p14:sldId id="386"/>
            <p14:sldId id="423"/>
            <p14:sldId id="387"/>
          </p14:sldIdLst>
        </p14:section>
        <p14:section name="FAIR" id="{D18BFEC5-083E-4672-87B9-15360F0FB312}">
          <p14:sldIdLst>
            <p14:sldId id="388"/>
            <p14:sldId id="390"/>
            <p14:sldId id="391"/>
            <p14:sldId id="392"/>
            <p14:sldId id="422"/>
          </p14:sldIdLst>
        </p14:section>
        <p14:section name="GDPR" id="{AEC58643-AA7B-4046-85FB-E6AB0D0CC545}">
          <p14:sldIdLst>
            <p14:sldId id="404"/>
            <p14:sldId id="405"/>
            <p14:sldId id="421"/>
            <p14:sldId id="406"/>
            <p14:sldId id="417"/>
            <p14:sldId id="407"/>
            <p14:sldId id="408"/>
            <p14:sldId id="409"/>
            <p14:sldId id="410"/>
            <p14:sldId id="412"/>
          </p14:sldIdLst>
        </p14:section>
        <p14:section name="Why" id="{5FC7A256-CCBF-4688-A9F7-F73015D9B0A4}">
          <p14:sldIdLst>
            <p14:sldId id="411"/>
            <p14:sldId id="403"/>
            <p14:sldId id="413"/>
            <p14:sldId id="268"/>
            <p14:sldId id="414"/>
            <p14:sldId id="415"/>
            <p14:sldId id="416"/>
            <p14:sldId id="401"/>
            <p14:sldId id="394"/>
          </p14:sldIdLst>
        </p14:section>
        <p14:section name="Resources" id="{30428B34-BE69-469C-940B-6B55042463D2}">
          <p14:sldIdLst>
            <p14:sldId id="420"/>
            <p14:sldId id="419"/>
          </p14:sldIdLst>
        </p14:section>
        <p14:section name="End" id="{09FC1EDC-3BD4-4826-93EE-0C8EBFFA2311}">
          <p14:sldIdLst>
            <p14:sldId id="402"/>
            <p14:sldId id="368"/>
          </p14:sldIdLst>
        </p14:section>
      </p14:sectionLst>
    </p:ext>
    <p:ext uri="{EFAFB233-063F-42B5-8137-9DF3F51BA10A}">
      <p15:sldGuideLst xmlns:p15="http://schemas.microsoft.com/office/powerpoint/2012/main">
        <p15:guide id="1" orient="horz" pos="686" userDrawn="1">
          <p15:clr>
            <a:srgbClr val="A4A3A4"/>
          </p15:clr>
        </p15:guide>
        <p15:guide id="2" pos="55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311BA8-933E-02E3-D02C-66D699C11360}" name="Matheus Lourenço" initials="ML" userId="S::matheus.lourenco@vib.be::d44209e8-f0d6-4c43-b6b0-f6a25df5667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AFD0"/>
    <a:srgbClr val="ED4D6B"/>
    <a:srgbClr val="693B93"/>
    <a:srgbClr val="D1E4F7"/>
    <a:srgbClr val="617FC0"/>
    <a:srgbClr val="A1C1FF"/>
    <a:srgbClr val="CCEDED"/>
    <a:srgbClr val="E82E4F"/>
    <a:srgbClr val="00205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53A5A5-B44F-4724-8866-8BC274B88A8B}" v="4" dt="2025-10-24T07:41:12.9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458" autoAdjust="0"/>
  </p:normalViewPr>
  <p:slideViewPr>
    <p:cSldViewPr snapToGrid="0">
      <p:cViewPr varScale="1">
        <p:scale>
          <a:sx n="58" d="100"/>
          <a:sy n="58" d="100"/>
        </p:scale>
        <p:origin x="1646" y="34"/>
      </p:cViewPr>
      <p:guideLst>
        <p:guide orient="horz" pos="686"/>
        <p:guide pos="551"/>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notesMaster" Target="notesMasters/notesMaster1.xml"/><Relationship Id="rId56"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20" Type="http://schemas.openxmlformats.org/officeDocument/2006/relationships/slide" Target="slides/slide10.xml"/><Relationship Id="rId41" Type="http://schemas.openxmlformats.org/officeDocument/2006/relationships/slide" Target="slides/slide31.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heus Pereira da Cruz Gomes Lourenço" userId="d44209e8-f0d6-4c43-b6b0-f6a25df56671" providerId="ADAL" clId="{24CB8795-D4AF-4B1A-97D7-64E8A2DFAE2A}"/>
    <pc:docChg chg="undo custSel addSld delSld modSld sldOrd modSection">
      <pc:chgData name="Matheus Pereira da Cruz Gomes Lourenço" userId="d44209e8-f0d6-4c43-b6b0-f6a25df56671" providerId="ADAL" clId="{24CB8795-D4AF-4B1A-97D7-64E8A2DFAE2A}" dt="2025-10-15T07:15:41.306" v="632" actId="1076"/>
      <pc:docMkLst>
        <pc:docMk/>
      </pc:docMkLst>
      <pc:sldChg chg="addSp delSp modSp add mod modClrScheme chgLayout">
        <pc:chgData name="Matheus Pereira da Cruz Gomes Lourenço" userId="d44209e8-f0d6-4c43-b6b0-f6a25df56671" providerId="ADAL" clId="{24CB8795-D4AF-4B1A-97D7-64E8A2DFAE2A}" dt="2025-10-15T07:15:41.306" v="632" actId="1076"/>
        <pc:sldMkLst>
          <pc:docMk/>
          <pc:sldMk cId="0" sldId="268"/>
        </pc:sldMkLst>
        <pc:spChg chg="mod topLvl">
          <ac:chgData name="Matheus Pereira da Cruz Gomes Lourenço" userId="d44209e8-f0d6-4c43-b6b0-f6a25df56671" providerId="ADAL" clId="{24CB8795-D4AF-4B1A-97D7-64E8A2DFAE2A}" dt="2025-10-15T07:15:29.280" v="628" actId="164"/>
          <ac:spMkLst>
            <pc:docMk/>
            <pc:sldMk cId="0" sldId="268"/>
            <ac:spMk id="5" creationId="{00000000-0000-0000-0000-000000000000}"/>
          </ac:spMkLst>
        </pc:spChg>
        <pc:spChg chg="mod topLvl">
          <ac:chgData name="Matheus Pereira da Cruz Gomes Lourenço" userId="d44209e8-f0d6-4c43-b6b0-f6a25df56671" providerId="ADAL" clId="{24CB8795-D4AF-4B1A-97D7-64E8A2DFAE2A}" dt="2025-10-15T07:15:29.280" v="628" actId="164"/>
          <ac:spMkLst>
            <pc:docMk/>
            <pc:sldMk cId="0" sldId="268"/>
            <ac:spMk id="6" creationId="{00000000-0000-0000-0000-000000000000}"/>
          </ac:spMkLst>
        </pc:spChg>
        <pc:spChg chg="mod">
          <ac:chgData name="Matheus Pereira da Cruz Gomes Lourenço" userId="d44209e8-f0d6-4c43-b6b0-f6a25df56671" providerId="ADAL" clId="{24CB8795-D4AF-4B1A-97D7-64E8A2DFAE2A}" dt="2025-10-15T07:15:23.622" v="627" actId="1076"/>
          <ac:spMkLst>
            <pc:docMk/>
            <pc:sldMk cId="0" sldId="268"/>
            <ac:spMk id="7" creationId="{00000000-0000-0000-0000-000000000000}"/>
          </ac:spMkLst>
        </pc:spChg>
        <pc:spChg chg="mod">
          <ac:chgData name="Matheus Pereira da Cruz Gomes Lourenço" userId="d44209e8-f0d6-4c43-b6b0-f6a25df56671" providerId="ADAL" clId="{24CB8795-D4AF-4B1A-97D7-64E8A2DFAE2A}" dt="2025-10-15T07:15:29.280" v="628" actId="164"/>
          <ac:spMkLst>
            <pc:docMk/>
            <pc:sldMk cId="0" sldId="268"/>
            <ac:spMk id="8" creationId="{00000000-0000-0000-0000-000000000000}"/>
          </ac:spMkLst>
        </pc:spChg>
        <pc:spChg chg="mod">
          <ac:chgData name="Matheus Pereira da Cruz Gomes Lourenço" userId="d44209e8-f0d6-4c43-b6b0-f6a25df56671" providerId="ADAL" clId="{24CB8795-D4AF-4B1A-97D7-64E8A2DFAE2A}" dt="2025-10-15T07:15:11.552" v="626" actId="1076"/>
          <ac:spMkLst>
            <pc:docMk/>
            <pc:sldMk cId="0" sldId="268"/>
            <ac:spMk id="9" creationId="{00000000-0000-0000-0000-000000000000}"/>
          </ac:spMkLst>
        </pc:spChg>
        <pc:spChg chg="mod topLvl">
          <ac:chgData name="Matheus Pereira da Cruz Gomes Lourenço" userId="d44209e8-f0d6-4c43-b6b0-f6a25df56671" providerId="ADAL" clId="{24CB8795-D4AF-4B1A-97D7-64E8A2DFAE2A}" dt="2025-10-15T07:15:29.280" v="628" actId="164"/>
          <ac:spMkLst>
            <pc:docMk/>
            <pc:sldMk cId="0" sldId="268"/>
            <ac:spMk id="12" creationId="{00000000-0000-0000-0000-000000000000}"/>
          </ac:spMkLst>
        </pc:spChg>
        <pc:spChg chg="mod topLvl">
          <ac:chgData name="Matheus Pereira da Cruz Gomes Lourenço" userId="d44209e8-f0d6-4c43-b6b0-f6a25df56671" providerId="ADAL" clId="{24CB8795-D4AF-4B1A-97D7-64E8A2DFAE2A}" dt="2025-10-15T07:15:29.280" v="628" actId="164"/>
          <ac:spMkLst>
            <pc:docMk/>
            <pc:sldMk cId="0" sldId="268"/>
            <ac:spMk id="13" creationId="{00000000-0000-0000-0000-000000000000}"/>
          </ac:spMkLst>
        </pc:spChg>
        <pc:spChg chg="mod topLvl">
          <ac:chgData name="Matheus Pereira da Cruz Gomes Lourenço" userId="d44209e8-f0d6-4c43-b6b0-f6a25df56671" providerId="ADAL" clId="{24CB8795-D4AF-4B1A-97D7-64E8A2DFAE2A}" dt="2025-10-15T07:15:29.280" v="628" actId="164"/>
          <ac:spMkLst>
            <pc:docMk/>
            <pc:sldMk cId="0" sldId="268"/>
            <ac:spMk id="14" creationId="{00000000-0000-0000-0000-000000000000}"/>
          </ac:spMkLst>
        </pc:spChg>
        <pc:spChg chg="mod topLvl">
          <ac:chgData name="Matheus Pereira da Cruz Gomes Lourenço" userId="d44209e8-f0d6-4c43-b6b0-f6a25df56671" providerId="ADAL" clId="{24CB8795-D4AF-4B1A-97D7-64E8A2DFAE2A}" dt="2025-10-15T07:15:29.280" v="628" actId="164"/>
          <ac:spMkLst>
            <pc:docMk/>
            <pc:sldMk cId="0" sldId="268"/>
            <ac:spMk id="15" creationId="{00000000-0000-0000-0000-000000000000}"/>
          </ac:spMkLst>
        </pc:spChg>
        <pc:spChg chg="mod topLvl">
          <ac:chgData name="Matheus Pereira da Cruz Gomes Lourenço" userId="d44209e8-f0d6-4c43-b6b0-f6a25df56671" providerId="ADAL" clId="{24CB8795-D4AF-4B1A-97D7-64E8A2DFAE2A}" dt="2025-10-15T07:15:29.280" v="628" actId="164"/>
          <ac:spMkLst>
            <pc:docMk/>
            <pc:sldMk cId="0" sldId="268"/>
            <ac:spMk id="16" creationId="{00000000-0000-0000-0000-000000000000}"/>
          </ac:spMkLst>
        </pc:spChg>
        <pc:spChg chg="mod topLvl">
          <ac:chgData name="Matheus Pereira da Cruz Gomes Lourenço" userId="d44209e8-f0d6-4c43-b6b0-f6a25df56671" providerId="ADAL" clId="{24CB8795-D4AF-4B1A-97D7-64E8A2DFAE2A}" dt="2025-10-15T07:15:11.552" v="626" actId="1076"/>
          <ac:spMkLst>
            <pc:docMk/>
            <pc:sldMk cId="0" sldId="268"/>
            <ac:spMk id="17" creationId="{00000000-0000-0000-0000-000000000000}"/>
          </ac:spMkLst>
        </pc:spChg>
        <pc:spChg chg="mod topLvl">
          <ac:chgData name="Matheus Pereira da Cruz Gomes Lourenço" userId="d44209e8-f0d6-4c43-b6b0-f6a25df56671" providerId="ADAL" clId="{24CB8795-D4AF-4B1A-97D7-64E8A2DFAE2A}" dt="2025-10-15T07:15:29.280" v="628" actId="164"/>
          <ac:spMkLst>
            <pc:docMk/>
            <pc:sldMk cId="0" sldId="268"/>
            <ac:spMk id="18" creationId="{00000000-0000-0000-0000-000000000000}"/>
          </ac:spMkLst>
        </pc:spChg>
        <pc:spChg chg="mod topLvl">
          <ac:chgData name="Matheus Pereira da Cruz Gomes Lourenço" userId="d44209e8-f0d6-4c43-b6b0-f6a25df56671" providerId="ADAL" clId="{24CB8795-D4AF-4B1A-97D7-64E8A2DFAE2A}" dt="2025-10-15T07:15:29.280" v="628" actId="164"/>
          <ac:spMkLst>
            <pc:docMk/>
            <pc:sldMk cId="0" sldId="268"/>
            <ac:spMk id="19" creationId="{00000000-0000-0000-0000-000000000000}"/>
          </ac:spMkLst>
        </pc:spChg>
        <pc:spChg chg="mod ord">
          <ac:chgData name="Matheus Pereira da Cruz Gomes Lourenço" userId="d44209e8-f0d6-4c43-b6b0-f6a25df56671" providerId="ADAL" clId="{24CB8795-D4AF-4B1A-97D7-64E8A2DFAE2A}" dt="2025-10-15T07:14:39.385" v="618" actId="6264"/>
          <ac:spMkLst>
            <pc:docMk/>
            <pc:sldMk cId="0" sldId="268"/>
            <ac:spMk id="21" creationId="{00000000-0000-0000-0000-000000000000}"/>
          </ac:spMkLst>
        </pc:spChg>
        <pc:grpChg chg="mod">
          <ac:chgData name="Matheus Pereira da Cruz Gomes Lourenço" userId="d44209e8-f0d6-4c43-b6b0-f6a25df56671" providerId="ADAL" clId="{24CB8795-D4AF-4B1A-97D7-64E8A2DFAE2A}" dt="2025-10-15T07:15:41.306" v="632" actId="1076"/>
          <ac:grpSpMkLst>
            <pc:docMk/>
            <pc:sldMk cId="0" sldId="268"/>
            <ac:grpSpMk id="26" creationId="{C7592796-BC9D-B400-96F0-47D61DC0F9E9}"/>
          </ac:grpSpMkLst>
        </pc:grpChg>
        <pc:picChg chg="mod topLvl">
          <ac:chgData name="Matheus Pereira da Cruz Gomes Lourenço" userId="d44209e8-f0d6-4c43-b6b0-f6a25df56671" providerId="ADAL" clId="{24CB8795-D4AF-4B1A-97D7-64E8A2DFAE2A}" dt="2025-10-15T07:15:23.622" v="627" actId="1076"/>
          <ac:picMkLst>
            <pc:docMk/>
            <pc:sldMk cId="0" sldId="268"/>
            <ac:picMk id="4" creationId="{00000000-0000-0000-0000-000000000000}"/>
          </ac:picMkLst>
        </pc:picChg>
        <pc:picChg chg="mod topLvl">
          <ac:chgData name="Matheus Pereira da Cruz Gomes Lourenço" userId="d44209e8-f0d6-4c43-b6b0-f6a25df56671" providerId="ADAL" clId="{24CB8795-D4AF-4B1A-97D7-64E8A2DFAE2A}" dt="2025-10-15T07:15:11.552" v="626" actId="1076"/>
          <ac:picMkLst>
            <pc:docMk/>
            <pc:sldMk cId="0" sldId="268"/>
            <ac:picMk id="11" creationId="{00000000-0000-0000-0000-000000000000}"/>
          </ac:picMkLst>
        </pc:picChg>
      </pc:sldChg>
      <pc:sldChg chg="addSp modSp mod">
        <pc:chgData name="Matheus Pereira da Cruz Gomes Lourenço" userId="d44209e8-f0d6-4c43-b6b0-f6a25df56671" providerId="ADAL" clId="{24CB8795-D4AF-4B1A-97D7-64E8A2DFAE2A}" dt="2025-10-02T08:14:15.764" v="11" actId="208"/>
        <pc:sldMkLst>
          <pc:docMk/>
          <pc:sldMk cId="2759803014" sldId="376"/>
        </pc:sldMkLst>
        <pc:spChg chg="mod">
          <ac:chgData name="Matheus Pereira da Cruz Gomes Lourenço" userId="d44209e8-f0d6-4c43-b6b0-f6a25df56671" providerId="ADAL" clId="{24CB8795-D4AF-4B1A-97D7-64E8A2DFAE2A}" dt="2025-10-02T08:12:02.450" v="2" actId="6549"/>
          <ac:spMkLst>
            <pc:docMk/>
            <pc:sldMk cId="2759803014" sldId="376"/>
            <ac:spMk id="3" creationId="{7333D355-E55E-38F6-123D-B7FCABBA3060}"/>
          </ac:spMkLst>
        </pc:spChg>
        <pc:spChg chg="mod">
          <ac:chgData name="Matheus Pereira da Cruz Gomes Lourenço" userId="d44209e8-f0d6-4c43-b6b0-f6a25df56671" providerId="ADAL" clId="{24CB8795-D4AF-4B1A-97D7-64E8A2DFAE2A}" dt="2025-10-02T08:14:15.764" v="11" actId="208"/>
          <ac:spMkLst>
            <pc:docMk/>
            <pc:sldMk cId="2759803014" sldId="376"/>
            <ac:spMk id="47" creationId="{9D5070BB-85DB-8358-0033-EEB415874FDD}"/>
          </ac:spMkLst>
        </pc:spChg>
        <pc:spChg chg="mod">
          <ac:chgData name="Matheus Pereira da Cruz Gomes Lourenço" userId="d44209e8-f0d6-4c43-b6b0-f6a25df56671" providerId="ADAL" clId="{24CB8795-D4AF-4B1A-97D7-64E8A2DFAE2A}" dt="2025-10-02T08:14:15.764" v="11" actId="208"/>
          <ac:spMkLst>
            <pc:docMk/>
            <pc:sldMk cId="2759803014" sldId="376"/>
            <ac:spMk id="48" creationId="{20289CFF-7BDD-3928-6FA5-06605D7565AD}"/>
          </ac:spMkLst>
        </pc:spChg>
        <pc:picChg chg="add mod">
          <ac:chgData name="Matheus Pereira da Cruz Gomes Lourenço" userId="d44209e8-f0d6-4c43-b6b0-f6a25df56671" providerId="ADAL" clId="{24CB8795-D4AF-4B1A-97D7-64E8A2DFAE2A}" dt="2025-10-02T08:14:00.663" v="8" actId="208"/>
          <ac:picMkLst>
            <pc:docMk/>
            <pc:sldMk cId="2759803014" sldId="376"/>
            <ac:picMk id="4" creationId="{C8F22875-655D-9398-F761-5FF9C3388038}"/>
          </ac:picMkLst>
        </pc:picChg>
      </pc:sldChg>
      <pc:sldChg chg="modSp mod">
        <pc:chgData name="Matheus Pereira da Cruz Gomes Lourenço" userId="d44209e8-f0d6-4c43-b6b0-f6a25df56671" providerId="ADAL" clId="{24CB8795-D4AF-4B1A-97D7-64E8A2DFAE2A}" dt="2025-10-15T06:54:12.419" v="550"/>
        <pc:sldMkLst>
          <pc:docMk/>
          <pc:sldMk cId="995614687" sldId="384"/>
        </pc:sldMkLst>
        <pc:spChg chg="mod">
          <ac:chgData name="Matheus Pereira da Cruz Gomes Lourenço" userId="d44209e8-f0d6-4c43-b6b0-f6a25df56671" providerId="ADAL" clId="{24CB8795-D4AF-4B1A-97D7-64E8A2DFAE2A}" dt="2025-10-15T06:54:12.419" v="550"/>
          <ac:spMkLst>
            <pc:docMk/>
            <pc:sldMk cId="995614687" sldId="384"/>
            <ac:spMk id="3" creationId="{4D6D88B8-7DA2-F82C-D8F8-F22AF2F86969}"/>
          </ac:spMkLst>
        </pc:spChg>
      </pc:sldChg>
      <pc:sldChg chg="addSp modSp mod">
        <pc:chgData name="Matheus Pereira da Cruz Gomes Lourenço" userId="d44209e8-f0d6-4c43-b6b0-f6a25df56671" providerId="ADAL" clId="{24CB8795-D4AF-4B1A-97D7-64E8A2DFAE2A}" dt="2025-10-02T12:35:13.612" v="255" actId="20577"/>
        <pc:sldMkLst>
          <pc:docMk/>
          <pc:sldMk cId="3011443563" sldId="385"/>
        </pc:sldMkLst>
        <pc:spChg chg="mod">
          <ac:chgData name="Matheus Pereira da Cruz Gomes Lourenço" userId="d44209e8-f0d6-4c43-b6b0-f6a25df56671" providerId="ADAL" clId="{24CB8795-D4AF-4B1A-97D7-64E8A2DFAE2A}" dt="2025-10-02T12:35:13.612" v="255" actId="20577"/>
          <ac:spMkLst>
            <pc:docMk/>
            <pc:sldMk cId="3011443563" sldId="385"/>
            <ac:spMk id="3" creationId="{E3087773-04F6-1B86-1065-743A2C404A81}"/>
          </ac:spMkLst>
        </pc:spChg>
        <pc:picChg chg="add mod">
          <ac:chgData name="Matheus Pereira da Cruz Gomes Lourenço" userId="d44209e8-f0d6-4c43-b6b0-f6a25df56671" providerId="ADAL" clId="{24CB8795-D4AF-4B1A-97D7-64E8A2DFAE2A}" dt="2025-10-02T12:33:46.253" v="241" actId="1076"/>
          <ac:picMkLst>
            <pc:docMk/>
            <pc:sldMk cId="3011443563" sldId="385"/>
            <ac:picMk id="2050" creationId="{32B985CE-3319-BDEC-4E09-A5F2EE1967C9}"/>
          </ac:picMkLst>
        </pc:picChg>
      </pc:sldChg>
      <pc:sldChg chg="modAnim">
        <pc:chgData name="Matheus Pereira da Cruz Gomes Lourenço" userId="d44209e8-f0d6-4c43-b6b0-f6a25df56671" providerId="ADAL" clId="{24CB8795-D4AF-4B1A-97D7-64E8A2DFAE2A}" dt="2025-10-15T07:03:24.119" v="555"/>
        <pc:sldMkLst>
          <pc:docMk/>
          <pc:sldMk cId="158714264" sldId="392"/>
        </pc:sldMkLst>
      </pc:sldChg>
      <pc:sldChg chg="ord">
        <pc:chgData name="Matheus Pereira da Cruz Gomes Lourenço" userId="d44209e8-f0d6-4c43-b6b0-f6a25df56671" providerId="ADAL" clId="{24CB8795-D4AF-4B1A-97D7-64E8A2DFAE2A}" dt="2025-10-15T07:14:23.438" v="614"/>
        <pc:sldMkLst>
          <pc:docMk/>
          <pc:sldMk cId="2395549583" sldId="401"/>
        </pc:sldMkLst>
      </pc:sldChg>
      <pc:sldChg chg="addSp modSp mod modAnim">
        <pc:chgData name="Matheus Pereira da Cruz Gomes Lourenço" userId="d44209e8-f0d6-4c43-b6b0-f6a25df56671" providerId="ADAL" clId="{24CB8795-D4AF-4B1A-97D7-64E8A2DFAE2A}" dt="2025-10-02T12:46:35.825" v="374"/>
        <pc:sldMkLst>
          <pc:docMk/>
          <pc:sldMk cId="2658322724" sldId="406"/>
        </pc:sldMkLst>
        <pc:spChg chg="mod">
          <ac:chgData name="Matheus Pereira da Cruz Gomes Lourenço" userId="d44209e8-f0d6-4c43-b6b0-f6a25df56671" providerId="ADAL" clId="{24CB8795-D4AF-4B1A-97D7-64E8A2DFAE2A}" dt="2025-10-02T12:44:45.456" v="361" actId="20577"/>
          <ac:spMkLst>
            <pc:docMk/>
            <pc:sldMk cId="2658322724" sldId="406"/>
            <ac:spMk id="2" creationId="{C29E0235-0D08-7EA4-810A-16EDF817F315}"/>
          </ac:spMkLst>
        </pc:spChg>
        <pc:spChg chg="add mod modVis">
          <ac:chgData name="Matheus Pereira da Cruz Gomes Lourenço" userId="d44209e8-f0d6-4c43-b6b0-f6a25df56671" providerId="ADAL" clId="{24CB8795-D4AF-4B1A-97D7-64E8A2DFAE2A}" dt="2025-10-02T12:46:02.366" v="367" actId="14429"/>
          <ac:spMkLst>
            <pc:docMk/>
            <pc:sldMk cId="2658322724" sldId="406"/>
            <ac:spMk id="5" creationId="{610E65EC-E67B-D7C3-01BC-46F61E209530}"/>
          </ac:spMkLst>
        </pc:spChg>
        <pc:spChg chg="add mod modVis">
          <ac:chgData name="Matheus Pereira da Cruz Gomes Lourenço" userId="d44209e8-f0d6-4c43-b6b0-f6a25df56671" providerId="ADAL" clId="{24CB8795-D4AF-4B1A-97D7-64E8A2DFAE2A}" dt="2025-10-02T12:46:17.692" v="370" actId="14100"/>
          <ac:spMkLst>
            <pc:docMk/>
            <pc:sldMk cId="2658322724" sldId="406"/>
            <ac:spMk id="6" creationId="{E9C3F576-9DB7-2824-153B-ECF79E1623C5}"/>
          </ac:spMkLst>
        </pc:spChg>
        <pc:spChg chg="add mod modVis">
          <ac:chgData name="Matheus Pereira da Cruz Gomes Lourenço" userId="d44209e8-f0d6-4c43-b6b0-f6a25df56671" providerId="ADAL" clId="{24CB8795-D4AF-4B1A-97D7-64E8A2DFAE2A}" dt="2025-10-02T12:46:03.045" v="369" actId="14429"/>
          <ac:spMkLst>
            <pc:docMk/>
            <pc:sldMk cId="2658322724" sldId="406"/>
            <ac:spMk id="7" creationId="{9D9DEFBD-744C-BF81-049D-9E2923EDFAC0}"/>
          </ac:spMkLst>
        </pc:spChg>
        <pc:spChg chg="add mod">
          <ac:chgData name="Matheus Pereira da Cruz Gomes Lourenço" userId="d44209e8-f0d6-4c43-b6b0-f6a25df56671" providerId="ADAL" clId="{24CB8795-D4AF-4B1A-97D7-64E8A2DFAE2A}" dt="2025-10-02T12:46:21.843" v="372" actId="1076"/>
          <ac:spMkLst>
            <pc:docMk/>
            <pc:sldMk cId="2658322724" sldId="406"/>
            <ac:spMk id="8" creationId="{1822B56A-B3B2-A7E4-482D-3B31D3BBA3C2}"/>
          </ac:spMkLst>
        </pc:spChg>
        <pc:graphicFrameChg chg="mod modGraphic">
          <ac:chgData name="Matheus Pereira da Cruz Gomes Lourenço" userId="d44209e8-f0d6-4c43-b6b0-f6a25df56671" providerId="ADAL" clId="{24CB8795-D4AF-4B1A-97D7-64E8A2DFAE2A}" dt="2025-10-02T12:46:00.505" v="366" actId="207"/>
          <ac:graphicFrameMkLst>
            <pc:docMk/>
            <pc:sldMk cId="2658322724" sldId="406"/>
            <ac:graphicFrameMk id="3" creationId="{F3DB652E-E7D9-34FD-3E43-75308C8E96B5}"/>
          </ac:graphicFrameMkLst>
        </pc:graphicFrameChg>
      </pc:sldChg>
      <pc:sldChg chg="addSp modSp mod">
        <pc:chgData name="Matheus Pereira da Cruz Gomes Lourenço" userId="d44209e8-f0d6-4c43-b6b0-f6a25df56671" providerId="ADAL" clId="{24CB8795-D4AF-4B1A-97D7-64E8A2DFAE2A}" dt="2025-10-15T07:10:46.230" v="587" actId="14100"/>
        <pc:sldMkLst>
          <pc:docMk/>
          <pc:sldMk cId="2687012712" sldId="407"/>
        </pc:sldMkLst>
        <pc:spChg chg="mod">
          <ac:chgData name="Matheus Pereira da Cruz Gomes Lourenço" userId="d44209e8-f0d6-4c43-b6b0-f6a25df56671" providerId="ADAL" clId="{24CB8795-D4AF-4B1A-97D7-64E8A2DFAE2A}" dt="2025-10-15T07:10:46.230" v="587" actId="14100"/>
          <ac:spMkLst>
            <pc:docMk/>
            <pc:sldMk cId="2687012712" sldId="407"/>
            <ac:spMk id="3" creationId="{F867586E-C13A-2CCA-FBBB-94A5010B26A7}"/>
          </ac:spMkLst>
        </pc:spChg>
        <pc:spChg chg="add mod">
          <ac:chgData name="Matheus Pereira da Cruz Gomes Lourenço" userId="d44209e8-f0d6-4c43-b6b0-f6a25df56671" providerId="ADAL" clId="{24CB8795-D4AF-4B1A-97D7-64E8A2DFAE2A}" dt="2025-10-15T07:10:43.688" v="586" actId="14100"/>
          <ac:spMkLst>
            <pc:docMk/>
            <pc:sldMk cId="2687012712" sldId="407"/>
            <ac:spMk id="4" creationId="{CB752DC7-5DFF-0949-5B6C-44D7500FC513}"/>
          </ac:spMkLst>
        </pc:spChg>
      </pc:sldChg>
      <pc:sldChg chg="modNotesTx">
        <pc:chgData name="Matheus Pereira da Cruz Gomes Lourenço" userId="d44209e8-f0d6-4c43-b6b0-f6a25df56671" providerId="ADAL" clId="{24CB8795-D4AF-4B1A-97D7-64E8A2DFAE2A}" dt="2025-10-02T08:16:07.708" v="58" actId="20577"/>
        <pc:sldMkLst>
          <pc:docMk/>
          <pc:sldMk cId="2365284743" sldId="409"/>
        </pc:sldMkLst>
      </pc:sldChg>
      <pc:sldChg chg="modSp mod">
        <pc:chgData name="Matheus Pereira da Cruz Gomes Lourenço" userId="d44209e8-f0d6-4c43-b6b0-f6a25df56671" providerId="ADAL" clId="{24CB8795-D4AF-4B1A-97D7-64E8A2DFAE2A}" dt="2025-10-15T07:12:10.443" v="611" actId="20577"/>
        <pc:sldMkLst>
          <pc:docMk/>
          <pc:sldMk cId="3681755909" sldId="410"/>
        </pc:sldMkLst>
        <pc:spChg chg="mod">
          <ac:chgData name="Matheus Pereira da Cruz Gomes Lourenço" userId="d44209e8-f0d6-4c43-b6b0-f6a25df56671" providerId="ADAL" clId="{24CB8795-D4AF-4B1A-97D7-64E8A2DFAE2A}" dt="2025-10-15T07:11:20.559" v="591"/>
          <ac:spMkLst>
            <pc:docMk/>
            <pc:sldMk cId="3681755909" sldId="410"/>
            <ac:spMk id="2" creationId="{A043ACE6-46BE-CA52-BEEC-6EEE297E452E}"/>
          </ac:spMkLst>
        </pc:spChg>
        <pc:spChg chg="mod">
          <ac:chgData name="Matheus Pereira da Cruz Gomes Lourenço" userId="d44209e8-f0d6-4c43-b6b0-f6a25df56671" providerId="ADAL" clId="{24CB8795-D4AF-4B1A-97D7-64E8A2DFAE2A}" dt="2025-10-15T07:12:10.443" v="611" actId="20577"/>
          <ac:spMkLst>
            <pc:docMk/>
            <pc:sldMk cId="3681755909" sldId="410"/>
            <ac:spMk id="3" creationId="{24B864E5-0F53-FF66-3D7F-7FFC961EA861}"/>
          </ac:spMkLst>
        </pc:spChg>
      </pc:sldChg>
      <pc:sldChg chg="mod modShow">
        <pc:chgData name="Matheus Pereira da Cruz Gomes Lourenço" userId="d44209e8-f0d6-4c43-b6b0-f6a25df56671" providerId="ADAL" clId="{24CB8795-D4AF-4B1A-97D7-64E8A2DFAE2A}" dt="2025-10-15T07:12:47.629" v="612" actId="729"/>
        <pc:sldMkLst>
          <pc:docMk/>
          <pc:sldMk cId="363883258" sldId="416"/>
        </pc:sldMkLst>
      </pc:sldChg>
      <pc:sldChg chg="addSp delSp modSp add mod">
        <pc:chgData name="Matheus Pereira da Cruz Gomes Lourenço" userId="d44209e8-f0d6-4c43-b6b0-f6a25df56671" providerId="ADAL" clId="{24CB8795-D4AF-4B1A-97D7-64E8A2DFAE2A}" dt="2025-10-02T12:32:42.024" v="199" actId="167"/>
        <pc:sldMkLst>
          <pc:docMk/>
          <pc:sldMk cId="1141588276" sldId="417"/>
        </pc:sldMkLst>
        <pc:spChg chg="add mod ord">
          <ac:chgData name="Matheus Pereira da Cruz Gomes Lourenço" userId="d44209e8-f0d6-4c43-b6b0-f6a25df56671" providerId="ADAL" clId="{24CB8795-D4AF-4B1A-97D7-64E8A2DFAE2A}" dt="2025-10-02T12:32:42.024" v="199" actId="167"/>
          <ac:spMkLst>
            <pc:docMk/>
            <pc:sldMk cId="1141588276" sldId="417"/>
            <ac:spMk id="9" creationId="{EB8A03B2-BE23-EFF1-633B-E86137685B7A}"/>
          </ac:spMkLst>
        </pc:spChg>
        <pc:spChg chg="mod">
          <ac:chgData name="Matheus Pereira da Cruz Gomes Lourenço" userId="d44209e8-f0d6-4c43-b6b0-f6a25df56671" providerId="ADAL" clId="{24CB8795-D4AF-4B1A-97D7-64E8A2DFAE2A}" dt="2025-10-02T12:22:31.852" v="64" actId="1076"/>
          <ac:spMkLst>
            <pc:docMk/>
            <pc:sldMk cId="1141588276" sldId="417"/>
            <ac:spMk id="11" creationId="{72A41245-13EB-1CA3-D9AD-2AA5D3C16E34}"/>
          </ac:spMkLst>
        </pc:spChg>
        <pc:spChg chg="mod">
          <ac:chgData name="Matheus Pereira da Cruz Gomes Lourenço" userId="d44209e8-f0d6-4c43-b6b0-f6a25df56671" providerId="ADAL" clId="{24CB8795-D4AF-4B1A-97D7-64E8A2DFAE2A}" dt="2025-10-02T12:22:31.852" v="64" actId="1076"/>
          <ac:spMkLst>
            <pc:docMk/>
            <pc:sldMk cId="1141588276" sldId="417"/>
            <ac:spMk id="33" creationId="{A4F9632F-BBB7-A856-EFFE-EEAB798C33F4}"/>
          </ac:spMkLst>
        </pc:spChg>
        <pc:spChg chg="mod">
          <ac:chgData name="Matheus Pereira da Cruz Gomes Lourenço" userId="d44209e8-f0d6-4c43-b6b0-f6a25df56671" providerId="ADAL" clId="{24CB8795-D4AF-4B1A-97D7-64E8A2DFAE2A}" dt="2025-10-02T12:22:31.852" v="64" actId="1076"/>
          <ac:spMkLst>
            <pc:docMk/>
            <pc:sldMk cId="1141588276" sldId="417"/>
            <ac:spMk id="39" creationId="{82766379-B373-D6A0-622C-F8619BC8EBB7}"/>
          </ac:spMkLst>
        </pc:spChg>
        <pc:spChg chg="mod">
          <ac:chgData name="Matheus Pereira da Cruz Gomes Lourenço" userId="d44209e8-f0d6-4c43-b6b0-f6a25df56671" providerId="ADAL" clId="{24CB8795-D4AF-4B1A-97D7-64E8A2DFAE2A}" dt="2025-10-02T12:22:31.852" v="64" actId="1076"/>
          <ac:spMkLst>
            <pc:docMk/>
            <pc:sldMk cId="1141588276" sldId="417"/>
            <ac:spMk id="40" creationId="{FE7C8FC6-E845-59F4-5724-9C2D62F40BAD}"/>
          </ac:spMkLst>
        </pc:spChg>
        <pc:spChg chg="mod">
          <ac:chgData name="Matheus Pereira da Cruz Gomes Lourenço" userId="d44209e8-f0d6-4c43-b6b0-f6a25df56671" providerId="ADAL" clId="{24CB8795-D4AF-4B1A-97D7-64E8A2DFAE2A}" dt="2025-10-02T12:22:31.852" v="64" actId="1076"/>
          <ac:spMkLst>
            <pc:docMk/>
            <pc:sldMk cId="1141588276" sldId="417"/>
            <ac:spMk id="41" creationId="{2A7E700E-231B-7F98-B874-A8510EF9F702}"/>
          </ac:spMkLst>
        </pc:spChg>
        <pc:spChg chg="mod">
          <ac:chgData name="Matheus Pereira da Cruz Gomes Lourenço" userId="d44209e8-f0d6-4c43-b6b0-f6a25df56671" providerId="ADAL" clId="{24CB8795-D4AF-4B1A-97D7-64E8A2DFAE2A}" dt="2025-10-02T12:22:31.852" v="64" actId="1076"/>
          <ac:spMkLst>
            <pc:docMk/>
            <pc:sldMk cId="1141588276" sldId="417"/>
            <ac:spMk id="42" creationId="{9C4D67FE-5BE7-B710-25A6-1E99CE11E5D1}"/>
          </ac:spMkLst>
        </pc:spChg>
        <pc:spChg chg="mod">
          <ac:chgData name="Matheus Pereira da Cruz Gomes Lourenço" userId="d44209e8-f0d6-4c43-b6b0-f6a25df56671" providerId="ADAL" clId="{24CB8795-D4AF-4B1A-97D7-64E8A2DFAE2A}" dt="2025-10-02T12:22:31.852" v="64" actId="1076"/>
          <ac:spMkLst>
            <pc:docMk/>
            <pc:sldMk cId="1141588276" sldId="417"/>
            <ac:spMk id="44" creationId="{2DA1FF86-F0C3-3A19-5F21-1EDC5CB0B0EC}"/>
          </ac:spMkLst>
        </pc:spChg>
        <pc:spChg chg="mod">
          <ac:chgData name="Matheus Pereira da Cruz Gomes Lourenço" userId="d44209e8-f0d6-4c43-b6b0-f6a25df56671" providerId="ADAL" clId="{24CB8795-D4AF-4B1A-97D7-64E8A2DFAE2A}" dt="2025-10-02T12:22:31.852" v="64" actId="1076"/>
          <ac:spMkLst>
            <pc:docMk/>
            <pc:sldMk cId="1141588276" sldId="417"/>
            <ac:spMk id="45" creationId="{F744B71E-ED93-6D5D-8AA8-AA99DF0B3178}"/>
          </ac:spMkLst>
        </pc:spChg>
        <pc:spChg chg="mod">
          <ac:chgData name="Matheus Pereira da Cruz Gomes Lourenço" userId="d44209e8-f0d6-4c43-b6b0-f6a25df56671" providerId="ADAL" clId="{24CB8795-D4AF-4B1A-97D7-64E8A2DFAE2A}" dt="2025-10-02T12:22:31.852" v="64" actId="1076"/>
          <ac:spMkLst>
            <pc:docMk/>
            <pc:sldMk cId="1141588276" sldId="417"/>
            <ac:spMk id="46" creationId="{A034EC27-7D9F-F34C-FBCF-C8ABEEBC89F4}"/>
          </ac:spMkLst>
        </pc:spChg>
        <pc:spChg chg="mod">
          <ac:chgData name="Matheus Pereira da Cruz Gomes Lourenço" userId="d44209e8-f0d6-4c43-b6b0-f6a25df56671" providerId="ADAL" clId="{24CB8795-D4AF-4B1A-97D7-64E8A2DFAE2A}" dt="2025-10-02T12:22:31.852" v="64" actId="1076"/>
          <ac:spMkLst>
            <pc:docMk/>
            <pc:sldMk cId="1141588276" sldId="417"/>
            <ac:spMk id="48" creationId="{798F6CB2-405D-83FE-C0C4-1B7FDF24BC64}"/>
          </ac:spMkLst>
        </pc:spChg>
        <pc:picChg chg="mod">
          <ac:chgData name="Matheus Pereira da Cruz Gomes Lourenço" userId="d44209e8-f0d6-4c43-b6b0-f6a25df56671" providerId="ADAL" clId="{24CB8795-D4AF-4B1A-97D7-64E8A2DFAE2A}" dt="2025-10-02T12:32:22.305" v="195" actId="208"/>
          <ac:picMkLst>
            <pc:docMk/>
            <pc:sldMk cId="1141588276" sldId="417"/>
            <ac:picMk id="4" creationId="{FE11A209-8D18-5066-5F1D-5D967D0DE8AA}"/>
          </ac:picMkLst>
        </pc:picChg>
      </pc:sldChg>
      <pc:sldChg chg="addSp modSp new mod modNotesTx">
        <pc:chgData name="Matheus Pereira da Cruz Gomes Lourenço" userId="d44209e8-f0d6-4c43-b6b0-f6a25df56671" providerId="ADAL" clId="{24CB8795-D4AF-4B1A-97D7-64E8A2DFAE2A}" dt="2025-10-02T12:28:51.002" v="179" actId="20577"/>
        <pc:sldMkLst>
          <pc:docMk/>
          <pc:sldMk cId="3071993473" sldId="419"/>
        </pc:sldMkLst>
        <pc:spChg chg="mod">
          <ac:chgData name="Matheus Pereira da Cruz Gomes Lourenço" userId="d44209e8-f0d6-4c43-b6b0-f6a25df56671" providerId="ADAL" clId="{24CB8795-D4AF-4B1A-97D7-64E8A2DFAE2A}" dt="2025-10-02T12:24:48.407" v="90" actId="20577"/>
          <ac:spMkLst>
            <pc:docMk/>
            <pc:sldMk cId="3071993473" sldId="419"/>
            <ac:spMk id="2" creationId="{285D6EE9-BF82-C95E-7C8A-A3EF7BD847E1}"/>
          </ac:spMkLst>
        </pc:spChg>
        <pc:spChg chg="add mod">
          <ac:chgData name="Matheus Pereira da Cruz Gomes Lourenço" userId="d44209e8-f0d6-4c43-b6b0-f6a25df56671" providerId="ADAL" clId="{24CB8795-D4AF-4B1A-97D7-64E8A2DFAE2A}" dt="2025-10-02T12:26:27.240" v="101" actId="207"/>
          <ac:spMkLst>
            <pc:docMk/>
            <pc:sldMk cId="3071993473" sldId="419"/>
            <ac:spMk id="4" creationId="{6F49169C-993E-9976-2392-57862869D300}"/>
          </ac:spMkLst>
        </pc:spChg>
        <pc:picChg chg="add mod">
          <ac:chgData name="Matheus Pereira da Cruz Gomes Lourenço" userId="d44209e8-f0d6-4c43-b6b0-f6a25df56671" providerId="ADAL" clId="{24CB8795-D4AF-4B1A-97D7-64E8A2DFAE2A}" dt="2025-10-02T12:25:50.202" v="95"/>
          <ac:picMkLst>
            <pc:docMk/>
            <pc:sldMk cId="3071993473" sldId="419"/>
            <ac:picMk id="1026" creationId="{168C7720-6FFD-3247-1F76-AEAE57830A72}"/>
          </ac:picMkLst>
        </pc:picChg>
      </pc:sldChg>
      <pc:sldChg chg="addSp delSp modSp add mod">
        <pc:chgData name="Matheus Pereira da Cruz Gomes Lourenço" userId="d44209e8-f0d6-4c43-b6b0-f6a25df56671" providerId="ADAL" clId="{24CB8795-D4AF-4B1A-97D7-64E8A2DFAE2A}" dt="2025-10-02T12:31:54.138" v="189" actId="208"/>
        <pc:sldMkLst>
          <pc:docMk/>
          <pc:sldMk cId="1249267448" sldId="420"/>
        </pc:sldMkLst>
        <pc:spChg chg="add mod ord">
          <ac:chgData name="Matheus Pereira da Cruz Gomes Lourenço" userId="d44209e8-f0d6-4c43-b6b0-f6a25df56671" providerId="ADAL" clId="{24CB8795-D4AF-4B1A-97D7-64E8A2DFAE2A}" dt="2025-10-02T12:31:10.816" v="185" actId="207"/>
          <ac:spMkLst>
            <pc:docMk/>
            <pc:sldMk cId="1249267448" sldId="420"/>
            <ac:spMk id="3" creationId="{2C42C7D7-2F01-8E93-9653-618EFFC7DA00}"/>
          </ac:spMkLst>
        </pc:spChg>
        <pc:spChg chg="mod topLvl">
          <ac:chgData name="Matheus Pereira da Cruz Gomes Lourenço" userId="d44209e8-f0d6-4c43-b6b0-f6a25df56671" providerId="ADAL" clId="{24CB8795-D4AF-4B1A-97D7-64E8A2DFAE2A}" dt="2025-10-02T12:31:47.098" v="186" actId="165"/>
          <ac:spMkLst>
            <pc:docMk/>
            <pc:sldMk cId="1249267448" sldId="420"/>
            <ac:spMk id="10" creationId="{5B6B5963-78BE-92CB-91CD-1C0FC55FD3B9}"/>
          </ac:spMkLst>
        </pc:spChg>
        <pc:spChg chg="mod topLvl">
          <ac:chgData name="Matheus Pereira da Cruz Gomes Lourenço" userId="d44209e8-f0d6-4c43-b6b0-f6a25df56671" providerId="ADAL" clId="{24CB8795-D4AF-4B1A-97D7-64E8A2DFAE2A}" dt="2025-10-02T12:31:47.098" v="186" actId="165"/>
          <ac:spMkLst>
            <pc:docMk/>
            <pc:sldMk cId="1249267448" sldId="420"/>
            <ac:spMk id="11" creationId="{0AB84236-3D51-53E5-8A0B-1DB270509523}"/>
          </ac:spMkLst>
        </pc:spChg>
        <pc:spChg chg="mod">
          <ac:chgData name="Matheus Pereira da Cruz Gomes Lourenço" userId="d44209e8-f0d6-4c43-b6b0-f6a25df56671" providerId="ADAL" clId="{24CB8795-D4AF-4B1A-97D7-64E8A2DFAE2A}" dt="2025-10-02T12:31:47.098" v="186" actId="165"/>
          <ac:spMkLst>
            <pc:docMk/>
            <pc:sldMk cId="1249267448" sldId="420"/>
            <ac:spMk id="14" creationId="{DB722F0C-2EF5-7643-7DAF-E5BE73D1C5C3}"/>
          </ac:spMkLst>
        </pc:spChg>
        <pc:spChg chg="mod">
          <ac:chgData name="Matheus Pereira da Cruz Gomes Lourenço" userId="d44209e8-f0d6-4c43-b6b0-f6a25df56671" providerId="ADAL" clId="{24CB8795-D4AF-4B1A-97D7-64E8A2DFAE2A}" dt="2025-10-02T12:31:47.098" v="186" actId="165"/>
          <ac:spMkLst>
            <pc:docMk/>
            <pc:sldMk cId="1249267448" sldId="420"/>
            <ac:spMk id="20" creationId="{46ED1D52-3792-EEEB-AF3C-F5D908359466}"/>
          </ac:spMkLst>
        </pc:spChg>
        <pc:spChg chg="mod">
          <ac:chgData name="Matheus Pereira da Cruz Gomes Lourenço" userId="d44209e8-f0d6-4c43-b6b0-f6a25df56671" providerId="ADAL" clId="{24CB8795-D4AF-4B1A-97D7-64E8A2DFAE2A}" dt="2025-10-02T12:31:47.098" v="186" actId="165"/>
          <ac:spMkLst>
            <pc:docMk/>
            <pc:sldMk cId="1249267448" sldId="420"/>
            <ac:spMk id="27" creationId="{A5F82730-9299-CD57-6ADE-DEA6A8147D68}"/>
          </ac:spMkLst>
        </pc:spChg>
        <pc:spChg chg="mod">
          <ac:chgData name="Matheus Pereira da Cruz Gomes Lourenço" userId="d44209e8-f0d6-4c43-b6b0-f6a25df56671" providerId="ADAL" clId="{24CB8795-D4AF-4B1A-97D7-64E8A2DFAE2A}" dt="2025-10-02T12:31:47.098" v="186" actId="165"/>
          <ac:spMkLst>
            <pc:docMk/>
            <pc:sldMk cId="1249267448" sldId="420"/>
            <ac:spMk id="30" creationId="{2B03CB68-D73B-0B39-8758-7C3DC6FA5C99}"/>
          </ac:spMkLst>
        </pc:spChg>
        <pc:spChg chg="mod topLvl">
          <ac:chgData name="Matheus Pereira da Cruz Gomes Lourenço" userId="d44209e8-f0d6-4c43-b6b0-f6a25df56671" providerId="ADAL" clId="{24CB8795-D4AF-4B1A-97D7-64E8A2DFAE2A}" dt="2025-10-02T12:31:47.098" v="186" actId="165"/>
          <ac:spMkLst>
            <pc:docMk/>
            <pc:sldMk cId="1249267448" sldId="420"/>
            <ac:spMk id="37" creationId="{71C90E1C-CA80-8F5F-C265-E5F79AAD4384}"/>
          </ac:spMkLst>
        </pc:spChg>
        <pc:spChg chg="mod topLvl">
          <ac:chgData name="Matheus Pereira da Cruz Gomes Lourenço" userId="d44209e8-f0d6-4c43-b6b0-f6a25df56671" providerId="ADAL" clId="{24CB8795-D4AF-4B1A-97D7-64E8A2DFAE2A}" dt="2025-10-02T12:31:47.098" v="186" actId="165"/>
          <ac:spMkLst>
            <pc:docMk/>
            <pc:sldMk cId="1249267448" sldId="420"/>
            <ac:spMk id="45" creationId="{F61CBDB0-6667-748D-7627-F9C62756679E}"/>
          </ac:spMkLst>
        </pc:spChg>
        <pc:spChg chg="mod topLvl">
          <ac:chgData name="Matheus Pereira da Cruz Gomes Lourenço" userId="d44209e8-f0d6-4c43-b6b0-f6a25df56671" providerId="ADAL" clId="{24CB8795-D4AF-4B1A-97D7-64E8A2DFAE2A}" dt="2025-10-02T12:31:47.098" v="186" actId="165"/>
          <ac:spMkLst>
            <pc:docMk/>
            <pc:sldMk cId="1249267448" sldId="420"/>
            <ac:spMk id="47" creationId="{AF1D99CB-10B0-A958-A326-BAF95FB62CB2}"/>
          </ac:spMkLst>
        </pc:spChg>
        <pc:spChg chg="mod topLvl">
          <ac:chgData name="Matheus Pereira da Cruz Gomes Lourenço" userId="d44209e8-f0d6-4c43-b6b0-f6a25df56671" providerId="ADAL" clId="{24CB8795-D4AF-4B1A-97D7-64E8A2DFAE2A}" dt="2025-10-02T12:31:47.098" v="186" actId="165"/>
          <ac:spMkLst>
            <pc:docMk/>
            <pc:sldMk cId="1249267448" sldId="420"/>
            <ac:spMk id="48" creationId="{4EB9D06C-68E3-6492-DEEA-1941DDA23895}"/>
          </ac:spMkLst>
        </pc:spChg>
        <pc:picChg chg="mod">
          <ac:chgData name="Matheus Pereira da Cruz Gomes Lourenço" userId="d44209e8-f0d6-4c43-b6b0-f6a25df56671" providerId="ADAL" clId="{24CB8795-D4AF-4B1A-97D7-64E8A2DFAE2A}" dt="2025-10-02T12:31:54.138" v="189" actId="208"/>
          <ac:picMkLst>
            <pc:docMk/>
            <pc:sldMk cId="1249267448" sldId="420"/>
            <ac:picMk id="4" creationId="{418E55A0-ECF4-9CE5-DD11-CCDCC0C7C518}"/>
          </ac:picMkLst>
        </pc:picChg>
      </pc:sldChg>
      <pc:sldChg chg="add">
        <pc:chgData name="Matheus Pereira da Cruz Gomes Lourenço" userId="d44209e8-f0d6-4c43-b6b0-f6a25df56671" providerId="ADAL" clId="{24CB8795-D4AF-4B1A-97D7-64E8A2DFAE2A}" dt="2025-10-02T12:32:10.821" v="190"/>
        <pc:sldMkLst>
          <pc:docMk/>
          <pc:sldMk cId="915117823" sldId="421"/>
        </pc:sldMkLst>
      </pc:sldChg>
      <pc:sldChg chg="addSp modSp new mod modShow">
        <pc:chgData name="Matheus Pereira da Cruz Gomes Lourenço" userId="d44209e8-f0d6-4c43-b6b0-f6a25df56671" providerId="ADAL" clId="{24CB8795-D4AF-4B1A-97D7-64E8A2DFAE2A}" dt="2025-10-15T07:04:02.618" v="558" actId="20577"/>
        <pc:sldMkLst>
          <pc:docMk/>
          <pc:sldMk cId="4003358936" sldId="422"/>
        </pc:sldMkLst>
        <pc:spChg chg="mod">
          <ac:chgData name="Matheus Pereira da Cruz Gomes Lourenço" userId="d44209e8-f0d6-4c43-b6b0-f6a25df56671" providerId="ADAL" clId="{24CB8795-D4AF-4B1A-97D7-64E8A2DFAE2A}" dt="2025-10-08T13:25:43.946" v="533" actId="403"/>
          <ac:spMkLst>
            <pc:docMk/>
            <pc:sldMk cId="4003358936" sldId="422"/>
            <ac:spMk id="2" creationId="{5839C746-759D-4CA7-EDBD-D75C06E54E1E}"/>
          </ac:spMkLst>
        </pc:spChg>
        <pc:spChg chg="mod">
          <ac:chgData name="Matheus Pereira da Cruz Gomes Lourenço" userId="d44209e8-f0d6-4c43-b6b0-f6a25df56671" providerId="ADAL" clId="{24CB8795-D4AF-4B1A-97D7-64E8A2DFAE2A}" dt="2025-10-15T07:04:02.618" v="558" actId="20577"/>
          <ac:spMkLst>
            <pc:docMk/>
            <pc:sldMk cId="4003358936" sldId="422"/>
            <ac:spMk id="3" creationId="{BBF6434D-E699-5D71-9AC8-7887ACFB4CC4}"/>
          </ac:spMkLst>
        </pc:spChg>
        <pc:spChg chg="add mod ord">
          <ac:chgData name="Matheus Pereira da Cruz Gomes Lourenço" userId="d44209e8-f0d6-4c43-b6b0-f6a25df56671" providerId="ADAL" clId="{24CB8795-D4AF-4B1A-97D7-64E8A2DFAE2A}" dt="2025-10-08T13:25:21.503" v="518" actId="207"/>
          <ac:spMkLst>
            <pc:docMk/>
            <pc:sldMk cId="4003358936" sldId="422"/>
            <ac:spMk id="4" creationId="{8C1C7D4A-6267-202B-7B57-D82D393467C1}"/>
          </ac:spMkLst>
        </pc:spChg>
      </pc:sldChg>
      <pc:sldChg chg="modSp add modAnim">
        <pc:chgData name="Matheus Pereira da Cruz Gomes Lourenço" userId="d44209e8-f0d6-4c43-b6b0-f6a25df56671" providerId="ADAL" clId="{24CB8795-D4AF-4B1A-97D7-64E8A2DFAE2A}" dt="2025-10-15T06:59:03.876" v="554"/>
        <pc:sldMkLst>
          <pc:docMk/>
          <pc:sldMk cId="2402762229" sldId="423"/>
        </pc:sldMkLst>
        <pc:spChg chg="mod">
          <ac:chgData name="Matheus Pereira da Cruz Gomes Lourenço" userId="d44209e8-f0d6-4c43-b6b0-f6a25df56671" providerId="ADAL" clId="{24CB8795-D4AF-4B1A-97D7-64E8A2DFAE2A}" dt="2025-10-15T06:58:59.360" v="553" actId="113"/>
          <ac:spMkLst>
            <pc:docMk/>
            <pc:sldMk cId="2402762229" sldId="423"/>
            <ac:spMk id="3" creationId="{71B97028-89EE-AE2F-221D-E37A2B59A78F}"/>
          </ac:spMkLst>
        </pc:spChg>
      </pc:sldChg>
    </pc:docChg>
  </pc:docChgLst>
  <pc:docChgLst>
    <pc:chgData name="Matheus Pereira da Cruz Gomes Lourenço" userId="d44209e8-f0d6-4c43-b6b0-f6a25df56671" providerId="ADAL" clId="{9CAE576A-5E32-44DC-B1A0-4E8D44ED0D83}"/>
    <pc:docChg chg="custSel modSld">
      <pc:chgData name="Matheus Pereira da Cruz Gomes Lourenço" userId="d44209e8-f0d6-4c43-b6b0-f6a25df56671" providerId="ADAL" clId="{9CAE576A-5E32-44DC-B1A0-4E8D44ED0D83}" dt="2025-10-24T07:41:24.382" v="7" actId="1076"/>
      <pc:docMkLst>
        <pc:docMk/>
      </pc:docMkLst>
      <pc:sldChg chg="addSp delSp modSp mod">
        <pc:chgData name="Matheus Pereira da Cruz Gomes Lourenço" userId="d44209e8-f0d6-4c43-b6b0-f6a25df56671" providerId="ADAL" clId="{9CAE576A-5E32-44DC-B1A0-4E8D44ED0D83}" dt="2025-10-24T07:41:24.382" v="7" actId="1076"/>
        <pc:sldMkLst>
          <pc:docMk/>
          <pc:sldMk cId="3650598174" sldId="357"/>
        </pc:sldMkLst>
        <pc:picChg chg="add del mod">
          <ac:chgData name="Matheus Pereira da Cruz Gomes Lourenço" userId="d44209e8-f0d6-4c43-b6b0-f6a25df56671" providerId="ADAL" clId="{9CAE576A-5E32-44DC-B1A0-4E8D44ED0D83}" dt="2025-10-24T07:41:08.762" v="5" actId="21"/>
          <ac:picMkLst>
            <pc:docMk/>
            <pc:sldMk cId="3650598174" sldId="357"/>
            <ac:picMk id="6" creationId="{63CF83F8-3909-0628-C5DC-CAE8A7FA8D5B}"/>
          </ac:picMkLst>
        </pc:picChg>
        <pc:picChg chg="add mod">
          <ac:chgData name="Matheus Pereira da Cruz Gomes Lourenço" userId="d44209e8-f0d6-4c43-b6b0-f6a25df56671" providerId="ADAL" clId="{9CAE576A-5E32-44DC-B1A0-4E8D44ED0D83}" dt="2025-10-24T07:41:24.382" v="7" actId="1076"/>
          <ac:picMkLst>
            <pc:docMk/>
            <pc:sldMk cId="3650598174" sldId="357"/>
            <ac:picMk id="7" creationId="{0A681E3B-C996-BB62-2579-ED026D3804B1}"/>
          </ac:picMkLst>
        </pc:picChg>
      </pc:sldChg>
      <pc:sldChg chg="delSp mod delAnim">
        <pc:chgData name="Matheus Pereira da Cruz Gomes Lourenço" userId="d44209e8-f0d6-4c43-b6b0-f6a25df56671" providerId="ADAL" clId="{9CAE576A-5E32-44DC-B1A0-4E8D44ED0D83}" dt="2025-10-24T07:40:11.012" v="2" actId="478"/>
        <pc:sldMkLst>
          <pc:docMk/>
          <pc:sldMk cId="2658322724" sldId="406"/>
        </pc:sldMkLst>
        <pc:spChg chg="del">
          <ac:chgData name="Matheus Pereira da Cruz Gomes Lourenço" userId="d44209e8-f0d6-4c43-b6b0-f6a25df56671" providerId="ADAL" clId="{9CAE576A-5E32-44DC-B1A0-4E8D44ED0D83}" dt="2025-10-24T07:40:11.012" v="2" actId="478"/>
          <ac:spMkLst>
            <pc:docMk/>
            <pc:sldMk cId="2658322724" sldId="406"/>
            <ac:spMk id="5" creationId="{610E65EC-E67B-D7C3-01BC-46F61E209530}"/>
          </ac:spMkLst>
        </pc:spChg>
        <pc:spChg chg="del">
          <ac:chgData name="Matheus Pereira da Cruz Gomes Lourenço" userId="d44209e8-f0d6-4c43-b6b0-f6a25df56671" providerId="ADAL" clId="{9CAE576A-5E32-44DC-B1A0-4E8D44ED0D83}" dt="2025-10-24T07:40:09.763" v="0" actId="478"/>
          <ac:spMkLst>
            <pc:docMk/>
            <pc:sldMk cId="2658322724" sldId="406"/>
            <ac:spMk id="7" creationId="{9D9DEFBD-744C-BF81-049D-9E2923EDFAC0}"/>
          </ac:spMkLst>
        </pc:spChg>
        <pc:spChg chg="del">
          <ac:chgData name="Matheus Pereira da Cruz Gomes Lourenço" userId="d44209e8-f0d6-4c43-b6b0-f6a25df56671" providerId="ADAL" clId="{9CAE576A-5E32-44DC-B1A0-4E8D44ED0D83}" dt="2025-10-24T07:40:10.462" v="1" actId="478"/>
          <ac:spMkLst>
            <pc:docMk/>
            <pc:sldMk cId="2658322724" sldId="406"/>
            <ac:spMk id="8" creationId="{1822B56A-B3B2-A7E4-482D-3B31D3BBA3C2}"/>
          </ac:spMkLst>
        </pc:spChg>
      </pc:sldChg>
    </pc:docChg>
  </pc:docChgLst>
  <pc:docChgLst>
    <pc:chgData name="Laura Standaert" userId="S::lauralucia.standaert@ugent.be::57751787-d58b-49ec-bf32-1c6c653d8c17" providerId="AD" clId="Web-{4EBADAD7-4DFD-F049-3DD9-EBC1D312FCE4}"/>
    <pc:docChg chg="modSld">
      <pc:chgData name="Laura Standaert" userId="S::lauralucia.standaert@ugent.be::57751787-d58b-49ec-bf32-1c6c653d8c17" providerId="AD" clId="Web-{4EBADAD7-4DFD-F049-3DD9-EBC1D312FCE4}" dt="2025-10-17T09:17:50.033" v="28" actId="20577"/>
      <pc:docMkLst>
        <pc:docMk/>
      </pc:docMkLst>
      <pc:sldChg chg="modSp">
        <pc:chgData name="Laura Standaert" userId="S::lauralucia.standaert@ugent.be::57751787-d58b-49ec-bf32-1c6c653d8c17" providerId="AD" clId="Web-{4EBADAD7-4DFD-F049-3DD9-EBC1D312FCE4}" dt="2025-10-17T09:16:44.968" v="22" actId="20577"/>
        <pc:sldMkLst>
          <pc:docMk/>
          <pc:sldMk cId="3841799872" sldId="405"/>
        </pc:sldMkLst>
        <pc:spChg chg="mod">
          <ac:chgData name="Laura Standaert" userId="S::lauralucia.standaert@ugent.be::57751787-d58b-49ec-bf32-1c6c653d8c17" providerId="AD" clId="Web-{4EBADAD7-4DFD-F049-3DD9-EBC1D312FCE4}" dt="2025-10-17T09:16:44.968" v="22" actId="20577"/>
          <ac:spMkLst>
            <pc:docMk/>
            <pc:sldMk cId="3841799872" sldId="405"/>
            <ac:spMk id="3" creationId="{B0EA6471-1FB6-BFBF-1AFB-6ACF55B21B09}"/>
          </ac:spMkLst>
        </pc:spChg>
      </pc:sldChg>
      <pc:sldChg chg="modSp">
        <pc:chgData name="Laura Standaert" userId="S::lauralucia.standaert@ugent.be::57751787-d58b-49ec-bf32-1c6c653d8c17" providerId="AD" clId="Web-{4EBADAD7-4DFD-F049-3DD9-EBC1D312FCE4}" dt="2025-10-17T09:17:50.033" v="28" actId="20577"/>
        <pc:sldMkLst>
          <pc:docMk/>
          <pc:sldMk cId="223647132" sldId="412"/>
        </pc:sldMkLst>
        <pc:spChg chg="mod">
          <ac:chgData name="Laura Standaert" userId="S::lauralucia.standaert@ugent.be::57751787-d58b-49ec-bf32-1c6c653d8c17" providerId="AD" clId="Web-{4EBADAD7-4DFD-F049-3DD9-EBC1D312FCE4}" dt="2025-10-17T09:17:50.033" v="28" actId="20577"/>
          <ac:spMkLst>
            <pc:docMk/>
            <pc:sldMk cId="223647132" sldId="412"/>
            <ac:spMk id="3" creationId="{812FF8A4-3D8B-BE59-659B-39B7504052B2}"/>
          </ac:spMkLst>
        </pc:spChg>
      </pc:sldChg>
    </pc:docChg>
  </pc:docChgLst>
  <pc:docChgLst>
    <pc:chgData name="Matheus Pereira da Cruz Gomes Lourenço" userId="d44209e8-f0d6-4c43-b6b0-f6a25df56671" providerId="ADAL" clId="{649998C4-5874-4E98-B602-8829E05092E3}"/>
    <pc:docChg chg="custSel addSld modSld">
      <pc:chgData name="Matheus Pereira da Cruz Gomes Lourenço" userId="d44209e8-f0d6-4c43-b6b0-f6a25df56671" providerId="ADAL" clId="{649998C4-5874-4E98-B602-8829E05092E3}" dt="2025-09-26T09:28:26.287" v="62" actId="729"/>
      <pc:docMkLst>
        <pc:docMk/>
      </pc:docMkLst>
      <pc:sldChg chg="modSp mod">
        <pc:chgData name="Matheus Pereira da Cruz Gomes Lourenço" userId="d44209e8-f0d6-4c43-b6b0-f6a25df56671" providerId="ADAL" clId="{649998C4-5874-4E98-B602-8829E05092E3}" dt="2025-09-26T09:26:08.867" v="31" actId="27636"/>
        <pc:sldMkLst>
          <pc:docMk/>
          <pc:sldMk cId="3650598174" sldId="357"/>
        </pc:sldMkLst>
        <pc:spChg chg="mod">
          <ac:chgData name="Matheus Pereira da Cruz Gomes Lourenço" userId="d44209e8-f0d6-4c43-b6b0-f6a25df56671" providerId="ADAL" clId="{649998C4-5874-4E98-B602-8829E05092E3}" dt="2025-09-26T09:26:08.867" v="31" actId="27636"/>
          <ac:spMkLst>
            <pc:docMk/>
            <pc:sldMk cId="3650598174" sldId="357"/>
            <ac:spMk id="5" creationId="{BD6F1B80-AE3D-16C4-251E-D8F9DA4F2FE2}"/>
          </ac:spMkLst>
        </pc:spChg>
      </pc:sldChg>
      <pc:sldChg chg="modSp mod">
        <pc:chgData name="Matheus Pereira da Cruz Gomes Lourenço" userId="d44209e8-f0d6-4c43-b6b0-f6a25df56671" providerId="ADAL" clId="{649998C4-5874-4E98-B602-8829E05092E3}" dt="2025-09-26T09:22:45.255" v="27" actId="20577"/>
        <pc:sldMkLst>
          <pc:docMk/>
          <pc:sldMk cId="1523851026" sldId="368"/>
        </pc:sldMkLst>
        <pc:spChg chg="mod">
          <ac:chgData name="Matheus Pereira da Cruz Gomes Lourenço" userId="d44209e8-f0d6-4c43-b6b0-f6a25df56671" providerId="ADAL" clId="{649998C4-5874-4E98-B602-8829E05092E3}" dt="2025-09-26T09:22:45.255" v="27" actId="20577"/>
          <ac:spMkLst>
            <pc:docMk/>
            <pc:sldMk cId="1523851026" sldId="368"/>
            <ac:spMk id="2" creationId="{65023AFA-4A50-22B8-084C-E56216FE1DF1}"/>
          </ac:spMkLst>
        </pc:spChg>
      </pc:sldChg>
      <pc:sldChg chg="modSp mod">
        <pc:chgData name="Matheus Pereira da Cruz Gomes Lourenço" userId="d44209e8-f0d6-4c43-b6b0-f6a25df56671" providerId="ADAL" clId="{649998C4-5874-4E98-B602-8829E05092E3}" dt="2025-09-26T09:26:26.961" v="60" actId="20577"/>
        <pc:sldMkLst>
          <pc:docMk/>
          <pc:sldMk cId="995614687" sldId="384"/>
        </pc:sldMkLst>
        <pc:spChg chg="mod">
          <ac:chgData name="Matheus Pereira da Cruz Gomes Lourenço" userId="d44209e8-f0d6-4c43-b6b0-f6a25df56671" providerId="ADAL" clId="{649998C4-5874-4E98-B602-8829E05092E3}" dt="2025-09-26T09:26:26.961" v="60" actId="20577"/>
          <ac:spMkLst>
            <pc:docMk/>
            <pc:sldMk cId="995614687" sldId="384"/>
            <ac:spMk id="3" creationId="{4D6D88B8-7DA2-F82C-D8F8-F22AF2F86969}"/>
          </ac:spMkLst>
        </pc:spChg>
      </pc:sldChg>
      <pc:sldChg chg="add mod modShow">
        <pc:chgData name="Matheus Pereira da Cruz Gomes Lourenço" userId="d44209e8-f0d6-4c43-b6b0-f6a25df56671" providerId="ADAL" clId="{649998C4-5874-4E98-B602-8829E05092E3}" dt="2025-09-26T09:28:26.287" v="62" actId="729"/>
        <pc:sldMkLst>
          <pc:docMk/>
          <pc:sldMk cId="363883258" sldId="416"/>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312.png"/><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1281F7-D938-640D-0E4A-0855AC9ED1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a:extLst>
              <a:ext uri="{FF2B5EF4-FFF2-40B4-BE49-F238E27FC236}">
                <a16:creationId xmlns:a16="http://schemas.microsoft.com/office/drawing/2014/main" id="{3496DFAD-5558-4BDD-F34D-D1563E8E8F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D6ADD-B21C-E948-AA04-DCFC50B51270}" type="datetimeFigureOut">
              <a:rPr lang="en-BE" smtClean="0"/>
              <a:t>24/10/2025</a:t>
            </a:fld>
            <a:endParaRPr lang="en-BE"/>
          </a:p>
        </p:txBody>
      </p:sp>
      <p:sp>
        <p:nvSpPr>
          <p:cNvPr id="5" name="Slide Number Placeholder 4">
            <a:extLst>
              <a:ext uri="{FF2B5EF4-FFF2-40B4-BE49-F238E27FC236}">
                <a16:creationId xmlns:a16="http://schemas.microsoft.com/office/drawing/2014/main" id="{AAE40D42-69DB-4AE7-F156-C620991F750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A40471F-1FE7-7945-A53A-D70D6E2125E3}" type="slidenum">
              <a:rPr lang="en-BE" smtClean="0"/>
              <a:t>‹#›</a:t>
            </a:fld>
            <a:endParaRPr lang="en-BE"/>
          </a:p>
        </p:txBody>
      </p:sp>
      <p:pic>
        <p:nvPicPr>
          <p:cNvPr id="7" name="Picture 6">
            <a:extLst>
              <a:ext uri="{FF2B5EF4-FFF2-40B4-BE49-F238E27FC236}">
                <a16:creationId xmlns:a16="http://schemas.microsoft.com/office/drawing/2014/main" id="{87C8925A-4D42-40F9-6535-2110A38B0DA1}"/>
              </a:ext>
            </a:extLst>
          </p:cNvPr>
          <p:cNvPicPr>
            <a:picLocks noChangeAspect="1"/>
          </p:cNvPicPr>
          <p:nvPr/>
        </p:nvPicPr>
        <p:blipFill>
          <a:blip r:embed="rId2"/>
          <a:srcRect l="16351" t="24623" r="16868" b="24268"/>
          <a:stretch/>
        </p:blipFill>
        <p:spPr>
          <a:xfrm>
            <a:off x="138545" y="8685213"/>
            <a:ext cx="658351" cy="349537"/>
          </a:xfrm>
          <a:prstGeom prst="rect">
            <a:avLst/>
          </a:prstGeom>
        </p:spPr>
      </p:pic>
    </p:spTree>
    <p:extLst>
      <p:ext uri="{BB962C8B-B14F-4D97-AF65-F5344CB8AC3E}">
        <p14:creationId xmlns:p14="http://schemas.microsoft.com/office/powerpoint/2010/main" val="282916518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571814-10B7-DF4E-B6E5-F469B8DD27A5}" type="datetimeFigureOut">
              <a:rPr lang="en-BE" smtClean="0"/>
              <a:t>24/10/2025</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4728FA-C277-644A-B7A0-E50FFC1951C0}" type="slidenum">
              <a:rPr lang="en-BE" smtClean="0"/>
              <a:t>‹#›</a:t>
            </a:fld>
            <a:endParaRPr lang="en-BE"/>
          </a:p>
        </p:txBody>
      </p:sp>
    </p:spTree>
    <p:extLst>
      <p:ext uri="{BB962C8B-B14F-4D97-AF65-F5344CB8AC3E}">
        <p14:creationId xmlns:p14="http://schemas.microsoft.com/office/powerpoint/2010/main" val="2684839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expectations and main objective of the training:</a:t>
            </a:r>
          </a:p>
          <a:p>
            <a:r>
              <a:rPr lang="en-US" dirty="0"/>
              <a:t>1- This is an introductory course</a:t>
            </a:r>
          </a:p>
          <a:p>
            <a:r>
              <a:rPr lang="en-US" dirty="0"/>
              <a:t>2- For you to know ahead of time necessary steps and available resources for you to turn policy into action, benefiting your research</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1</a:t>
            </a:fld>
            <a:endParaRPr lang="en-BE"/>
          </a:p>
        </p:txBody>
      </p:sp>
    </p:spTree>
    <p:extLst>
      <p:ext uri="{BB962C8B-B14F-4D97-AF65-F5344CB8AC3E}">
        <p14:creationId xmlns:p14="http://schemas.microsoft.com/office/powerpoint/2010/main" val="2529425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rules</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2</a:t>
            </a:fld>
            <a:endParaRPr lang="en-BE"/>
          </a:p>
        </p:txBody>
      </p:sp>
    </p:spTree>
    <p:extLst>
      <p:ext uri="{BB962C8B-B14F-4D97-AF65-F5344CB8AC3E}">
        <p14:creationId xmlns:p14="http://schemas.microsoft.com/office/powerpoint/2010/main" val="2954360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of introductions. </a:t>
            </a:r>
          </a:p>
          <a:p>
            <a:r>
              <a:rPr lang="en-US" dirty="0"/>
              <a:t>Participants must also introduce themselves: name, position, have they published before.</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3</a:t>
            </a:fld>
            <a:endParaRPr lang="en-BE"/>
          </a:p>
        </p:txBody>
      </p:sp>
    </p:spTree>
    <p:extLst>
      <p:ext uri="{BB962C8B-B14F-4D97-AF65-F5344CB8AC3E}">
        <p14:creationId xmlns:p14="http://schemas.microsoft.com/office/powerpoint/2010/main" val="3772995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an agenda on the day</a:t>
            </a:r>
          </a:p>
          <a:p>
            <a:r>
              <a:rPr lang="en-US" dirty="0"/>
              <a:t>There are always short breaks between each session (5-10mins)</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4</a:t>
            </a:fld>
            <a:endParaRPr lang="en-BE"/>
          </a:p>
        </p:txBody>
      </p:sp>
    </p:spTree>
    <p:extLst>
      <p:ext uri="{BB962C8B-B14F-4D97-AF65-F5344CB8AC3E}">
        <p14:creationId xmlns:p14="http://schemas.microsoft.com/office/powerpoint/2010/main" val="2668064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three key topics in the introduction.</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5</a:t>
            </a:fld>
            <a:endParaRPr lang="en-BE"/>
          </a:p>
        </p:txBody>
      </p:sp>
    </p:spTree>
    <p:extLst>
      <p:ext uri="{BB962C8B-B14F-4D97-AF65-F5344CB8AC3E}">
        <p14:creationId xmlns:p14="http://schemas.microsoft.com/office/powerpoint/2010/main" val="2997881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“post it” exercise (encourage people to stand up and be active early): What is RDM?</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6</a:t>
            </a:fld>
            <a:endParaRPr lang="en-BE"/>
          </a:p>
        </p:txBody>
      </p:sp>
    </p:spTree>
    <p:extLst>
      <p:ext uri="{BB962C8B-B14F-4D97-AF65-F5344CB8AC3E}">
        <p14:creationId xmlns:p14="http://schemas.microsoft.com/office/powerpoint/2010/main" val="4051871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message: RDM is a series of actions taken to control recorded info that is used in a systematic investigation. </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7</a:t>
            </a:fld>
            <a:endParaRPr lang="en-BE"/>
          </a:p>
        </p:txBody>
      </p:sp>
    </p:spTree>
    <p:extLst>
      <p:ext uri="{BB962C8B-B14F-4D97-AF65-F5344CB8AC3E}">
        <p14:creationId xmlns:p14="http://schemas.microsoft.com/office/powerpoint/2010/main" val="2014164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36889-A7C2-6BBF-5479-486544509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D78D9-61F8-A0C6-FE50-C16844F39E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D3BB02-00C8-EB3A-87FB-4CBEB06B058A}"/>
              </a:ext>
            </a:extLst>
          </p:cNvPr>
          <p:cNvSpPr>
            <a:spLocks noGrp="1"/>
          </p:cNvSpPr>
          <p:nvPr>
            <p:ph type="body" idx="1"/>
          </p:nvPr>
        </p:nvSpPr>
        <p:spPr/>
        <p:txBody>
          <a:bodyPr/>
          <a:lstStyle/>
          <a:p>
            <a:r>
              <a:rPr lang="en-US" dirty="0"/>
              <a:t>Takeaway message: RDM is a series of actions taken to control recorded info that is used in a systematic investigation. </a:t>
            </a:r>
            <a:endParaRPr lang="en-BE" dirty="0"/>
          </a:p>
        </p:txBody>
      </p:sp>
      <p:sp>
        <p:nvSpPr>
          <p:cNvPr id="4" name="Slide Number Placeholder 3">
            <a:extLst>
              <a:ext uri="{FF2B5EF4-FFF2-40B4-BE49-F238E27FC236}">
                <a16:creationId xmlns:a16="http://schemas.microsoft.com/office/drawing/2014/main" id="{B4C2D2A3-EFD0-62E7-5677-4FC9584D4548}"/>
              </a:ext>
            </a:extLst>
          </p:cNvPr>
          <p:cNvSpPr>
            <a:spLocks noGrp="1"/>
          </p:cNvSpPr>
          <p:nvPr>
            <p:ph type="sldNum" sz="quarter" idx="5"/>
          </p:nvPr>
        </p:nvSpPr>
        <p:spPr/>
        <p:txBody>
          <a:bodyPr/>
          <a:lstStyle/>
          <a:p>
            <a:fld id="{A24728FA-C277-644A-B7A0-E50FFC1951C0}" type="slidenum">
              <a:rPr lang="en-BE" smtClean="0"/>
              <a:t>8</a:t>
            </a:fld>
            <a:endParaRPr lang="en-BE"/>
          </a:p>
        </p:txBody>
      </p:sp>
    </p:spTree>
    <p:extLst>
      <p:ext uri="{BB962C8B-B14F-4D97-AF65-F5344CB8AC3E}">
        <p14:creationId xmlns:p14="http://schemas.microsoft.com/office/powerpoint/2010/main" val="709060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moment: start to gather simple examples from the participants on RDM practices.</a:t>
            </a:r>
          </a:p>
          <a:p>
            <a:r>
              <a:rPr lang="en-US" dirty="0"/>
              <a:t>How having a </a:t>
            </a:r>
            <a:r>
              <a:rPr lang="en-US" dirty="0" err="1"/>
              <a:t>lifecyle</a:t>
            </a:r>
            <a:r>
              <a:rPr lang="en-US" dirty="0"/>
              <a:t> is helpful.</a:t>
            </a:r>
          </a:p>
          <a:p>
            <a:r>
              <a:rPr lang="en-US" dirty="0"/>
              <a:t>Link to next topic (FAIR): why would you want to do good RDM?</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9</a:t>
            </a:fld>
            <a:endParaRPr lang="en-BE"/>
          </a:p>
        </p:txBody>
      </p:sp>
    </p:spTree>
    <p:extLst>
      <p:ext uri="{BB962C8B-B14F-4D97-AF65-F5344CB8AC3E}">
        <p14:creationId xmlns:p14="http://schemas.microsoft.com/office/powerpoint/2010/main" val="291457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1DEC3-0989-B0D1-B60A-376D0897E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2FD151-97D4-F877-D354-1E61F9C19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3C955-6279-E7FB-0B97-CF8708BCE09D}"/>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B6395140-7B67-B77B-BF4D-2AE70B68786A}"/>
              </a:ext>
            </a:extLst>
          </p:cNvPr>
          <p:cNvSpPr>
            <a:spLocks noGrp="1"/>
          </p:cNvSpPr>
          <p:nvPr>
            <p:ph type="sldNum" sz="quarter" idx="5"/>
          </p:nvPr>
        </p:nvSpPr>
        <p:spPr/>
        <p:txBody>
          <a:bodyPr/>
          <a:lstStyle/>
          <a:p>
            <a:fld id="{A24728FA-C277-644A-B7A0-E50FFC1951C0}" type="slidenum">
              <a:rPr lang="en-BE" smtClean="0"/>
              <a:t>10</a:t>
            </a:fld>
            <a:endParaRPr lang="en-BE"/>
          </a:p>
        </p:txBody>
      </p:sp>
    </p:spTree>
    <p:extLst>
      <p:ext uri="{BB962C8B-B14F-4D97-AF65-F5344CB8AC3E}">
        <p14:creationId xmlns:p14="http://schemas.microsoft.com/office/powerpoint/2010/main" val="1454093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 on FAIR and how it can manifest with the side examples (which will be tackled during the day).</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12</a:t>
            </a:fld>
            <a:endParaRPr lang="en-BE"/>
          </a:p>
        </p:txBody>
      </p:sp>
    </p:spTree>
    <p:extLst>
      <p:ext uri="{BB962C8B-B14F-4D97-AF65-F5344CB8AC3E}">
        <p14:creationId xmlns:p14="http://schemas.microsoft.com/office/powerpoint/2010/main" val="349239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moment.</a:t>
            </a:r>
          </a:p>
          <a:p>
            <a:r>
              <a:rPr lang="en-US" dirty="0"/>
              <a:t>Question for the audience: When do you think this happened? (Answer: reported on Sept 12, 2025). Highlight recency and impact.</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13</a:t>
            </a:fld>
            <a:endParaRPr lang="en-BE"/>
          </a:p>
        </p:txBody>
      </p:sp>
    </p:spTree>
    <p:extLst>
      <p:ext uri="{BB962C8B-B14F-4D97-AF65-F5344CB8AC3E}">
        <p14:creationId xmlns:p14="http://schemas.microsoft.com/office/powerpoint/2010/main" val="3623593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7ACB3-25BE-02CD-18F3-756235495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FC365-154B-88A9-5E55-F4120AA4B6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BBFA2-5548-8F45-3AEC-C70B45F49092}"/>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99481960-9408-5566-0772-053650CBAAF8}"/>
              </a:ext>
            </a:extLst>
          </p:cNvPr>
          <p:cNvSpPr>
            <a:spLocks noGrp="1"/>
          </p:cNvSpPr>
          <p:nvPr>
            <p:ph type="sldNum" sz="quarter" idx="5"/>
          </p:nvPr>
        </p:nvSpPr>
        <p:spPr/>
        <p:txBody>
          <a:bodyPr/>
          <a:lstStyle/>
          <a:p>
            <a:fld id="{A24728FA-C277-644A-B7A0-E50FFC1951C0}" type="slidenum">
              <a:rPr lang="en-BE" smtClean="0"/>
              <a:t>15</a:t>
            </a:fld>
            <a:endParaRPr lang="en-BE"/>
          </a:p>
        </p:txBody>
      </p:sp>
    </p:spTree>
    <p:extLst>
      <p:ext uri="{BB962C8B-B14F-4D97-AF65-F5344CB8AC3E}">
        <p14:creationId xmlns:p14="http://schemas.microsoft.com/office/powerpoint/2010/main" val="88237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moment then definition.</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16</a:t>
            </a:fld>
            <a:endParaRPr lang="en-BE"/>
          </a:p>
        </p:txBody>
      </p:sp>
    </p:spTree>
    <p:extLst>
      <p:ext uri="{BB962C8B-B14F-4D97-AF65-F5344CB8AC3E}">
        <p14:creationId xmlns:p14="http://schemas.microsoft.com/office/powerpoint/2010/main" val="296200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537E-AA43-DA92-5586-F7094D33F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5699E-0087-1A05-3105-6ABF5F3E63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85049-34E1-38EF-7C46-2D77308DA43E}"/>
              </a:ext>
            </a:extLst>
          </p:cNvPr>
          <p:cNvSpPr>
            <a:spLocks noGrp="1"/>
          </p:cNvSpPr>
          <p:nvPr>
            <p:ph type="body" idx="1"/>
          </p:nvPr>
        </p:nvSpPr>
        <p:spPr/>
        <p:txBody>
          <a:bodyPr/>
          <a:lstStyle/>
          <a:p>
            <a:r>
              <a:rPr lang="en-US" dirty="0"/>
              <a:t>Ground rules</a:t>
            </a:r>
            <a:endParaRPr lang="en-BE" dirty="0"/>
          </a:p>
        </p:txBody>
      </p:sp>
      <p:sp>
        <p:nvSpPr>
          <p:cNvPr id="4" name="Slide Number Placeholder 3">
            <a:extLst>
              <a:ext uri="{FF2B5EF4-FFF2-40B4-BE49-F238E27FC236}">
                <a16:creationId xmlns:a16="http://schemas.microsoft.com/office/drawing/2014/main" id="{15E38BB6-F368-618F-A492-21F2565BC93D}"/>
              </a:ext>
            </a:extLst>
          </p:cNvPr>
          <p:cNvSpPr>
            <a:spLocks noGrp="1"/>
          </p:cNvSpPr>
          <p:nvPr>
            <p:ph type="sldNum" sz="quarter" idx="5"/>
          </p:nvPr>
        </p:nvSpPr>
        <p:spPr/>
        <p:txBody>
          <a:bodyPr/>
          <a:lstStyle/>
          <a:p>
            <a:fld id="{A24728FA-C277-644A-B7A0-E50FFC1951C0}" type="slidenum">
              <a:rPr lang="en-BE" smtClean="0"/>
              <a:t>17</a:t>
            </a:fld>
            <a:endParaRPr lang="en-BE"/>
          </a:p>
        </p:txBody>
      </p:sp>
    </p:spTree>
    <p:extLst>
      <p:ext uri="{BB962C8B-B14F-4D97-AF65-F5344CB8AC3E}">
        <p14:creationId xmlns:p14="http://schemas.microsoft.com/office/powerpoint/2010/main" val="3133034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a:t>
            </a:r>
            <a:br>
              <a:rPr lang="en-US" dirty="0"/>
            </a:br>
            <a:r>
              <a:rPr lang="en-US" dirty="0"/>
              <a:t>Key message: some data might be personal pending their uniqueness/universe. Attention is important. Some data might not be as anonymous as you think (see ID and link it to the idea that any ID number is by definition an identifier if a key exists: more on this in the next slide).</a:t>
            </a:r>
          </a:p>
          <a:p>
            <a:r>
              <a:rPr lang="en-US" dirty="0"/>
              <a:t>AI warning: ask who used AI to find the answer. How fast it can merge and combine data sources.</a:t>
            </a:r>
          </a:p>
        </p:txBody>
      </p:sp>
      <p:sp>
        <p:nvSpPr>
          <p:cNvPr id="4" name="Slide Number Placeholder 3"/>
          <p:cNvSpPr>
            <a:spLocks noGrp="1"/>
          </p:cNvSpPr>
          <p:nvPr>
            <p:ph type="sldNum" sz="quarter" idx="5"/>
          </p:nvPr>
        </p:nvSpPr>
        <p:spPr/>
        <p:txBody>
          <a:bodyPr/>
          <a:lstStyle/>
          <a:p>
            <a:fld id="{A24728FA-C277-644A-B7A0-E50FFC1951C0}" type="slidenum">
              <a:rPr lang="en-BE" smtClean="0"/>
              <a:t>18</a:t>
            </a:fld>
            <a:endParaRPr lang="en-BE"/>
          </a:p>
        </p:txBody>
      </p:sp>
    </p:spTree>
    <p:extLst>
      <p:ext uri="{BB962C8B-B14F-4D97-AF65-F5344CB8AC3E}">
        <p14:creationId xmlns:p14="http://schemas.microsoft.com/office/powerpoint/2010/main" val="1036530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FCE59-AD55-B28C-3B71-97A984E2E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4B0254-509F-3DAA-867A-3F6146514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CE1FE3-A35D-00E7-8F57-C8F595E00179}"/>
              </a:ext>
            </a:extLst>
          </p:cNvPr>
          <p:cNvSpPr>
            <a:spLocks noGrp="1"/>
          </p:cNvSpPr>
          <p:nvPr>
            <p:ph type="body" idx="1"/>
          </p:nvPr>
        </p:nvSpPr>
        <p:spPr/>
        <p:txBody>
          <a:bodyPr/>
          <a:lstStyle/>
          <a:p>
            <a:r>
              <a:rPr lang="en-US" dirty="0"/>
              <a:t>Ground rules</a:t>
            </a:r>
            <a:endParaRPr lang="en-BE" dirty="0"/>
          </a:p>
        </p:txBody>
      </p:sp>
      <p:sp>
        <p:nvSpPr>
          <p:cNvPr id="4" name="Slide Number Placeholder 3">
            <a:extLst>
              <a:ext uri="{FF2B5EF4-FFF2-40B4-BE49-F238E27FC236}">
                <a16:creationId xmlns:a16="http://schemas.microsoft.com/office/drawing/2014/main" id="{3BFDF8B0-501F-6DA8-1039-BA4BE6DD4DD3}"/>
              </a:ext>
            </a:extLst>
          </p:cNvPr>
          <p:cNvSpPr>
            <a:spLocks noGrp="1"/>
          </p:cNvSpPr>
          <p:nvPr>
            <p:ph type="sldNum" sz="quarter" idx="5"/>
          </p:nvPr>
        </p:nvSpPr>
        <p:spPr/>
        <p:txBody>
          <a:bodyPr/>
          <a:lstStyle/>
          <a:p>
            <a:fld id="{A24728FA-C277-644A-B7A0-E50FFC1951C0}" type="slidenum">
              <a:rPr lang="en-BE" smtClean="0"/>
              <a:t>19</a:t>
            </a:fld>
            <a:endParaRPr lang="en-BE"/>
          </a:p>
        </p:txBody>
      </p:sp>
    </p:spTree>
    <p:extLst>
      <p:ext uri="{BB962C8B-B14F-4D97-AF65-F5344CB8AC3E}">
        <p14:creationId xmlns:p14="http://schemas.microsoft.com/office/powerpoint/2010/main" val="3875041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Pseudonymized data is still considered personal data under the GDPR.</a:t>
            </a:r>
          </a:p>
          <a:p>
            <a:r>
              <a:rPr lang="en-US" dirty="0"/>
              <a:t>Here are a few practical examples on data anonymization:</a:t>
            </a:r>
          </a:p>
          <a:p>
            <a:pPr marL="171450" indent="-171450">
              <a:buFont typeface="Arial" panose="020B0604020202020204" pitchFamily="34" charset="0"/>
              <a:buChar char="•"/>
            </a:pPr>
            <a:r>
              <a:rPr lang="en-US" dirty="0"/>
              <a:t>Removing names, ID numbers, and contact details.</a:t>
            </a:r>
          </a:p>
          <a:p>
            <a:pPr marL="171450" indent="-171450">
              <a:buFont typeface="Arial" panose="020B0604020202020204" pitchFamily="34" charset="0"/>
              <a:buChar char="•"/>
            </a:pPr>
            <a:r>
              <a:rPr lang="en-US" dirty="0"/>
              <a:t>Removing or generalizing dates (e.g. replace exact birthdate with age range).</a:t>
            </a:r>
          </a:p>
          <a:p>
            <a:pPr marL="171450" indent="-171450">
              <a:buFont typeface="Arial" panose="020B0604020202020204" pitchFamily="34" charset="0"/>
              <a:buChar char="•"/>
            </a:pPr>
            <a:r>
              <a:rPr lang="en-US" dirty="0"/>
              <a:t>Removing location data or replacing it with broad regions (e.g. Flanders instead of Gent).</a:t>
            </a:r>
          </a:p>
          <a:p>
            <a:pPr marL="171450" indent="-171450">
              <a:buFont typeface="Arial" panose="020B0604020202020204" pitchFamily="34" charset="0"/>
              <a:buChar char="•"/>
            </a:pPr>
            <a:r>
              <a:rPr lang="en-US" dirty="0"/>
              <a:t>Small groups are merged to avoid singling out individuals.</a:t>
            </a:r>
          </a:p>
          <a:p>
            <a:r>
              <a:rPr lang="en-US" dirty="0"/>
              <a:t>Truly anonymized data is not considered personal data and therefore, is not subject to the GDPR.</a:t>
            </a:r>
          </a:p>
          <a:p>
            <a:r>
              <a:rPr lang="en-US" dirty="0"/>
              <a:t>Link to following slide: Special category data must be pseudonymized before being used.</a:t>
            </a:r>
          </a:p>
        </p:txBody>
      </p:sp>
      <p:sp>
        <p:nvSpPr>
          <p:cNvPr id="4" name="Slide Number Placeholder 3"/>
          <p:cNvSpPr>
            <a:spLocks noGrp="1"/>
          </p:cNvSpPr>
          <p:nvPr>
            <p:ph type="sldNum" sz="quarter" idx="5"/>
          </p:nvPr>
        </p:nvSpPr>
        <p:spPr/>
        <p:txBody>
          <a:bodyPr/>
          <a:lstStyle/>
          <a:p>
            <a:fld id="{A24728FA-C277-644A-B7A0-E50FFC1951C0}" type="slidenum">
              <a:rPr lang="en-BE" smtClean="0"/>
              <a:t>20</a:t>
            </a:fld>
            <a:endParaRPr lang="en-BE"/>
          </a:p>
        </p:txBody>
      </p:sp>
    </p:spTree>
    <p:extLst>
      <p:ext uri="{BB962C8B-B14F-4D97-AF65-F5344CB8AC3E}">
        <p14:creationId xmlns:p14="http://schemas.microsoft.com/office/powerpoint/2010/main" val="92986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specially important for us at VIB/</a:t>
            </a:r>
            <a:r>
              <a:rPr lang="en-US" dirty="0" err="1"/>
              <a:t>UGent</a:t>
            </a:r>
            <a:r>
              <a:rPr lang="en-US" dirty="0"/>
              <a:t> in life sciences? (Genetic/health data).</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21</a:t>
            </a:fld>
            <a:endParaRPr lang="en-BE"/>
          </a:p>
        </p:txBody>
      </p:sp>
    </p:spTree>
    <p:extLst>
      <p:ext uri="{BB962C8B-B14F-4D97-AF65-F5344CB8AC3E}">
        <p14:creationId xmlns:p14="http://schemas.microsoft.com/office/powerpoint/2010/main" val="27543507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moment.</a:t>
            </a:r>
            <a:br>
              <a:rPr lang="en-US" dirty="0"/>
            </a:br>
            <a:r>
              <a:rPr lang="en-US" dirty="0"/>
              <a:t>Sesntive data is not defined in the GDPR and widely used to fere to personal and/or special category data (and more, such as financial data, </a:t>
            </a:r>
            <a:r>
              <a:rPr lang="en-US" dirty="0" err="1"/>
              <a:t>cvs</a:t>
            </a:r>
            <a:r>
              <a:rPr lang="en-US" dirty="0"/>
              <a:t>, </a:t>
            </a:r>
            <a:r>
              <a:rPr lang="en-US" dirty="0" err="1"/>
              <a:t>etc</a:t>
            </a:r>
            <a:r>
              <a:rPr lang="en-US"/>
              <a:t>). </a:t>
            </a:r>
            <a:r>
              <a:rPr lang="en-US" dirty="0"/>
              <a:t>Be sure to clarify with who you are talking to.</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22</a:t>
            </a:fld>
            <a:endParaRPr lang="en-BE"/>
          </a:p>
        </p:txBody>
      </p:sp>
    </p:spTree>
    <p:extLst>
      <p:ext uri="{BB962C8B-B14F-4D97-AF65-F5344CB8AC3E}">
        <p14:creationId xmlns:p14="http://schemas.microsoft.com/office/powerpoint/2010/main" val="40957602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we’ve seen so far, data is any recorded information. Some data can be used to identify a person (personal data), and some types of data, like health or genetic information, can even be used to harm or discriminate against someone (special category data).</a:t>
            </a:r>
          </a:p>
          <a:p>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23</a:t>
            </a:fld>
            <a:endParaRPr lang="en-BE"/>
          </a:p>
        </p:txBody>
      </p:sp>
    </p:spTree>
    <p:extLst>
      <p:ext uri="{BB962C8B-B14F-4D97-AF65-F5344CB8AC3E}">
        <p14:creationId xmlns:p14="http://schemas.microsoft.com/office/powerpoint/2010/main" val="6913173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24</a:t>
            </a:fld>
            <a:endParaRPr lang="en-BE"/>
          </a:p>
        </p:txBody>
      </p:sp>
    </p:spTree>
    <p:extLst>
      <p:ext uri="{BB962C8B-B14F-4D97-AF65-F5344CB8AC3E}">
        <p14:creationId xmlns:p14="http://schemas.microsoft.com/office/powerpoint/2010/main" val="28265969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951CA-97E7-A1A1-AF51-EB7C022B5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1B8685-761B-015E-38ED-FB498E92E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155E4A-58E1-894F-BAB9-E86D8C56931A}"/>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7EEBD74E-60E1-D99F-CD2D-BADA715E0085}"/>
              </a:ext>
            </a:extLst>
          </p:cNvPr>
          <p:cNvSpPr>
            <a:spLocks noGrp="1"/>
          </p:cNvSpPr>
          <p:nvPr>
            <p:ph type="sldNum" sz="quarter" idx="5"/>
          </p:nvPr>
        </p:nvSpPr>
        <p:spPr/>
        <p:txBody>
          <a:bodyPr/>
          <a:lstStyle/>
          <a:p>
            <a:fld id="{A24728FA-C277-644A-B7A0-E50FFC1951C0}" type="slidenum">
              <a:rPr lang="en-BE" smtClean="0"/>
              <a:t>25</a:t>
            </a:fld>
            <a:endParaRPr lang="en-BE"/>
          </a:p>
        </p:txBody>
      </p:sp>
    </p:spTree>
    <p:extLst>
      <p:ext uri="{BB962C8B-B14F-4D97-AF65-F5344CB8AC3E}">
        <p14:creationId xmlns:p14="http://schemas.microsoft.com/office/powerpoint/2010/main" val="2606749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Reasons to be FAIR and to proper GDPR.</a:t>
            </a:r>
          </a:p>
          <a:p>
            <a:r>
              <a:rPr lang="en-US" dirty="0"/>
              <a:t>For the next slides let’s think about benefits and negative consequences.</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26</a:t>
            </a:fld>
            <a:endParaRPr lang="en-BE"/>
          </a:p>
        </p:txBody>
      </p:sp>
    </p:spTree>
    <p:extLst>
      <p:ext uri="{BB962C8B-B14F-4D97-AF65-F5344CB8AC3E}">
        <p14:creationId xmlns:p14="http://schemas.microsoft.com/office/powerpoint/2010/main" val="3972767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moment: have you ever thought ‘what did I do with that data?’</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29</a:t>
            </a:fld>
            <a:endParaRPr lang="en-BE"/>
          </a:p>
        </p:txBody>
      </p:sp>
    </p:spTree>
    <p:extLst>
      <p:ext uri="{BB962C8B-B14F-4D97-AF65-F5344CB8AC3E}">
        <p14:creationId xmlns:p14="http://schemas.microsoft.com/office/powerpoint/2010/main" val="39814046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1AD35-4328-593C-E04A-F237297DA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023B3-9FD1-1F96-4F38-38D628814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FD8304-5CC7-0461-FB7F-136B5EC5C0C3}"/>
              </a:ext>
            </a:extLst>
          </p:cNvPr>
          <p:cNvSpPr>
            <a:spLocks noGrp="1"/>
          </p:cNvSpPr>
          <p:nvPr>
            <p:ph type="body" idx="1"/>
          </p:nvPr>
        </p:nvSpPr>
        <p:spPr/>
        <p:txBody>
          <a:bodyPr/>
          <a:lstStyle/>
          <a:p>
            <a:r>
              <a:rPr lang="en-US" dirty="0"/>
              <a:t>Discussion moment: have you ever thought ‘what did I do with that data?’</a:t>
            </a:r>
            <a:endParaRPr lang="en-BE" dirty="0"/>
          </a:p>
        </p:txBody>
      </p:sp>
      <p:sp>
        <p:nvSpPr>
          <p:cNvPr id="4" name="Slide Number Placeholder 3">
            <a:extLst>
              <a:ext uri="{FF2B5EF4-FFF2-40B4-BE49-F238E27FC236}">
                <a16:creationId xmlns:a16="http://schemas.microsoft.com/office/drawing/2014/main" id="{D0599B70-25BC-B736-44AA-BB554A0DB6E7}"/>
              </a:ext>
            </a:extLst>
          </p:cNvPr>
          <p:cNvSpPr>
            <a:spLocks noGrp="1"/>
          </p:cNvSpPr>
          <p:nvPr>
            <p:ph type="sldNum" sz="quarter" idx="5"/>
          </p:nvPr>
        </p:nvSpPr>
        <p:spPr/>
        <p:txBody>
          <a:bodyPr/>
          <a:lstStyle/>
          <a:p>
            <a:fld id="{A24728FA-C277-644A-B7A0-E50FFC1951C0}" type="slidenum">
              <a:rPr lang="en-BE" smtClean="0"/>
              <a:t>30</a:t>
            </a:fld>
            <a:endParaRPr lang="en-BE"/>
          </a:p>
        </p:txBody>
      </p:sp>
    </p:spTree>
    <p:extLst>
      <p:ext uri="{BB962C8B-B14F-4D97-AF65-F5344CB8AC3E}">
        <p14:creationId xmlns:p14="http://schemas.microsoft.com/office/powerpoint/2010/main" val="18639951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identification of participants as VIB researchers (high standards expected)</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33</a:t>
            </a:fld>
            <a:endParaRPr lang="en-BE"/>
          </a:p>
        </p:txBody>
      </p:sp>
    </p:spTree>
    <p:extLst>
      <p:ext uri="{BB962C8B-B14F-4D97-AF65-F5344CB8AC3E}">
        <p14:creationId xmlns:p14="http://schemas.microsoft.com/office/powerpoint/2010/main" val="17789093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A1833-0C83-29D9-BEBE-46744D597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11F63-E3C3-6FF3-A6E8-51FC7D11F4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50AB7-8661-0592-C8C1-921615BE8EFF}"/>
              </a:ext>
            </a:extLst>
          </p:cNvPr>
          <p:cNvSpPr>
            <a:spLocks noGrp="1"/>
          </p:cNvSpPr>
          <p:nvPr>
            <p:ph type="body" idx="1"/>
          </p:nvPr>
        </p:nvSpPr>
        <p:spPr/>
        <p:txBody>
          <a:bodyPr/>
          <a:lstStyle/>
          <a:p>
            <a:r>
              <a:rPr lang="en-US" dirty="0"/>
              <a:t>Ground rules</a:t>
            </a:r>
            <a:endParaRPr lang="en-BE" dirty="0"/>
          </a:p>
        </p:txBody>
      </p:sp>
      <p:sp>
        <p:nvSpPr>
          <p:cNvPr id="4" name="Slide Number Placeholder 3">
            <a:extLst>
              <a:ext uri="{FF2B5EF4-FFF2-40B4-BE49-F238E27FC236}">
                <a16:creationId xmlns:a16="http://schemas.microsoft.com/office/drawing/2014/main" id="{8FCC8914-DBA0-D2E9-BE92-A151878C12B9}"/>
              </a:ext>
            </a:extLst>
          </p:cNvPr>
          <p:cNvSpPr>
            <a:spLocks noGrp="1"/>
          </p:cNvSpPr>
          <p:nvPr>
            <p:ph type="sldNum" sz="quarter" idx="5"/>
          </p:nvPr>
        </p:nvSpPr>
        <p:spPr/>
        <p:txBody>
          <a:bodyPr/>
          <a:lstStyle/>
          <a:p>
            <a:fld id="{A24728FA-C277-644A-B7A0-E50FFC1951C0}" type="slidenum">
              <a:rPr lang="en-BE" smtClean="0"/>
              <a:t>34</a:t>
            </a:fld>
            <a:endParaRPr lang="en-BE"/>
          </a:p>
        </p:txBody>
      </p:sp>
    </p:spTree>
    <p:extLst>
      <p:ext uri="{BB962C8B-B14F-4D97-AF65-F5344CB8AC3E}">
        <p14:creationId xmlns:p14="http://schemas.microsoft.com/office/powerpoint/2010/main" val="31232549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the </a:t>
            </a:r>
            <a:r>
              <a:rPr lang="en-US" dirty="0" err="1"/>
              <a:t>RDMkit</a:t>
            </a:r>
            <a:r>
              <a:rPr lang="en-US" dirty="0"/>
              <a:t>! </a:t>
            </a:r>
          </a:p>
          <a:p>
            <a:r>
              <a:rPr lang="en-US" dirty="0"/>
              <a:t>1- by role</a:t>
            </a:r>
          </a:p>
          <a:p>
            <a:r>
              <a:rPr lang="en-US" dirty="0"/>
              <a:t>2- resource list</a:t>
            </a:r>
          </a:p>
          <a:p>
            <a:r>
              <a:rPr lang="en-US" dirty="0"/>
              <a:t>3- </a:t>
            </a:r>
            <a:r>
              <a:rPr lang="en-US" dirty="0" err="1"/>
              <a:t>lyfecycle</a:t>
            </a:r>
            <a:endParaRPr lang="en-BE" dirty="0"/>
          </a:p>
        </p:txBody>
      </p:sp>
      <p:sp>
        <p:nvSpPr>
          <p:cNvPr id="4" name="Slide Number Placeholder 3"/>
          <p:cNvSpPr>
            <a:spLocks noGrp="1"/>
          </p:cNvSpPr>
          <p:nvPr>
            <p:ph type="sldNum" sz="quarter" idx="5"/>
          </p:nvPr>
        </p:nvSpPr>
        <p:spPr/>
        <p:txBody>
          <a:bodyPr/>
          <a:lstStyle/>
          <a:p>
            <a:fld id="{A24728FA-C277-644A-B7A0-E50FFC1951C0}" type="slidenum">
              <a:rPr lang="en-BE" smtClean="0"/>
              <a:t>35</a:t>
            </a:fld>
            <a:endParaRPr lang="en-BE"/>
          </a:p>
        </p:txBody>
      </p:sp>
    </p:spTree>
    <p:extLst>
      <p:ext uri="{BB962C8B-B14F-4D97-AF65-F5344CB8AC3E}">
        <p14:creationId xmlns:p14="http://schemas.microsoft.com/office/powerpoint/2010/main" val="42649199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18" Type="http://schemas.openxmlformats.org/officeDocument/2006/relationships/image" Target="../media/image26.png"/><Relationship Id="rId3" Type="http://schemas.openxmlformats.org/officeDocument/2006/relationships/image" Target="../media/image11.svg"/><Relationship Id="rId21" Type="http://schemas.openxmlformats.org/officeDocument/2006/relationships/image" Target="../media/image29.svg"/><Relationship Id="rId7" Type="http://schemas.openxmlformats.org/officeDocument/2006/relationships/image" Target="../media/image15.svg"/><Relationship Id="rId12" Type="http://schemas.openxmlformats.org/officeDocument/2006/relationships/image" Target="../media/image20.png"/><Relationship Id="rId17" Type="http://schemas.openxmlformats.org/officeDocument/2006/relationships/image" Target="../media/image25.sv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Master" Target="../slideMasters/slideMaster7.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5" Type="http://schemas.openxmlformats.org/officeDocument/2006/relationships/image" Target="../media/image23.svg"/><Relationship Id="rId10" Type="http://schemas.openxmlformats.org/officeDocument/2006/relationships/image" Target="../media/image18.png"/><Relationship Id="rId19" Type="http://schemas.openxmlformats.org/officeDocument/2006/relationships/image" Target="../media/image27.sv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22.png"/></Relationships>
</file>

<file path=ppt/slideLayouts/_rels/slideLayout32.xml.rels><?xml version="1.0" encoding="UTF-8" standalone="yes"?>
<Relationships xmlns="http://schemas.openxmlformats.org/package/2006/relationships"><Relationship Id="rId117" Type="http://schemas.openxmlformats.org/officeDocument/2006/relationships/image" Target="../media/image145.svg"/><Relationship Id="rId21" Type="http://schemas.openxmlformats.org/officeDocument/2006/relationships/image" Target="../media/image49.svg"/><Relationship Id="rId42" Type="http://schemas.openxmlformats.org/officeDocument/2006/relationships/image" Target="../media/image70.png"/><Relationship Id="rId63" Type="http://schemas.openxmlformats.org/officeDocument/2006/relationships/image" Target="../media/image91.svg"/><Relationship Id="rId84" Type="http://schemas.openxmlformats.org/officeDocument/2006/relationships/image" Target="../media/image112.png"/><Relationship Id="rId138" Type="http://schemas.openxmlformats.org/officeDocument/2006/relationships/image" Target="../media/image166.png"/><Relationship Id="rId107" Type="http://schemas.openxmlformats.org/officeDocument/2006/relationships/image" Target="../media/image135.svg"/><Relationship Id="rId11" Type="http://schemas.openxmlformats.org/officeDocument/2006/relationships/image" Target="../media/image39.svg"/><Relationship Id="rId32" Type="http://schemas.openxmlformats.org/officeDocument/2006/relationships/image" Target="../media/image60.png"/><Relationship Id="rId37" Type="http://schemas.openxmlformats.org/officeDocument/2006/relationships/image" Target="../media/image65.svg"/><Relationship Id="rId53" Type="http://schemas.openxmlformats.org/officeDocument/2006/relationships/image" Target="../media/image81.svg"/><Relationship Id="rId58" Type="http://schemas.openxmlformats.org/officeDocument/2006/relationships/image" Target="../media/image86.png"/><Relationship Id="rId74" Type="http://schemas.openxmlformats.org/officeDocument/2006/relationships/image" Target="../media/image102.png"/><Relationship Id="rId79" Type="http://schemas.openxmlformats.org/officeDocument/2006/relationships/image" Target="../media/image107.svg"/><Relationship Id="rId102" Type="http://schemas.openxmlformats.org/officeDocument/2006/relationships/image" Target="../media/image130.png"/><Relationship Id="rId123" Type="http://schemas.openxmlformats.org/officeDocument/2006/relationships/image" Target="../media/image151.svg"/><Relationship Id="rId128" Type="http://schemas.openxmlformats.org/officeDocument/2006/relationships/image" Target="../media/image156.png"/><Relationship Id="rId5" Type="http://schemas.openxmlformats.org/officeDocument/2006/relationships/image" Target="../media/image33.svg"/><Relationship Id="rId90" Type="http://schemas.openxmlformats.org/officeDocument/2006/relationships/image" Target="../media/image118.png"/><Relationship Id="rId95" Type="http://schemas.openxmlformats.org/officeDocument/2006/relationships/image" Target="../media/image123.svg"/><Relationship Id="rId22" Type="http://schemas.openxmlformats.org/officeDocument/2006/relationships/image" Target="../media/image50.png"/><Relationship Id="rId27" Type="http://schemas.openxmlformats.org/officeDocument/2006/relationships/image" Target="../media/image55.svg"/><Relationship Id="rId43" Type="http://schemas.openxmlformats.org/officeDocument/2006/relationships/image" Target="../media/image71.svg"/><Relationship Id="rId48" Type="http://schemas.openxmlformats.org/officeDocument/2006/relationships/image" Target="../media/image76.png"/><Relationship Id="rId64" Type="http://schemas.openxmlformats.org/officeDocument/2006/relationships/image" Target="../media/image92.png"/><Relationship Id="rId69" Type="http://schemas.openxmlformats.org/officeDocument/2006/relationships/image" Target="../media/image97.svg"/><Relationship Id="rId113" Type="http://schemas.openxmlformats.org/officeDocument/2006/relationships/image" Target="../media/image141.svg"/><Relationship Id="rId118" Type="http://schemas.openxmlformats.org/officeDocument/2006/relationships/image" Target="../media/image146.png"/><Relationship Id="rId134" Type="http://schemas.openxmlformats.org/officeDocument/2006/relationships/image" Target="../media/image162.png"/><Relationship Id="rId139" Type="http://schemas.openxmlformats.org/officeDocument/2006/relationships/image" Target="../media/image167.svg"/><Relationship Id="rId80" Type="http://schemas.openxmlformats.org/officeDocument/2006/relationships/image" Target="../media/image108.png"/><Relationship Id="rId85" Type="http://schemas.openxmlformats.org/officeDocument/2006/relationships/image" Target="../media/image113.svg"/><Relationship Id="rId12" Type="http://schemas.openxmlformats.org/officeDocument/2006/relationships/image" Target="../media/image40.png"/><Relationship Id="rId17" Type="http://schemas.openxmlformats.org/officeDocument/2006/relationships/image" Target="../media/image45.svg"/><Relationship Id="rId33" Type="http://schemas.openxmlformats.org/officeDocument/2006/relationships/image" Target="../media/image61.svg"/><Relationship Id="rId38" Type="http://schemas.openxmlformats.org/officeDocument/2006/relationships/image" Target="../media/image66.png"/><Relationship Id="rId59" Type="http://schemas.openxmlformats.org/officeDocument/2006/relationships/image" Target="../media/image87.svg"/><Relationship Id="rId103" Type="http://schemas.openxmlformats.org/officeDocument/2006/relationships/image" Target="../media/image131.svg"/><Relationship Id="rId108" Type="http://schemas.openxmlformats.org/officeDocument/2006/relationships/image" Target="../media/image136.png"/><Relationship Id="rId124" Type="http://schemas.openxmlformats.org/officeDocument/2006/relationships/image" Target="../media/image152.png"/><Relationship Id="rId129" Type="http://schemas.openxmlformats.org/officeDocument/2006/relationships/image" Target="../media/image157.svg"/><Relationship Id="rId54" Type="http://schemas.openxmlformats.org/officeDocument/2006/relationships/image" Target="../media/image82.png"/><Relationship Id="rId70" Type="http://schemas.openxmlformats.org/officeDocument/2006/relationships/image" Target="../media/image98.png"/><Relationship Id="rId75" Type="http://schemas.openxmlformats.org/officeDocument/2006/relationships/image" Target="../media/image103.svg"/><Relationship Id="rId91" Type="http://schemas.openxmlformats.org/officeDocument/2006/relationships/image" Target="../media/image119.svg"/><Relationship Id="rId96" Type="http://schemas.openxmlformats.org/officeDocument/2006/relationships/image" Target="../media/image124.png"/><Relationship Id="rId140" Type="http://schemas.openxmlformats.org/officeDocument/2006/relationships/image" Target="../media/image168.png"/><Relationship Id="rId1" Type="http://schemas.openxmlformats.org/officeDocument/2006/relationships/slideMaster" Target="../slideMasters/slideMaster7.xml"/><Relationship Id="rId6" Type="http://schemas.openxmlformats.org/officeDocument/2006/relationships/image" Target="../media/image34.png"/><Relationship Id="rId23" Type="http://schemas.openxmlformats.org/officeDocument/2006/relationships/image" Target="../media/image51.svg"/><Relationship Id="rId28" Type="http://schemas.openxmlformats.org/officeDocument/2006/relationships/image" Target="../media/image56.png"/><Relationship Id="rId49" Type="http://schemas.openxmlformats.org/officeDocument/2006/relationships/image" Target="../media/image77.svg"/><Relationship Id="rId114" Type="http://schemas.openxmlformats.org/officeDocument/2006/relationships/image" Target="../media/image142.png"/><Relationship Id="rId119" Type="http://schemas.openxmlformats.org/officeDocument/2006/relationships/image" Target="../media/image147.svg"/><Relationship Id="rId44" Type="http://schemas.openxmlformats.org/officeDocument/2006/relationships/image" Target="../media/image72.png"/><Relationship Id="rId60" Type="http://schemas.openxmlformats.org/officeDocument/2006/relationships/image" Target="../media/image88.png"/><Relationship Id="rId65" Type="http://schemas.openxmlformats.org/officeDocument/2006/relationships/image" Target="../media/image93.svg"/><Relationship Id="rId81" Type="http://schemas.openxmlformats.org/officeDocument/2006/relationships/image" Target="../media/image109.svg"/><Relationship Id="rId86" Type="http://schemas.openxmlformats.org/officeDocument/2006/relationships/image" Target="../media/image114.png"/><Relationship Id="rId130" Type="http://schemas.openxmlformats.org/officeDocument/2006/relationships/image" Target="../media/image158.png"/><Relationship Id="rId135" Type="http://schemas.openxmlformats.org/officeDocument/2006/relationships/image" Target="../media/image163.svg"/><Relationship Id="rId13" Type="http://schemas.openxmlformats.org/officeDocument/2006/relationships/image" Target="../media/image41.svg"/><Relationship Id="rId18" Type="http://schemas.openxmlformats.org/officeDocument/2006/relationships/image" Target="../media/image46.png"/><Relationship Id="rId39" Type="http://schemas.openxmlformats.org/officeDocument/2006/relationships/image" Target="../media/image67.svg"/><Relationship Id="rId109" Type="http://schemas.openxmlformats.org/officeDocument/2006/relationships/image" Target="../media/image137.svg"/><Relationship Id="rId34" Type="http://schemas.openxmlformats.org/officeDocument/2006/relationships/image" Target="../media/image62.png"/><Relationship Id="rId50" Type="http://schemas.openxmlformats.org/officeDocument/2006/relationships/image" Target="../media/image78.png"/><Relationship Id="rId55" Type="http://schemas.openxmlformats.org/officeDocument/2006/relationships/image" Target="../media/image83.svg"/><Relationship Id="rId76" Type="http://schemas.openxmlformats.org/officeDocument/2006/relationships/image" Target="../media/image104.png"/><Relationship Id="rId97" Type="http://schemas.openxmlformats.org/officeDocument/2006/relationships/image" Target="../media/image125.svg"/><Relationship Id="rId104" Type="http://schemas.openxmlformats.org/officeDocument/2006/relationships/image" Target="../media/image132.png"/><Relationship Id="rId120" Type="http://schemas.openxmlformats.org/officeDocument/2006/relationships/image" Target="../media/image148.png"/><Relationship Id="rId125" Type="http://schemas.openxmlformats.org/officeDocument/2006/relationships/image" Target="../media/image153.svg"/><Relationship Id="rId141" Type="http://schemas.openxmlformats.org/officeDocument/2006/relationships/image" Target="../media/image169.svg"/><Relationship Id="rId7" Type="http://schemas.openxmlformats.org/officeDocument/2006/relationships/image" Target="../media/image35.svg"/><Relationship Id="rId71" Type="http://schemas.openxmlformats.org/officeDocument/2006/relationships/image" Target="../media/image99.svg"/><Relationship Id="rId92" Type="http://schemas.openxmlformats.org/officeDocument/2006/relationships/image" Target="../media/image120.png"/><Relationship Id="rId2" Type="http://schemas.openxmlformats.org/officeDocument/2006/relationships/image" Target="../media/image30.png"/><Relationship Id="rId29" Type="http://schemas.openxmlformats.org/officeDocument/2006/relationships/image" Target="../media/image57.svg"/><Relationship Id="rId24" Type="http://schemas.openxmlformats.org/officeDocument/2006/relationships/image" Target="../media/image52.png"/><Relationship Id="rId40" Type="http://schemas.openxmlformats.org/officeDocument/2006/relationships/image" Target="../media/image68.png"/><Relationship Id="rId45" Type="http://schemas.openxmlformats.org/officeDocument/2006/relationships/image" Target="../media/image73.svg"/><Relationship Id="rId66" Type="http://schemas.openxmlformats.org/officeDocument/2006/relationships/image" Target="../media/image94.png"/><Relationship Id="rId87" Type="http://schemas.openxmlformats.org/officeDocument/2006/relationships/image" Target="../media/image115.svg"/><Relationship Id="rId110" Type="http://schemas.openxmlformats.org/officeDocument/2006/relationships/image" Target="../media/image138.png"/><Relationship Id="rId115" Type="http://schemas.openxmlformats.org/officeDocument/2006/relationships/image" Target="../media/image143.svg"/><Relationship Id="rId131" Type="http://schemas.openxmlformats.org/officeDocument/2006/relationships/image" Target="../media/image159.svg"/><Relationship Id="rId136" Type="http://schemas.openxmlformats.org/officeDocument/2006/relationships/image" Target="../media/image164.png"/><Relationship Id="rId61" Type="http://schemas.openxmlformats.org/officeDocument/2006/relationships/image" Target="../media/image89.svg"/><Relationship Id="rId82" Type="http://schemas.openxmlformats.org/officeDocument/2006/relationships/image" Target="../media/image110.png"/><Relationship Id="rId19" Type="http://schemas.openxmlformats.org/officeDocument/2006/relationships/image" Target="../media/image47.svg"/><Relationship Id="rId14" Type="http://schemas.openxmlformats.org/officeDocument/2006/relationships/image" Target="../media/image42.png"/><Relationship Id="rId30" Type="http://schemas.openxmlformats.org/officeDocument/2006/relationships/image" Target="../media/image58.png"/><Relationship Id="rId35" Type="http://schemas.openxmlformats.org/officeDocument/2006/relationships/image" Target="../media/image63.svg"/><Relationship Id="rId56" Type="http://schemas.openxmlformats.org/officeDocument/2006/relationships/image" Target="../media/image84.png"/><Relationship Id="rId77" Type="http://schemas.openxmlformats.org/officeDocument/2006/relationships/image" Target="../media/image105.svg"/><Relationship Id="rId100" Type="http://schemas.openxmlformats.org/officeDocument/2006/relationships/image" Target="../media/image128.png"/><Relationship Id="rId105" Type="http://schemas.openxmlformats.org/officeDocument/2006/relationships/image" Target="../media/image133.svg"/><Relationship Id="rId126" Type="http://schemas.openxmlformats.org/officeDocument/2006/relationships/image" Target="../media/image154.png"/><Relationship Id="rId8" Type="http://schemas.openxmlformats.org/officeDocument/2006/relationships/image" Target="../media/image36.png"/><Relationship Id="rId51" Type="http://schemas.openxmlformats.org/officeDocument/2006/relationships/image" Target="../media/image79.svg"/><Relationship Id="rId72" Type="http://schemas.openxmlformats.org/officeDocument/2006/relationships/image" Target="../media/image100.png"/><Relationship Id="rId93" Type="http://schemas.openxmlformats.org/officeDocument/2006/relationships/image" Target="../media/image121.svg"/><Relationship Id="rId98" Type="http://schemas.openxmlformats.org/officeDocument/2006/relationships/image" Target="../media/image126.png"/><Relationship Id="rId121" Type="http://schemas.openxmlformats.org/officeDocument/2006/relationships/image" Target="../media/image149.svg"/><Relationship Id="rId142" Type="http://schemas.openxmlformats.org/officeDocument/2006/relationships/image" Target="../media/image170.png"/><Relationship Id="rId3" Type="http://schemas.openxmlformats.org/officeDocument/2006/relationships/image" Target="../media/image31.svg"/><Relationship Id="rId25" Type="http://schemas.openxmlformats.org/officeDocument/2006/relationships/image" Target="../media/image53.svg"/><Relationship Id="rId46" Type="http://schemas.openxmlformats.org/officeDocument/2006/relationships/image" Target="../media/image74.png"/><Relationship Id="rId67" Type="http://schemas.openxmlformats.org/officeDocument/2006/relationships/image" Target="../media/image95.svg"/><Relationship Id="rId116" Type="http://schemas.openxmlformats.org/officeDocument/2006/relationships/image" Target="../media/image144.png"/><Relationship Id="rId137" Type="http://schemas.openxmlformats.org/officeDocument/2006/relationships/image" Target="../media/image165.svg"/><Relationship Id="rId20" Type="http://schemas.openxmlformats.org/officeDocument/2006/relationships/image" Target="../media/image48.png"/><Relationship Id="rId41" Type="http://schemas.openxmlformats.org/officeDocument/2006/relationships/image" Target="../media/image69.svg"/><Relationship Id="rId62" Type="http://schemas.openxmlformats.org/officeDocument/2006/relationships/image" Target="../media/image90.png"/><Relationship Id="rId83" Type="http://schemas.openxmlformats.org/officeDocument/2006/relationships/image" Target="../media/image111.svg"/><Relationship Id="rId88" Type="http://schemas.openxmlformats.org/officeDocument/2006/relationships/image" Target="../media/image116.png"/><Relationship Id="rId111" Type="http://schemas.openxmlformats.org/officeDocument/2006/relationships/image" Target="../media/image139.svg"/><Relationship Id="rId132" Type="http://schemas.openxmlformats.org/officeDocument/2006/relationships/image" Target="../media/image160.png"/><Relationship Id="rId15" Type="http://schemas.openxmlformats.org/officeDocument/2006/relationships/image" Target="../media/image43.svg"/><Relationship Id="rId36" Type="http://schemas.openxmlformats.org/officeDocument/2006/relationships/image" Target="../media/image64.png"/><Relationship Id="rId57" Type="http://schemas.openxmlformats.org/officeDocument/2006/relationships/image" Target="../media/image85.svg"/><Relationship Id="rId106" Type="http://schemas.openxmlformats.org/officeDocument/2006/relationships/image" Target="../media/image134.png"/><Relationship Id="rId127" Type="http://schemas.openxmlformats.org/officeDocument/2006/relationships/image" Target="../media/image155.svg"/><Relationship Id="rId10" Type="http://schemas.openxmlformats.org/officeDocument/2006/relationships/image" Target="../media/image38.png"/><Relationship Id="rId31" Type="http://schemas.openxmlformats.org/officeDocument/2006/relationships/image" Target="../media/image59.svg"/><Relationship Id="rId52" Type="http://schemas.openxmlformats.org/officeDocument/2006/relationships/image" Target="../media/image80.png"/><Relationship Id="rId73" Type="http://schemas.openxmlformats.org/officeDocument/2006/relationships/image" Target="../media/image101.svg"/><Relationship Id="rId78" Type="http://schemas.openxmlformats.org/officeDocument/2006/relationships/image" Target="../media/image106.png"/><Relationship Id="rId94" Type="http://schemas.openxmlformats.org/officeDocument/2006/relationships/image" Target="../media/image122.png"/><Relationship Id="rId99" Type="http://schemas.openxmlformats.org/officeDocument/2006/relationships/image" Target="../media/image127.svg"/><Relationship Id="rId101" Type="http://schemas.openxmlformats.org/officeDocument/2006/relationships/image" Target="../media/image129.svg"/><Relationship Id="rId122" Type="http://schemas.openxmlformats.org/officeDocument/2006/relationships/image" Target="../media/image150.png"/><Relationship Id="rId143" Type="http://schemas.openxmlformats.org/officeDocument/2006/relationships/image" Target="../media/image171.svg"/><Relationship Id="rId4" Type="http://schemas.openxmlformats.org/officeDocument/2006/relationships/image" Target="../media/image32.png"/><Relationship Id="rId9" Type="http://schemas.openxmlformats.org/officeDocument/2006/relationships/image" Target="../media/image37.svg"/><Relationship Id="rId26" Type="http://schemas.openxmlformats.org/officeDocument/2006/relationships/image" Target="../media/image54.png"/><Relationship Id="rId47" Type="http://schemas.openxmlformats.org/officeDocument/2006/relationships/image" Target="../media/image75.svg"/><Relationship Id="rId68" Type="http://schemas.openxmlformats.org/officeDocument/2006/relationships/image" Target="../media/image96.png"/><Relationship Id="rId89" Type="http://schemas.openxmlformats.org/officeDocument/2006/relationships/image" Target="../media/image117.svg"/><Relationship Id="rId112" Type="http://schemas.openxmlformats.org/officeDocument/2006/relationships/image" Target="../media/image140.png"/><Relationship Id="rId133" Type="http://schemas.openxmlformats.org/officeDocument/2006/relationships/image" Target="../media/image161.svg"/><Relationship Id="rId16"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26" Type="http://schemas.openxmlformats.org/officeDocument/2006/relationships/image" Target="../media/image196.png"/><Relationship Id="rId117" Type="http://schemas.openxmlformats.org/officeDocument/2006/relationships/image" Target="../media/image287.svg"/><Relationship Id="rId21" Type="http://schemas.openxmlformats.org/officeDocument/2006/relationships/image" Target="../media/image191.svg"/><Relationship Id="rId42" Type="http://schemas.openxmlformats.org/officeDocument/2006/relationships/image" Target="../media/image212.png"/><Relationship Id="rId47" Type="http://schemas.openxmlformats.org/officeDocument/2006/relationships/image" Target="../media/image217.svg"/><Relationship Id="rId63" Type="http://schemas.openxmlformats.org/officeDocument/2006/relationships/image" Target="../media/image233.svg"/><Relationship Id="rId68" Type="http://schemas.openxmlformats.org/officeDocument/2006/relationships/image" Target="../media/image238.png"/><Relationship Id="rId84" Type="http://schemas.openxmlformats.org/officeDocument/2006/relationships/image" Target="../media/image254.png"/><Relationship Id="rId89" Type="http://schemas.openxmlformats.org/officeDocument/2006/relationships/image" Target="../media/image259.svg"/><Relationship Id="rId112" Type="http://schemas.openxmlformats.org/officeDocument/2006/relationships/image" Target="../media/image282.png"/><Relationship Id="rId16" Type="http://schemas.openxmlformats.org/officeDocument/2006/relationships/image" Target="../media/image186.png"/><Relationship Id="rId107" Type="http://schemas.openxmlformats.org/officeDocument/2006/relationships/image" Target="../media/image277.svg"/><Relationship Id="rId11" Type="http://schemas.openxmlformats.org/officeDocument/2006/relationships/image" Target="../media/image181.svg"/><Relationship Id="rId32" Type="http://schemas.openxmlformats.org/officeDocument/2006/relationships/image" Target="../media/image202.png"/><Relationship Id="rId37" Type="http://schemas.openxmlformats.org/officeDocument/2006/relationships/image" Target="../media/image207.svg"/><Relationship Id="rId53" Type="http://schemas.openxmlformats.org/officeDocument/2006/relationships/image" Target="../media/image223.svg"/><Relationship Id="rId58" Type="http://schemas.openxmlformats.org/officeDocument/2006/relationships/image" Target="../media/image228.png"/><Relationship Id="rId74" Type="http://schemas.openxmlformats.org/officeDocument/2006/relationships/image" Target="../media/image244.png"/><Relationship Id="rId79" Type="http://schemas.openxmlformats.org/officeDocument/2006/relationships/image" Target="../media/image249.svg"/><Relationship Id="rId102" Type="http://schemas.openxmlformats.org/officeDocument/2006/relationships/image" Target="../media/image272.png"/><Relationship Id="rId5" Type="http://schemas.openxmlformats.org/officeDocument/2006/relationships/image" Target="../media/image175.svg"/><Relationship Id="rId90" Type="http://schemas.openxmlformats.org/officeDocument/2006/relationships/image" Target="../media/image260.png"/><Relationship Id="rId95" Type="http://schemas.openxmlformats.org/officeDocument/2006/relationships/image" Target="../media/image265.svg"/><Relationship Id="rId22" Type="http://schemas.openxmlformats.org/officeDocument/2006/relationships/image" Target="../media/image192.png"/><Relationship Id="rId27" Type="http://schemas.openxmlformats.org/officeDocument/2006/relationships/image" Target="../media/image197.svg"/><Relationship Id="rId43" Type="http://schemas.openxmlformats.org/officeDocument/2006/relationships/image" Target="../media/image213.svg"/><Relationship Id="rId48" Type="http://schemas.openxmlformats.org/officeDocument/2006/relationships/image" Target="../media/image218.png"/><Relationship Id="rId64" Type="http://schemas.openxmlformats.org/officeDocument/2006/relationships/image" Target="../media/image234.png"/><Relationship Id="rId69" Type="http://schemas.openxmlformats.org/officeDocument/2006/relationships/image" Target="../media/image239.svg"/><Relationship Id="rId113" Type="http://schemas.openxmlformats.org/officeDocument/2006/relationships/image" Target="../media/image283.svg"/><Relationship Id="rId118" Type="http://schemas.openxmlformats.org/officeDocument/2006/relationships/image" Target="../media/image288.png"/><Relationship Id="rId80" Type="http://schemas.openxmlformats.org/officeDocument/2006/relationships/image" Target="../media/image250.png"/><Relationship Id="rId85" Type="http://schemas.openxmlformats.org/officeDocument/2006/relationships/image" Target="../media/image255.svg"/><Relationship Id="rId12" Type="http://schemas.openxmlformats.org/officeDocument/2006/relationships/image" Target="../media/image182.png"/><Relationship Id="rId17" Type="http://schemas.openxmlformats.org/officeDocument/2006/relationships/image" Target="../media/image187.svg"/><Relationship Id="rId33" Type="http://schemas.openxmlformats.org/officeDocument/2006/relationships/image" Target="../media/image203.svg"/><Relationship Id="rId38" Type="http://schemas.openxmlformats.org/officeDocument/2006/relationships/image" Target="../media/image208.png"/><Relationship Id="rId59" Type="http://schemas.openxmlformats.org/officeDocument/2006/relationships/image" Target="../media/image229.svg"/><Relationship Id="rId103" Type="http://schemas.openxmlformats.org/officeDocument/2006/relationships/image" Target="../media/image273.svg"/><Relationship Id="rId108" Type="http://schemas.openxmlformats.org/officeDocument/2006/relationships/image" Target="../media/image278.png"/><Relationship Id="rId54" Type="http://schemas.openxmlformats.org/officeDocument/2006/relationships/image" Target="../media/image224.png"/><Relationship Id="rId70" Type="http://schemas.openxmlformats.org/officeDocument/2006/relationships/image" Target="../media/image240.png"/><Relationship Id="rId75" Type="http://schemas.openxmlformats.org/officeDocument/2006/relationships/image" Target="../media/image245.svg"/><Relationship Id="rId91" Type="http://schemas.openxmlformats.org/officeDocument/2006/relationships/image" Target="../media/image261.svg"/><Relationship Id="rId96" Type="http://schemas.openxmlformats.org/officeDocument/2006/relationships/image" Target="../media/image266.png"/><Relationship Id="rId1" Type="http://schemas.openxmlformats.org/officeDocument/2006/relationships/slideMaster" Target="../slideMasters/slideMaster7.xml"/><Relationship Id="rId6" Type="http://schemas.openxmlformats.org/officeDocument/2006/relationships/image" Target="../media/image176.png"/><Relationship Id="rId23" Type="http://schemas.openxmlformats.org/officeDocument/2006/relationships/image" Target="../media/image193.svg"/><Relationship Id="rId28" Type="http://schemas.openxmlformats.org/officeDocument/2006/relationships/image" Target="../media/image198.png"/><Relationship Id="rId49" Type="http://schemas.openxmlformats.org/officeDocument/2006/relationships/image" Target="../media/image219.svg"/><Relationship Id="rId114" Type="http://schemas.openxmlformats.org/officeDocument/2006/relationships/image" Target="../media/image284.png"/><Relationship Id="rId119" Type="http://schemas.openxmlformats.org/officeDocument/2006/relationships/image" Target="../media/image289.svg"/><Relationship Id="rId44" Type="http://schemas.openxmlformats.org/officeDocument/2006/relationships/image" Target="../media/image214.png"/><Relationship Id="rId60" Type="http://schemas.openxmlformats.org/officeDocument/2006/relationships/image" Target="../media/image230.png"/><Relationship Id="rId65" Type="http://schemas.openxmlformats.org/officeDocument/2006/relationships/image" Target="../media/image235.svg"/><Relationship Id="rId81" Type="http://schemas.openxmlformats.org/officeDocument/2006/relationships/image" Target="../media/image251.svg"/><Relationship Id="rId86" Type="http://schemas.openxmlformats.org/officeDocument/2006/relationships/image" Target="../media/image256.png"/><Relationship Id="rId4" Type="http://schemas.openxmlformats.org/officeDocument/2006/relationships/image" Target="../media/image174.png"/><Relationship Id="rId9" Type="http://schemas.openxmlformats.org/officeDocument/2006/relationships/image" Target="../media/image179.svg"/><Relationship Id="rId13" Type="http://schemas.openxmlformats.org/officeDocument/2006/relationships/image" Target="../media/image183.svg"/><Relationship Id="rId18" Type="http://schemas.openxmlformats.org/officeDocument/2006/relationships/image" Target="../media/image188.png"/><Relationship Id="rId39" Type="http://schemas.openxmlformats.org/officeDocument/2006/relationships/image" Target="../media/image209.svg"/><Relationship Id="rId109" Type="http://schemas.openxmlformats.org/officeDocument/2006/relationships/image" Target="../media/image279.svg"/><Relationship Id="rId34" Type="http://schemas.openxmlformats.org/officeDocument/2006/relationships/image" Target="../media/image204.png"/><Relationship Id="rId50" Type="http://schemas.openxmlformats.org/officeDocument/2006/relationships/image" Target="../media/image220.png"/><Relationship Id="rId55" Type="http://schemas.openxmlformats.org/officeDocument/2006/relationships/image" Target="../media/image225.svg"/><Relationship Id="rId76" Type="http://schemas.openxmlformats.org/officeDocument/2006/relationships/image" Target="../media/image246.png"/><Relationship Id="rId97" Type="http://schemas.openxmlformats.org/officeDocument/2006/relationships/image" Target="../media/image267.svg"/><Relationship Id="rId104" Type="http://schemas.openxmlformats.org/officeDocument/2006/relationships/image" Target="../media/image274.png"/><Relationship Id="rId120" Type="http://schemas.openxmlformats.org/officeDocument/2006/relationships/image" Target="../media/image290.png"/><Relationship Id="rId7" Type="http://schemas.openxmlformats.org/officeDocument/2006/relationships/image" Target="../media/image177.svg"/><Relationship Id="rId71" Type="http://schemas.openxmlformats.org/officeDocument/2006/relationships/image" Target="../media/image241.svg"/><Relationship Id="rId92" Type="http://schemas.openxmlformats.org/officeDocument/2006/relationships/image" Target="../media/image262.png"/><Relationship Id="rId2" Type="http://schemas.openxmlformats.org/officeDocument/2006/relationships/image" Target="../media/image172.png"/><Relationship Id="rId29" Type="http://schemas.openxmlformats.org/officeDocument/2006/relationships/image" Target="../media/image199.svg"/><Relationship Id="rId24" Type="http://schemas.openxmlformats.org/officeDocument/2006/relationships/image" Target="../media/image194.png"/><Relationship Id="rId40" Type="http://schemas.openxmlformats.org/officeDocument/2006/relationships/image" Target="../media/image210.png"/><Relationship Id="rId45" Type="http://schemas.openxmlformats.org/officeDocument/2006/relationships/image" Target="../media/image215.svg"/><Relationship Id="rId66" Type="http://schemas.openxmlformats.org/officeDocument/2006/relationships/image" Target="../media/image236.png"/><Relationship Id="rId87" Type="http://schemas.openxmlformats.org/officeDocument/2006/relationships/image" Target="../media/image257.svg"/><Relationship Id="rId110" Type="http://schemas.openxmlformats.org/officeDocument/2006/relationships/image" Target="../media/image280.png"/><Relationship Id="rId115" Type="http://schemas.openxmlformats.org/officeDocument/2006/relationships/image" Target="../media/image285.svg"/><Relationship Id="rId61" Type="http://schemas.openxmlformats.org/officeDocument/2006/relationships/image" Target="../media/image231.svg"/><Relationship Id="rId82" Type="http://schemas.openxmlformats.org/officeDocument/2006/relationships/image" Target="../media/image252.png"/><Relationship Id="rId19" Type="http://schemas.openxmlformats.org/officeDocument/2006/relationships/image" Target="../media/image189.svg"/><Relationship Id="rId14" Type="http://schemas.openxmlformats.org/officeDocument/2006/relationships/image" Target="../media/image184.png"/><Relationship Id="rId30" Type="http://schemas.openxmlformats.org/officeDocument/2006/relationships/image" Target="../media/image200.png"/><Relationship Id="rId35" Type="http://schemas.openxmlformats.org/officeDocument/2006/relationships/image" Target="../media/image205.svg"/><Relationship Id="rId56" Type="http://schemas.openxmlformats.org/officeDocument/2006/relationships/image" Target="../media/image226.png"/><Relationship Id="rId77" Type="http://schemas.openxmlformats.org/officeDocument/2006/relationships/image" Target="../media/image247.svg"/><Relationship Id="rId100" Type="http://schemas.openxmlformats.org/officeDocument/2006/relationships/image" Target="../media/image270.png"/><Relationship Id="rId105" Type="http://schemas.openxmlformats.org/officeDocument/2006/relationships/image" Target="../media/image275.svg"/><Relationship Id="rId8" Type="http://schemas.openxmlformats.org/officeDocument/2006/relationships/image" Target="../media/image178.png"/><Relationship Id="rId51" Type="http://schemas.openxmlformats.org/officeDocument/2006/relationships/image" Target="../media/image221.svg"/><Relationship Id="rId72" Type="http://schemas.openxmlformats.org/officeDocument/2006/relationships/image" Target="../media/image242.png"/><Relationship Id="rId93" Type="http://schemas.openxmlformats.org/officeDocument/2006/relationships/image" Target="../media/image263.svg"/><Relationship Id="rId98" Type="http://schemas.openxmlformats.org/officeDocument/2006/relationships/image" Target="../media/image268.png"/><Relationship Id="rId121" Type="http://schemas.openxmlformats.org/officeDocument/2006/relationships/image" Target="../media/image291.svg"/><Relationship Id="rId3" Type="http://schemas.openxmlformats.org/officeDocument/2006/relationships/image" Target="../media/image173.svg"/><Relationship Id="rId25" Type="http://schemas.openxmlformats.org/officeDocument/2006/relationships/image" Target="../media/image195.svg"/><Relationship Id="rId46" Type="http://schemas.openxmlformats.org/officeDocument/2006/relationships/image" Target="../media/image216.png"/><Relationship Id="rId67" Type="http://schemas.openxmlformats.org/officeDocument/2006/relationships/image" Target="../media/image237.svg"/><Relationship Id="rId116" Type="http://schemas.openxmlformats.org/officeDocument/2006/relationships/image" Target="../media/image286.png"/><Relationship Id="rId20" Type="http://schemas.openxmlformats.org/officeDocument/2006/relationships/image" Target="../media/image190.png"/><Relationship Id="rId41" Type="http://schemas.openxmlformats.org/officeDocument/2006/relationships/image" Target="../media/image211.svg"/><Relationship Id="rId62" Type="http://schemas.openxmlformats.org/officeDocument/2006/relationships/image" Target="../media/image232.png"/><Relationship Id="rId83" Type="http://schemas.openxmlformats.org/officeDocument/2006/relationships/image" Target="../media/image253.svg"/><Relationship Id="rId88" Type="http://schemas.openxmlformats.org/officeDocument/2006/relationships/image" Target="../media/image258.png"/><Relationship Id="rId111" Type="http://schemas.openxmlformats.org/officeDocument/2006/relationships/image" Target="../media/image281.svg"/><Relationship Id="rId15" Type="http://schemas.openxmlformats.org/officeDocument/2006/relationships/image" Target="../media/image185.svg"/><Relationship Id="rId36" Type="http://schemas.openxmlformats.org/officeDocument/2006/relationships/image" Target="../media/image206.png"/><Relationship Id="rId57" Type="http://schemas.openxmlformats.org/officeDocument/2006/relationships/image" Target="../media/image227.svg"/><Relationship Id="rId106" Type="http://schemas.openxmlformats.org/officeDocument/2006/relationships/image" Target="../media/image276.png"/><Relationship Id="rId10" Type="http://schemas.openxmlformats.org/officeDocument/2006/relationships/image" Target="../media/image180.png"/><Relationship Id="rId31" Type="http://schemas.openxmlformats.org/officeDocument/2006/relationships/image" Target="../media/image201.svg"/><Relationship Id="rId52" Type="http://schemas.openxmlformats.org/officeDocument/2006/relationships/image" Target="../media/image222.png"/><Relationship Id="rId73" Type="http://schemas.openxmlformats.org/officeDocument/2006/relationships/image" Target="../media/image243.svg"/><Relationship Id="rId78" Type="http://schemas.openxmlformats.org/officeDocument/2006/relationships/image" Target="../media/image248.png"/><Relationship Id="rId94" Type="http://schemas.openxmlformats.org/officeDocument/2006/relationships/image" Target="../media/image264.png"/><Relationship Id="rId99" Type="http://schemas.openxmlformats.org/officeDocument/2006/relationships/image" Target="../media/image269.svg"/><Relationship Id="rId101" Type="http://schemas.openxmlformats.org/officeDocument/2006/relationships/image" Target="../media/image271.sv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298.png"/><Relationship Id="rId13" Type="http://schemas.openxmlformats.org/officeDocument/2006/relationships/image" Target="../media/image303.svg"/><Relationship Id="rId18" Type="http://schemas.openxmlformats.org/officeDocument/2006/relationships/image" Target="../media/image308.png"/><Relationship Id="rId3" Type="http://schemas.openxmlformats.org/officeDocument/2006/relationships/image" Target="../media/image293.svg"/><Relationship Id="rId21" Type="http://schemas.openxmlformats.org/officeDocument/2006/relationships/image" Target="../media/image311.svg"/><Relationship Id="rId7" Type="http://schemas.openxmlformats.org/officeDocument/2006/relationships/image" Target="../media/image297.svg"/><Relationship Id="rId12" Type="http://schemas.openxmlformats.org/officeDocument/2006/relationships/image" Target="../media/image302.png"/><Relationship Id="rId17" Type="http://schemas.openxmlformats.org/officeDocument/2006/relationships/image" Target="../media/image307.svg"/><Relationship Id="rId2" Type="http://schemas.openxmlformats.org/officeDocument/2006/relationships/image" Target="../media/image292.png"/><Relationship Id="rId16" Type="http://schemas.openxmlformats.org/officeDocument/2006/relationships/image" Target="../media/image306.png"/><Relationship Id="rId20" Type="http://schemas.openxmlformats.org/officeDocument/2006/relationships/image" Target="../media/image310.png"/><Relationship Id="rId1" Type="http://schemas.openxmlformats.org/officeDocument/2006/relationships/slideMaster" Target="../slideMasters/slideMaster7.xml"/><Relationship Id="rId6" Type="http://schemas.openxmlformats.org/officeDocument/2006/relationships/image" Target="../media/image296.png"/><Relationship Id="rId11" Type="http://schemas.openxmlformats.org/officeDocument/2006/relationships/image" Target="../media/image301.svg"/><Relationship Id="rId5" Type="http://schemas.openxmlformats.org/officeDocument/2006/relationships/image" Target="../media/image295.svg"/><Relationship Id="rId15" Type="http://schemas.openxmlformats.org/officeDocument/2006/relationships/image" Target="../media/image305.svg"/><Relationship Id="rId10" Type="http://schemas.openxmlformats.org/officeDocument/2006/relationships/image" Target="../media/image300.png"/><Relationship Id="rId19" Type="http://schemas.openxmlformats.org/officeDocument/2006/relationships/image" Target="../media/image309.svg"/><Relationship Id="rId4" Type="http://schemas.openxmlformats.org/officeDocument/2006/relationships/image" Target="../media/image294.png"/><Relationship Id="rId9" Type="http://schemas.openxmlformats.org/officeDocument/2006/relationships/image" Target="../media/image299.svg"/><Relationship Id="rId14" Type="http://schemas.openxmlformats.org/officeDocument/2006/relationships/image" Target="../media/image30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title">
    <p:spTree>
      <p:nvGrpSpPr>
        <p:cNvPr id="1" name=""/>
        <p:cNvGrpSpPr/>
        <p:nvPr/>
      </p:nvGrpSpPr>
      <p:grpSpPr>
        <a:xfrm>
          <a:off x="0" y="0"/>
          <a:ext cx="0" cy="0"/>
          <a:chOff x="0" y="0"/>
          <a:chExt cx="0" cy="0"/>
        </a:xfrm>
      </p:grpSpPr>
      <p:sp>
        <p:nvSpPr>
          <p:cNvPr id="16" name="Vrije vorm: vorm 15">
            <a:extLst>
              <a:ext uri="{FF2B5EF4-FFF2-40B4-BE49-F238E27FC236}">
                <a16:creationId xmlns:a16="http://schemas.microsoft.com/office/drawing/2014/main" id="{4A604E13-2276-D5DE-3D58-6EFB8E3967FB}"/>
              </a:ext>
            </a:extLst>
          </p:cNvPr>
          <p:cNvSpPr/>
          <p:nvPr/>
        </p:nvSpPr>
        <p:spPr>
          <a:xfrm>
            <a:off x="9907168" y="4571974"/>
            <a:ext cx="2286025" cy="2286025"/>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rgbClr val="00A143"/>
          </a:solidFill>
          <a:ln w="0" cap="flat">
            <a:noFill/>
            <a:prstDash val="solid"/>
            <a:miter/>
          </a:ln>
        </p:spPr>
        <p:txBody>
          <a:bodyPr rtlCol="0" anchor="ctr"/>
          <a:lstStyle/>
          <a:p>
            <a:endParaRPr lang="nl-NL"/>
          </a:p>
        </p:txBody>
      </p:sp>
      <p:sp>
        <p:nvSpPr>
          <p:cNvPr id="17" name="Vrije vorm: vorm 16">
            <a:extLst>
              <a:ext uri="{FF2B5EF4-FFF2-40B4-BE49-F238E27FC236}">
                <a16:creationId xmlns:a16="http://schemas.microsoft.com/office/drawing/2014/main" id="{50B16225-2A86-355A-C1EF-3C85ECF0C92D}"/>
              </a:ext>
            </a:extLst>
          </p:cNvPr>
          <p:cNvSpPr/>
          <p:nvPr/>
        </p:nvSpPr>
        <p:spPr>
          <a:xfrm rot="2700000">
            <a:off x="10241950" y="2620808"/>
            <a:ext cx="1616456" cy="1616456"/>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4"/>
          </a:solidFill>
          <a:ln w="0" cap="flat">
            <a:noFill/>
            <a:prstDash val="solid"/>
            <a:miter/>
          </a:ln>
        </p:spPr>
        <p:txBody>
          <a:bodyPr rtlCol="0" anchor="ctr"/>
          <a:lstStyle/>
          <a:p>
            <a:endParaRPr lang="nl-NL"/>
          </a:p>
        </p:txBody>
      </p:sp>
      <p:sp>
        <p:nvSpPr>
          <p:cNvPr id="18" name="Vrije vorm: vorm 17">
            <a:extLst>
              <a:ext uri="{FF2B5EF4-FFF2-40B4-BE49-F238E27FC236}">
                <a16:creationId xmlns:a16="http://schemas.microsoft.com/office/drawing/2014/main" id="{5FAC88EB-12CC-AF74-3DA4-9849EEE0EF7A}"/>
              </a:ext>
            </a:extLst>
          </p:cNvPr>
          <p:cNvSpPr/>
          <p:nvPr/>
        </p:nvSpPr>
        <p:spPr>
          <a:xfrm>
            <a:off x="7621143" y="2285707"/>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932E4208-D2A2-676D-678E-A1239FD82EAD}"/>
              </a:ext>
            </a:extLst>
          </p:cNvPr>
          <p:cNvSpPr/>
          <p:nvPr/>
        </p:nvSpPr>
        <p:spPr>
          <a:xfrm>
            <a:off x="7621143" y="0"/>
            <a:ext cx="2286025" cy="2286025"/>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rgbClr val="00A3A6"/>
          </a:solidFill>
          <a:ln w="0" cap="flat">
            <a:noFill/>
            <a:prstDash val="solid"/>
            <a:miter/>
          </a:ln>
        </p:spPr>
        <p:txBody>
          <a:bodyPr rtlCol="0" anchor="ctr"/>
          <a:lstStyle/>
          <a:p>
            <a:endParaRPr lang="nl-NL"/>
          </a:p>
        </p:txBody>
      </p:sp>
      <p:sp>
        <p:nvSpPr>
          <p:cNvPr id="21" name="Vrije vorm: vorm 20">
            <a:extLst>
              <a:ext uri="{FF2B5EF4-FFF2-40B4-BE49-F238E27FC236}">
                <a16:creationId xmlns:a16="http://schemas.microsoft.com/office/drawing/2014/main" id="{D8982F97-2479-6D1B-B7A0-953536834A38}"/>
              </a:ext>
            </a:extLst>
          </p:cNvPr>
          <p:cNvSpPr/>
          <p:nvPr/>
        </p:nvSpPr>
        <p:spPr>
          <a:xfrm>
            <a:off x="7621143" y="4571746"/>
            <a:ext cx="2286024" cy="1143012"/>
          </a:xfrm>
          <a:custGeom>
            <a:avLst/>
            <a:gdLst>
              <a:gd name="connsiteX0" fmla="*/ 2286025 w 2286024"/>
              <a:gd name="connsiteY0" fmla="*/ 1143012 h 1143012"/>
              <a:gd name="connsiteX1" fmla="*/ 0 w 2286024"/>
              <a:gd name="connsiteY1" fmla="*/ 1143012 h 1143012"/>
              <a:gd name="connsiteX2" fmla="*/ 1143012 w 2286024"/>
              <a:gd name="connsiteY2" fmla="*/ 0 h 1143012"/>
              <a:gd name="connsiteX3" fmla="*/ 2286025 w 2286024"/>
              <a:gd name="connsiteY3" fmla="*/ 1143012 h 1143012"/>
            </a:gdLst>
            <a:ahLst/>
            <a:cxnLst>
              <a:cxn ang="0">
                <a:pos x="connsiteX0" y="connsiteY0"/>
              </a:cxn>
              <a:cxn ang="0">
                <a:pos x="connsiteX1" y="connsiteY1"/>
              </a:cxn>
              <a:cxn ang="0">
                <a:pos x="connsiteX2" y="connsiteY2"/>
              </a:cxn>
              <a:cxn ang="0">
                <a:pos x="connsiteX3" y="connsiteY3"/>
              </a:cxn>
            </a:cxnLst>
            <a:rect l="l" t="t" r="r" b="b"/>
            <a:pathLst>
              <a:path w="2286024" h="1143012">
                <a:moveTo>
                  <a:pt x="2286025" y="1143012"/>
                </a:moveTo>
                <a:lnTo>
                  <a:pt x="0" y="1143012"/>
                </a:lnTo>
                <a:cubicBezTo>
                  <a:pt x="0" y="511772"/>
                  <a:pt x="511784" y="0"/>
                  <a:pt x="1143012" y="0"/>
                </a:cubicBezTo>
                <a:cubicBezTo>
                  <a:pt x="1774241" y="0"/>
                  <a:pt x="2286025" y="511772"/>
                  <a:pt x="2286025" y="1143012"/>
                </a:cubicBezTo>
                <a:close/>
              </a:path>
            </a:pathLst>
          </a:custGeom>
          <a:solidFill>
            <a:srgbClr val="EE641C"/>
          </a:solidFill>
          <a:ln w="0" cap="flat">
            <a:noFill/>
            <a:prstDash val="solid"/>
            <a:miter/>
          </a:ln>
        </p:spPr>
        <p:txBody>
          <a:bodyPr rtlCol="0" anchor="ctr"/>
          <a:lstStyle/>
          <a:p>
            <a:endParaRPr lang="nl-NL"/>
          </a:p>
        </p:txBody>
      </p:sp>
      <p:sp>
        <p:nvSpPr>
          <p:cNvPr id="22" name="Vrije vorm: vorm 21">
            <a:extLst>
              <a:ext uri="{FF2B5EF4-FFF2-40B4-BE49-F238E27FC236}">
                <a16:creationId xmlns:a16="http://schemas.microsoft.com/office/drawing/2014/main" id="{B2D793A6-2CFD-8B8D-9624-10E6E7FB2A1D}"/>
              </a:ext>
            </a:extLst>
          </p:cNvPr>
          <p:cNvSpPr/>
          <p:nvPr/>
        </p:nvSpPr>
        <p:spPr>
          <a:xfrm>
            <a:off x="9907168" y="1142451"/>
            <a:ext cx="2286025" cy="1143015"/>
          </a:xfrm>
          <a:custGeom>
            <a:avLst/>
            <a:gdLst>
              <a:gd name="connsiteX0" fmla="*/ 0 w 2286025"/>
              <a:gd name="connsiteY0" fmla="*/ 1143015 h 1143015"/>
              <a:gd name="connsiteX1" fmla="*/ 2286026 w 2286025"/>
              <a:gd name="connsiteY1" fmla="*/ 1143015 h 1143015"/>
              <a:gd name="connsiteX2" fmla="*/ 1143013 w 2286025"/>
              <a:gd name="connsiteY2" fmla="*/ 0 h 1143015"/>
              <a:gd name="connsiteX3" fmla="*/ 0 w 2286025"/>
              <a:gd name="connsiteY3" fmla="*/ 1143015 h 1143015"/>
            </a:gdLst>
            <a:ahLst/>
            <a:cxnLst>
              <a:cxn ang="0">
                <a:pos x="connsiteX0" y="connsiteY0"/>
              </a:cxn>
              <a:cxn ang="0">
                <a:pos x="connsiteX1" y="connsiteY1"/>
              </a:cxn>
              <a:cxn ang="0">
                <a:pos x="connsiteX2" y="connsiteY2"/>
              </a:cxn>
              <a:cxn ang="0">
                <a:pos x="connsiteX3" y="connsiteY3"/>
              </a:cxn>
            </a:cxnLst>
            <a:rect l="l" t="t" r="r" b="b"/>
            <a:pathLst>
              <a:path w="2286025" h="1143015">
                <a:moveTo>
                  <a:pt x="0" y="1143015"/>
                </a:moveTo>
                <a:lnTo>
                  <a:pt x="2286026" y="1143015"/>
                </a:lnTo>
                <a:lnTo>
                  <a:pt x="1143013" y="0"/>
                </a:lnTo>
                <a:lnTo>
                  <a:pt x="0" y="1143015"/>
                </a:lnTo>
                <a:close/>
              </a:path>
            </a:pathLst>
          </a:custGeom>
          <a:solidFill>
            <a:srgbClr val="FBB70C"/>
          </a:solidFill>
          <a:ln w="0" cap="flat">
            <a:noFill/>
            <a:prstDash val="solid"/>
            <a:miter/>
          </a:ln>
        </p:spPr>
        <p:txBody>
          <a:bodyPr rtlCol="0" anchor="ctr"/>
          <a:lstStyle/>
          <a:p>
            <a:endParaRPr lang="nl-NL"/>
          </a:p>
        </p:txBody>
      </p:sp>
      <p:pic>
        <p:nvPicPr>
          <p:cNvPr id="14" name="Graphic 13">
            <a:extLst>
              <a:ext uri="{FF2B5EF4-FFF2-40B4-BE49-F238E27FC236}">
                <a16:creationId xmlns:a16="http://schemas.microsoft.com/office/drawing/2014/main" id="{41CC6DF8-10D5-107D-4D76-E2F385D506C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1995" y="288000"/>
            <a:ext cx="914400" cy="485775"/>
          </a:xfrm>
          <a:prstGeom prst="rect">
            <a:avLst/>
          </a:prstGeom>
        </p:spPr>
      </p:pic>
      <p:sp>
        <p:nvSpPr>
          <p:cNvPr id="2" name="Picture Placeholder 342">
            <a:extLst>
              <a:ext uri="{FF2B5EF4-FFF2-40B4-BE49-F238E27FC236}">
                <a16:creationId xmlns:a16="http://schemas.microsoft.com/office/drawing/2014/main" id="{82DA0CE5-4C38-A013-901C-FB99DB1B1C8D}"/>
              </a:ext>
            </a:extLst>
          </p:cNvPr>
          <p:cNvSpPr>
            <a:spLocks noGrp="1"/>
          </p:cNvSpPr>
          <p:nvPr>
            <p:ph type="pic" sz="quarter" idx="13"/>
          </p:nvPr>
        </p:nvSpPr>
        <p:spPr>
          <a:xfrm>
            <a:off x="7293429" y="0"/>
            <a:ext cx="4898571" cy="6858000"/>
          </a:xfrm>
          <a:prstGeom prst="rect">
            <a:avLst/>
          </a:prstGeom>
        </p:spPr>
        <p:txBody>
          <a:bodyPr/>
          <a:lstStyle/>
          <a:p>
            <a:r>
              <a:rPr lang="en-US"/>
              <a:t>Click icon to add picture</a:t>
            </a:r>
            <a:endParaRPr lang="en-BE"/>
          </a:p>
        </p:txBody>
      </p:sp>
      <p:sp>
        <p:nvSpPr>
          <p:cNvPr id="4" name="Title 1">
            <a:extLst>
              <a:ext uri="{FF2B5EF4-FFF2-40B4-BE49-F238E27FC236}">
                <a16:creationId xmlns:a16="http://schemas.microsoft.com/office/drawing/2014/main" id="{707B48C2-E188-B2EB-7A42-59DE727DD3D1}"/>
              </a:ext>
            </a:extLst>
          </p:cNvPr>
          <p:cNvSpPr>
            <a:spLocks noGrp="1"/>
          </p:cNvSpPr>
          <p:nvPr>
            <p:ph type="title" hasCustomPrompt="1"/>
          </p:nvPr>
        </p:nvSpPr>
        <p:spPr>
          <a:xfrm>
            <a:off x="791996" y="2206486"/>
            <a:ext cx="5616000" cy="1959415"/>
          </a:xfrm>
          <a:prstGeom prst="rect">
            <a:avLst/>
          </a:prstGeom>
        </p:spPr>
        <p:txBody>
          <a:bodyPr anchor="b">
            <a:normAutofit/>
          </a:bodyPr>
          <a:lstStyle>
            <a:lvl1pPr>
              <a:defRPr sz="4600" b="1">
                <a:solidFill>
                  <a:schemeClr val="tx2"/>
                </a:solidFill>
                <a:latin typeface="+mj-lt"/>
                <a:cs typeface="Arial" panose="020B0604020202020204" pitchFamily="34" charset="0"/>
              </a:defRPr>
            </a:lvl1pPr>
          </a:lstStyle>
          <a:p>
            <a:r>
              <a:rPr lang="en-US" dirty="0"/>
              <a:t>Title</a:t>
            </a:r>
          </a:p>
        </p:txBody>
      </p:sp>
      <p:sp>
        <p:nvSpPr>
          <p:cNvPr id="5" name="Tijdelijke aanduiding voor tekst 26">
            <a:extLst>
              <a:ext uri="{FF2B5EF4-FFF2-40B4-BE49-F238E27FC236}">
                <a16:creationId xmlns:a16="http://schemas.microsoft.com/office/drawing/2014/main" id="{8756094A-B02C-E5C7-59A4-7F504D59DDA4}"/>
              </a:ext>
            </a:extLst>
          </p:cNvPr>
          <p:cNvSpPr>
            <a:spLocks noGrp="1"/>
          </p:cNvSpPr>
          <p:nvPr>
            <p:ph type="body" sz="quarter" idx="10" hasCustomPrompt="1"/>
          </p:nvPr>
        </p:nvSpPr>
        <p:spPr>
          <a:xfrm>
            <a:off x="791996" y="6189582"/>
            <a:ext cx="5616000" cy="386534"/>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Date</a:t>
            </a:r>
          </a:p>
        </p:txBody>
      </p:sp>
      <p:sp>
        <p:nvSpPr>
          <p:cNvPr id="6" name="Text Placeholder 2">
            <a:extLst>
              <a:ext uri="{FF2B5EF4-FFF2-40B4-BE49-F238E27FC236}">
                <a16:creationId xmlns:a16="http://schemas.microsoft.com/office/drawing/2014/main" id="{3AD12AD0-8108-1393-BC16-265984DF97F3}"/>
              </a:ext>
            </a:extLst>
          </p:cNvPr>
          <p:cNvSpPr>
            <a:spLocks noGrp="1"/>
          </p:cNvSpPr>
          <p:nvPr>
            <p:ph type="body" sz="quarter" idx="11" hasCustomPrompt="1"/>
          </p:nvPr>
        </p:nvSpPr>
        <p:spPr>
          <a:xfrm>
            <a:off x="792163" y="5035550"/>
            <a:ext cx="5616575" cy="969963"/>
          </a:xfrm>
          <a:prstGeom prst="rect">
            <a:avLst/>
          </a:prstGeom>
        </p:spPr>
        <p:txBody>
          <a:bodyPr/>
          <a:lstStyle>
            <a:lvl1pPr marL="0" indent="0">
              <a:buNone/>
              <a:defRPr sz="2400" i="1"/>
            </a:lvl1pPr>
          </a:lstStyle>
          <a:p>
            <a:pPr lvl="0"/>
            <a:r>
              <a:rPr lang="en-US" dirty="0"/>
              <a:t>Name</a:t>
            </a:r>
            <a:endParaRPr lang="en-BE"/>
          </a:p>
        </p:txBody>
      </p:sp>
      <p:sp>
        <p:nvSpPr>
          <p:cNvPr id="7" name="Text Placeholder 13">
            <a:extLst>
              <a:ext uri="{FF2B5EF4-FFF2-40B4-BE49-F238E27FC236}">
                <a16:creationId xmlns:a16="http://schemas.microsoft.com/office/drawing/2014/main" id="{30A98F02-C1F0-0EA5-9258-075410C762FB}"/>
              </a:ext>
            </a:extLst>
          </p:cNvPr>
          <p:cNvSpPr>
            <a:spLocks noGrp="1"/>
          </p:cNvSpPr>
          <p:nvPr>
            <p:ph type="body" sz="quarter" idx="14" hasCustomPrompt="1"/>
          </p:nvPr>
        </p:nvSpPr>
        <p:spPr>
          <a:xfrm>
            <a:off x="791997" y="4267200"/>
            <a:ext cx="5616742" cy="695325"/>
          </a:xfrm>
          <a:prstGeom prst="rect">
            <a:avLst/>
          </a:prstGeom>
        </p:spPr>
        <p:txBody>
          <a:bodyPr>
            <a:normAutofit/>
          </a:bodyPr>
          <a:lstStyle>
            <a:lvl1pPr marL="0" indent="0">
              <a:buNone/>
              <a:defRPr sz="2800">
                <a:solidFill>
                  <a:schemeClr val="tx1"/>
                </a:solidFill>
                <a:latin typeface="+mj-lt"/>
              </a:defRPr>
            </a:lvl1pPr>
          </a:lstStyle>
          <a:p>
            <a:pPr lvl="0"/>
            <a:r>
              <a:rPr lang="en-US" dirty="0"/>
              <a:t>Subtitle</a:t>
            </a:r>
            <a:endParaRPr lang="en-BE"/>
          </a:p>
        </p:txBody>
      </p:sp>
    </p:spTree>
    <p:extLst>
      <p:ext uri="{BB962C8B-B14F-4D97-AF65-F5344CB8AC3E}">
        <p14:creationId xmlns:p14="http://schemas.microsoft.com/office/powerpoint/2010/main" val="1950852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ark title">
    <p:bg>
      <p:bgRef idx="1001">
        <a:schemeClr val="bg1"/>
      </p:bgRef>
    </p:bg>
    <p:spTree>
      <p:nvGrpSpPr>
        <p:cNvPr id="1" name=""/>
        <p:cNvGrpSpPr/>
        <p:nvPr/>
      </p:nvGrpSpPr>
      <p:grpSpPr>
        <a:xfrm>
          <a:off x="0" y="0"/>
          <a:ext cx="0" cy="0"/>
          <a:chOff x="0" y="0"/>
          <a:chExt cx="0" cy="0"/>
        </a:xfrm>
      </p:grpSpPr>
      <p:sp>
        <p:nvSpPr>
          <p:cNvPr id="10" name="Vrije vorm: vorm 9">
            <a:extLst>
              <a:ext uri="{FF2B5EF4-FFF2-40B4-BE49-F238E27FC236}">
                <a16:creationId xmlns:a16="http://schemas.microsoft.com/office/drawing/2014/main" id="{052EB2AD-0448-9FA2-2FA3-F449EC1693EF}"/>
              </a:ext>
            </a:extLst>
          </p:cNvPr>
          <p:cNvSpPr/>
          <p:nvPr/>
        </p:nvSpPr>
        <p:spPr>
          <a:xfrm rot="13500000">
            <a:off x="7955931" y="3763779"/>
            <a:ext cx="1616455" cy="1616455"/>
          </a:xfrm>
          <a:custGeom>
            <a:avLst/>
            <a:gdLst>
              <a:gd name="connsiteX0" fmla="*/ 0 w 1616455"/>
              <a:gd name="connsiteY0" fmla="*/ 0 h 1616455"/>
              <a:gd name="connsiteX1" fmla="*/ 1616455 w 1616455"/>
              <a:gd name="connsiteY1" fmla="*/ 0 h 1616455"/>
              <a:gd name="connsiteX2" fmla="*/ 1616455 w 1616455"/>
              <a:gd name="connsiteY2" fmla="*/ 1616455 h 1616455"/>
              <a:gd name="connsiteX3" fmla="*/ 0 w 1616455"/>
              <a:gd name="connsiteY3" fmla="*/ 1616455 h 1616455"/>
            </a:gdLst>
            <a:ahLst/>
            <a:cxnLst>
              <a:cxn ang="0">
                <a:pos x="connsiteX0" y="connsiteY0"/>
              </a:cxn>
              <a:cxn ang="0">
                <a:pos x="connsiteX1" y="connsiteY1"/>
              </a:cxn>
              <a:cxn ang="0">
                <a:pos x="connsiteX2" y="connsiteY2"/>
              </a:cxn>
              <a:cxn ang="0">
                <a:pos x="connsiteX3" y="connsiteY3"/>
              </a:cxn>
            </a:cxnLst>
            <a:rect l="l" t="t" r="r" b="b"/>
            <a:pathLst>
              <a:path w="1616455" h="1616455">
                <a:moveTo>
                  <a:pt x="0" y="0"/>
                </a:moveTo>
                <a:lnTo>
                  <a:pt x="1616455" y="0"/>
                </a:lnTo>
                <a:lnTo>
                  <a:pt x="1616455" y="1616455"/>
                </a:lnTo>
                <a:lnTo>
                  <a:pt x="0" y="1616455"/>
                </a:lnTo>
                <a:close/>
              </a:path>
            </a:pathLst>
          </a:custGeom>
          <a:solidFill>
            <a:srgbClr val="EE641C"/>
          </a:solidFill>
          <a:ln w="0"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FC85976D-EE45-AE2D-287E-345B5F157F96}"/>
              </a:ext>
            </a:extLst>
          </p:cNvPr>
          <p:cNvSpPr/>
          <p:nvPr/>
        </p:nvSpPr>
        <p:spPr>
          <a:xfrm>
            <a:off x="7621148" y="2286742"/>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68398E"/>
          </a:solidFill>
          <a:ln w="0" cap="flat">
            <a:noFill/>
            <a:prstDash val="solid"/>
            <a:miter/>
          </a:ln>
        </p:spPr>
        <p:txBody>
          <a:bodyPr rtlCol="0" anchor="ctr"/>
          <a:lstStyle/>
          <a:p>
            <a:endParaRPr lang="nl-NL"/>
          </a:p>
        </p:txBody>
      </p:sp>
      <p:sp>
        <p:nvSpPr>
          <p:cNvPr id="15" name="Vrije vorm: vorm 14">
            <a:extLst>
              <a:ext uri="{FF2B5EF4-FFF2-40B4-BE49-F238E27FC236}">
                <a16:creationId xmlns:a16="http://schemas.microsoft.com/office/drawing/2014/main" id="{5CB21A53-6FB1-525B-E4F0-F59E8EDA975E}"/>
              </a:ext>
            </a:extLst>
          </p:cNvPr>
          <p:cNvSpPr/>
          <p:nvPr/>
        </p:nvSpPr>
        <p:spPr>
          <a:xfrm>
            <a:off x="7621148" y="0"/>
            <a:ext cx="2286025" cy="2286025"/>
          </a:xfrm>
          <a:custGeom>
            <a:avLst/>
            <a:gdLst>
              <a:gd name="connsiteX0" fmla="*/ 2286026 w 2286025"/>
              <a:gd name="connsiteY0" fmla="*/ 1143013 h 2286025"/>
              <a:gd name="connsiteX1" fmla="*/ 1143012 w 2286025"/>
              <a:gd name="connsiteY1" fmla="*/ 2286026 h 2286025"/>
              <a:gd name="connsiteX2" fmla="*/ -1 w 2286025"/>
              <a:gd name="connsiteY2" fmla="*/ 1143013 h 2286025"/>
              <a:gd name="connsiteX3" fmla="*/ 1143012 w 2286025"/>
              <a:gd name="connsiteY3" fmla="*/ 0 h 2286025"/>
              <a:gd name="connsiteX4" fmla="*/ 2286026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6" y="1143013"/>
                </a:moveTo>
                <a:cubicBezTo>
                  <a:pt x="2286026" y="1774282"/>
                  <a:pt x="1774282" y="2286026"/>
                  <a:pt x="1143012" y="2286026"/>
                </a:cubicBezTo>
                <a:cubicBezTo>
                  <a:pt x="511744" y="2286026"/>
                  <a:pt x="-1" y="1774282"/>
                  <a:pt x="-1" y="1143013"/>
                </a:cubicBezTo>
                <a:cubicBezTo>
                  <a:pt x="-1" y="511744"/>
                  <a:pt x="511743" y="0"/>
                  <a:pt x="1143012" y="0"/>
                </a:cubicBezTo>
                <a:cubicBezTo>
                  <a:pt x="1774281" y="0"/>
                  <a:pt x="2286026" y="511744"/>
                  <a:pt x="2286026" y="1143013"/>
                </a:cubicBezTo>
                <a:close/>
              </a:path>
            </a:pathLst>
          </a:custGeom>
          <a:solidFill>
            <a:srgbClr val="00A3A6"/>
          </a:solidFill>
          <a:ln w="0" cap="flat">
            <a:noFill/>
            <a:prstDash val="solid"/>
            <a:miter/>
          </a:ln>
        </p:spPr>
        <p:txBody>
          <a:bodyPr rtlCol="0" anchor="ctr"/>
          <a:lstStyle/>
          <a:p>
            <a:endParaRPr lang="nl-NL"/>
          </a:p>
        </p:txBody>
      </p:sp>
      <p:sp>
        <p:nvSpPr>
          <p:cNvPr id="23" name="Vrije vorm: vorm 22">
            <a:extLst>
              <a:ext uri="{FF2B5EF4-FFF2-40B4-BE49-F238E27FC236}">
                <a16:creationId xmlns:a16="http://schemas.microsoft.com/office/drawing/2014/main" id="{7835CE72-ED67-FFB3-4AF2-B219E802D267}"/>
              </a:ext>
            </a:extLst>
          </p:cNvPr>
          <p:cNvSpPr/>
          <p:nvPr/>
        </p:nvSpPr>
        <p:spPr>
          <a:xfrm>
            <a:off x="9907174" y="4571739"/>
            <a:ext cx="2286025" cy="1143013"/>
          </a:xfrm>
          <a:custGeom>
            <a:avLst/>
            <a:gdLst>
              <a:gd name="connsiteX0" fmla="*/ 2286026 w 2286025"/>
              <a:gd name="connsiteY0" fmla="*/ 1143012 h 1143013"/>
              <a:gd name="connsiteX1" fmla="*/ 0 w 2286025"/>
              <a:gd name="connsiteY1" fmla="*/ 1143014 h 1143013"/>
              <a:gd name="connsiteX2" fmla="*/ 1143012 w 2286025"/>
              <a:gd name="connsiteY2" fmla="*/ 0 h 1143013"/>
              <a:gd name="connsiteX3" fmla="*/ 2286026 w 2286025"/>
              <a:gd name="connsiteY3" fmla="*/ 1143012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2"/>
                </a:moveTo>
                <a:lnTo>
                  <a:pt x="0" y="1143014"/>
                </a:lnTo>
                <a:cubicBezTo>
                  <a:pt x="-1" y="511785"/>
                  <a:pt x="511783" y="0"/>
                  <a:pt x="1143012" y="0"/>
                </a:cubicBezTo>
                <a:cubicBezTo>
                  <a:pt x="1774241" y="0"/>
                  <a:pt x="2286026" y="511783"/>
                  <a:pt x="2286026" y="1143012"/>
                </a:cubicBezTo>
                <a:close/>
              </a:path>
            </a:pathLst>
          </a:custGeom>
          <a:solidFill>
            <a:schemeClr val="accent4"/>
          </a:solidFill>
          <a:ln w="0" cap="flat">
            <a:noFill/>
            <a:prstDash val="solid"/>
            <a:miter/>
          </a:ln>
        </p:spPr>
        <p:txBody>
          <a:bodyPr rtlCol="0" anchor="ctr"/>
          <a:lstStyle/>
          <a:p>
            <a:endParaRPr lang="nl-NL"/>
          </a:p>
        </p:txBody>
      </p:sp>
      <p:sp>
        <p:nvSpPr>
          <p:cNvPr id="24" name="Vrije vorm: vorm 23">
            <a:extLst>
              <a:ext uri="{FF2B5EF4-FFF2-40B4-BE49-F238E27FC236}">
                <a16:creationId xmlns:a16="http://schemas.microsoft.com/office/drawing/2014/main" id="{B0FB8D35-F14F-4A1B-A129-BCD790B43475}"/>
              </a:ext>
            </a:extLst>
          </p:cNvPr>
          <p:cNvSpPr/>
          <p:nvPr/>
        </p:nvSpPr>
        <p:spPr>
          <a:xfrm>
            <a:off x="9907174" y="1142451"/>
            <a:ext cx="2286025" cy="1143013"/>
          </a:xfrm>
          <a:custGeom>
            <a:avLst/>
            <a:gdLst>
              <a:gd name="connsiteX0" fmla="*/ 2286026 w 2286025"/>
              <a:gd name="connsiteY0" fmla="*/ 1143013 h 1143013"/>
              <a:gd name="connsiteX1" fmla="*/ 0 w 2286025"/>
              <a:gd name="connsiteY1" fmla="*/ 1143013 h 1143013"/>
              <a:gd name="connsiteX2" fmla="*/ 1143012 w 2286025"/>
              <a:gd name="connsiteY2" fmla="*/ 0 h 1143013"/>
              <a:gd name="connsiteX3" fmla="*/ 2286026 w 2286025"/>
              <a:gd name="connsiteY3" fmla="*/ 1143013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3"/>
                </a:moveTo>
                <a:lnTo>
                  <a:pt x="0" y="1143013"/>
                </a:lnTo>
                <a:cubicBezTo>
                  <a:pt x="-1" y="511784"/>
                  <a:pt x="511784" y="0"/>
                  <a:pt x="1143012" y="0"/>
                </a:cubicBezTo>
                <a:cubicBezTo>
                  <a:pt x="1774241" y="0"/>
                  <a:pt x="2286026" y="511784"/>
                  <a:pt x="2286026" y="1143013"/>
                </a:cubicBezTo>
                <a:close/>
              </a:path>
            </a:pathLst>
          </a:custGeom>
          <a:solidFill>
            <a:srgbClr val="FBB70C"/>
          </a:solidFill>
          <a:ln w="0" cap="flat">
            <a:noFill/>
            <a:prstDash val="solid"/>
            <a:miter/>
          </a:ln>
        </p:spPr>
        <p:txBody>
          <a:bodyPr rtlCol="0" anchor="ctr"/>
          <a:lstStyle/>
          <a:p>
            <a:endParaRPr lang="nl-NL"/>
          </a:p>
        </p:txBody>
      </p:sp>
      <p:sp>
        <p:nvSpPr>
          <p:cNvPr id="26" name="Vrije vorm: vorm 25">
            <a:extLst>
              <a:ext uri="{FF2B5EF4-FFF2-40B4-BE49-F238E27FC236}">
                <a16:creationId xmlns:a16="http://schemas.microsoft.com/office/drawing/2014/main" id="{DC9D5A06-4B5F-5150-061F-8455585C64F0}"/>
              </a:ext>
            </a:extLst>
          </p:cNvPr>
          <p:cNvSpPr/>
          <p:nvPr/>
        </p:nvSpPr>
        <p:spPr>
          <a:xfrm>
            <a:off x="9907168" y="2285706"/>
            <a:ext cx="2286036" cy="2286039"/>
          </a:xfrm>
          <a:custGeom>
            <a:avLst/>
            <a:gdLst>
              <a:gd name="connsiteX0" fmla="*/ 2286033 w 2286036"/>
              <a:gd name="connsiteY0" fmla="*/ 0 h 2286039"/>
              <a:gd name="connsiteX1" fmla="*/ 2286037 w 2286036"/>
              <a:gd name="connsiteY1" fmla="*/ 2286036 h 2286039"/>
              <a:gd name="connsiteX2" fmla="*/ 0 w 2286036"/>
              <a:gd name="connsiteY2" fmla="*/ 2286039 h 2286039"/>
              <a:gd name="connsiteX3" fmla="*/ 2286033 w 2286036"/>
              <a:gd name="connsiteY3" fmla="*/ 0 h 2286039"/>
            </a:gdLst>
            <a:ahLst/>
            <a:cxnLst>
              <a:cxn ang="0">
                <a:pos x="connsiteX0" y="connsiteY0"/>
              </a:cxn>
              <a:cxn ang="0">
                <a:pos x="connsiteX1" y="connsiteY1"/>
              </a:cxn>
              <a:cxn ang="0">
                <a:pos x="connsiteX2" y="connsiteY2"/>
              </a:cxn>
              <a:cxn ang="0">
                <a:pos x="connsiteX3" y="connsiteY3"/>
              </a:cxn>
            </a:cxnLst>
            <a:rect l="l" t="t" r="r" b="b"/>
            <a:pathLst>
              <a:path w="2286036" h="2286039">
                <a:moveTo>
                  <a:pt x="2286033" y="0"/>
                </a:moveTo>
                <a:lnTo>
                  <a:pt x="2286037" y="2286036"/>
                </a:lnTo>
                <a:lnTo>
                  <a:pt x="0" y="2286039"/>
                </a:lnTo>
                <a:lnTo>
                  <a:pt x="2286033" y="0"/>
                </a:lnTo>
                <a:close/>
              </a:path>
            </a:pathLst>
          </a:custGeom>
          <a:solidFill>
            <a:srgbClr val="00A143"/>
          </a:solidFill>
          <a:ln w="0" cap="flat">
            <a:noFill/>
            <a:prstDash val="solid"/>
            <a:miter/>
          </a:ln>
        </p:spPr>
        <p:txBody>
          <a:bodyPr rtlCol="0" anchor="ctr"/>
          <a:lstStyle/>
          <a:p>
            <a:endParaRPr lang="nl-NL"/>
          </a:p>
        </p:txBody>
      </p:sp>
      <p:pic>
        <p:nvPicPr>
          <p:cNvPr id="7" name="Graphic 6">
            <a:extLst>
              <a:ext uri="{FF2B5EF4-FFF2-40B4-BE49-F238E27FC236}">
                <a16:creationId xmlns:a16="http://schemas.microsoft.com/office/drawing/2014/main" id="{5528156B-733A-E015-B005-B2352FABCC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1995" y="281884"/>
            <a:ext cx="914400" cy="485775"/>
          </a:xfrm>
          <a:prstGeom prst="rect">
            <a:avLst/>
          </a:prstGeom>
        </p:spPr>
      </p:pic>
      <p:sp>
        <p:nvSpPr>
          <p:cNvPr id="3" name="Title 1">
            <a:extLst>
              <a:ext uri="{FF2B5EF4-FFF2-40B4-BE49-F238E27FC236}">
                <a16:creationId xmlns:a16="http://schemas.microsoft.com/office/drawing/2014/main" id="{1D769654-84DF-F3A4-AA96-CF3AB34A95D3}"/>
              </a:ext>
            </a:extLst>
          </p:cNvPr>
          <p:cNvSpPr>
            <a:spLocks noGrp="1"/>
          </p:cNvSpPr>
          <p:nvPr>
            <p:ph type="title" hasCustomPrompt="1"/>
          </p:nvPr>
        </p:nvSpPr>
        <p:spPr>
          <a:xfrm>
            <a:off x="791996" y="2206486"/>
            <a:ext cx="5616000" cy="1959415"/>
          </a:xfrm>
          <a:prstGeom prst="rect">
            <a:avLst/>
          </a:prstGeom>
        </p:spPr>
        <p:txBody>
          <a:bodyPr anchor="b">
            <a:normAutofit/>
          </a:bodyPr>
          <a:lstStyle>
            <a:lvl1pPr>
              <a:defRPr sz="4600" b="1">
                <a:solidFill>
                  <a:schemeClr val="tx1"/>
                </a:solidFill>
                <a:latin typeface="+mj-lt"/>
                <a:cs typeface="Arial" panose="020B0604020202020204" pitchFamily="34" charset="0"/>
              </a:defRPr>
            </a:lvl1pPr>
          </a:lstStyle>
          <a:p>
            <a:r>
              <a:rPr lang="en-US" dirty="0"/>
              <a:t>Title</a:t>
            </a:r>
          </a:p>
        </p:txBody>
      </p:sp>
      <p:sp>
        <p:nvSpPr>
          <p:cNvPr id="4" name="Tijdelijke aanduiding voor tekst 26">
            <a:extLst>
              <a:ext uri="{FF2B5EF4-FFF2-40B4-BE49-F238E27FC236}">
                <a16:creationId xmlns:a16="http://schemas.microsoft.com/office/drawing/2014/main" id="{B0AC4634-2567-5C02-64AA-03E99D27573C}"/>
              </a:ext>
            </a:extLst>
          </p:cNvPr>
          <p:cNvSpPr>
            <a:spLocks noGrp="1"/>
          </p:cNvSpPr>
          <p:nvPr>
            <p:ph type="body" sz="quarter" idx="10" hasCustomPrompt="1"/>
          </p:nvPr>
        </p:nvSpPr>
        <p:spPr>
          <a:xfrm>
            <a:off x="791996" y="6189582"/>
            <a:ext cx="5616000" cy="386534"/>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Date</a:t>
            </a:r>
          </a:p>
        </p:txBody>
      </p:sp>
      <p:sp>
        <p:nvSpPr>
          <p:cNvPr id="8" name="Text Placeholder 2">
            <a:extLst>
              <a:ext uri="{FF2B5EF4-FFF2-40B4-BE49-F238E27FC236}">
                <a16:creationId xmlns:a16="http://schemas.microsoft.com/office/drawing/2014/main" id="{104F83EB-068C-DEF0-6261-68679FF0E88A}"/>
              </a:ext>
            </a:extLst>
          </p:cNvPr>
          <p:cNvSpPr>
            <a:spLocks noGrp="1"/>
          </p:cNvSpPr>
          <p:nvPr>
            <p:ph type="body" sz="quarter" idx="11" hasCustomPrompt="1"/>
          </p:nvPr>
        </p:nvSpPr>
        <p:spPr>
          <a:xfrm>
            <a:off x="792163" y="5035550"/>
            <a:ext cx="5616575" cy="969963"/>
          </a:xfrm>
          <a:prstGeom prst="rect">
            <a:avLst/>
          </a:prstGeom>
        </p:spPr>
        <p:txBody>
          <a:bodyPr/>
          <a:lstStyle>
            <a:lvl1pPr marL="0" indent="0">
              <a:buNone/>
              <a:defRPr sz="2400"/>
            </a:lvl1pPr>
          </a:lstStyle>
          <a:p>
            <a:pPr lvl="0"/>
            <a:r>
              <a:rPr lang="en-US"/>
              <a:t>Name</a:t>
            </a:r>
            <a:endParaRPr lang="en-BE"/>
          </a:p>
        </p:txBody>
      </p:sp>
      <p:sp>
        <p:nvSpPr>
          <p:cNvPr id="9" name="Text Placeholder 13">
            <a:extLst>
              <a:ext uri="{FF2B5EF4-FFF2-40B4-BE49-F238E27FC236}">
                <a16:creationId xmlns:a16="http://schemas.microsoft.com/office/drawing/2014/main" id="{2FC02C50-EA58-B185-F07D-13121035B548}"/>
              </a:ext>
            </a:extLst>
          </p:cNvPr>
          <p:cNvSpPr>
            <a:spLocks noGrp="1"/>
          </p:cNvSpPr>
          <p:nvPr>
            <p:ph type="body" sz="quarter" idx="14" hasCustomPrompt="1"/>
          </p:nvPr>
        </p:nvSpPr>
        <p:spPr>
          <a:xfrm>
            <a:off x="791997" y="4267200"/>
            <a:ext cx="5616742" cy="695325"/>
          </a:xfrm>
          <a:prstGeom prst="rect">
            <a:avLst/>
          </a:prstGeom>
        </p:spPr>
        <p:txBody>
          <a:bodyPr>
            <a:normAutofit/>
          </a:bodyPr>
          <a:lstStyle>
            <a:lvl1pPr marL="0" indent="0">
              <a:buNone/>
              <a:defRPr sz="2800">
                <a:solidFill>
                  <a:srgbClr val="D1E4F7"/>
                </a:solidFill>
                <a:latin typeface="+mj-lt"/>
              </a:defRPr>
            </a:lvl1pPr>
          </a:lstStyle>
          <a:p>
            <a:pPr lvl="0"/>
            <a:r>
              <a:rPr lang="en-US" dirty="0"/>
              <a:t>Subtitle</a:t>
            </a:r>
            <a:endParaRPr lang="en-BE" dirty="0"/>
          </a:p>
        </p:txBody>
      </p:sp>
      <p:sp>
        <p:nvSpPr>
          <p:cNvPr id="11" name="Picture Placeholder 342">
            <a:extLst>
              <a:ext uri="{FF2B5EF4-FFF2-40B4-BE49-F238E27FC236}">
                <a16:creationId xmlns:a16="http://schemas.microsoft.com/office/drawing/2014/main" id="{1C69DBB6-CB01-17DC-A53A-3AD090FDE7F5}"/>
              </a:ext>
            </a:extLst>
          </p:cNvPr>
          <p:cNvSpPr>
            <a:spLocks noGrp="1"/>
          </p:cNvSpPr>
          <p:nvPr>
            <p:ph type="pic" sz="quarter" idx="13"/>
          </p:nvPr>
        </p:nvSpPr>
        <p:spPr>
          <a:xfrm>
            <a:off x="7293429" y="0"/>
            <a:ext cx="4898571" cy="6858000"/>
          </a:xfrm>
          <a:prstGeom prst="rect">
            <a:avLst/>
          </a:prstGeom>
        </p:spPr>
        <p:txBody>
          <a:bodyPr/>
          <a:lstStyle/>
          <a:p>
            <a:r>
              <a:rPr lang="en-US"/>
              <a:t>Click icon to add picture</a:t>
            </a:r>
            <a:endParaRPr lang="en-BE"/>
          </a:p>
        </p:txBody>
      </p:sp>
    </p:spTree>
    <p:extLst>
      <p:ext uri="{BB962C8B-B14F-4D97-AF65-F5344CB8AC3E}">
        <p14:creationId xmlns:p14="http://schemas.microsoft.com/office/powerpoint/2010/main" val="1602683721"/>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mall pictures title">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79E433C-0540-F01E-B1B4-534F584EED8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2000" y="288000"/>
            <a:ext cx="914400" cy="485775"/>
          </a:xfrm>
          <a:prstGeom prst="rect">
            <a:avLst/>
          </a:prstGeom>
        </p:spPr>
      </p:pic>
      <p:sp>
        <p:nvSpPr>
          <p:cNvPr id="4" name="Title 1">
            <a:extLst>
              <a:ext uri="{FF2B5EF4-FFF2-40B4-BE49-F238E27FC236}">
                <a16:creationId xmlns:a16="http://schemas.microsoft.com/office/drawing/2014/main" id="{C73ABB36-7C9E-22B4-A8FC-4A2D4C716E93}"/>
              </a:ext>
            </a:extLst>
          </p:cNvPr>
          <p:cNvSpPr>
            <a:spLocks noGrp="1"/>
          </p:cNvSpPr>
          <p:nvPr>
            <p:ph type="title" hasCustomPrompt="1"/>
          </p:nvPr>
        </p:nvSpPr>
        <p:spPr>
          <a:xfrm>
            <a:off x="791996" y="2206486"/>
            <a:ext cx="5616000" cy="1959415"/>
          </a:xfrm>
          <a:prstGeom prst="rect">
            <a:avLst/>
          </a:prstGeom>
        </p:spPr>
        <p:txBody>
          <a:bodyPr anchor="b">
            <a:normAutofit/>
          </a:bodyPr>
          <a:lstStyle>
            <a:lvl1pPr>
              <a:defRPr sz="4600" b="1">
                <a:solidFill>
                  <a:schemeClr val="tx2"/>
                </a:solidFill>
                <a:latin typeface="+mj-lt"/>
                <a:cs typeface="Arial" panose="020B0604020202020204" pitchFamily="34" charset="0"/>
              </a:defRPr>
            </a:lvl1pPr>
          </a:lstStyle>
          <a:p>
            <a:r>
              <a:rPr lang="en-US" dirty="0"/>
              <a:t>Title</a:t>
            </a:r>
          </a:p>
        </p:txBody>
      </p:sp>
      <p:sp>
        <p:nvSpPr>
          <p:cNvPr id="5" name="Tijdelijke aanduiding voor tekst 26">
            <a:extLst>
              <a:ext uri="{FF2B5EF4-FFF2-40B4-BE49-F238E27FC236}">
                <a16:creationId xmlns:a16="http://schemas.microsoft.com/office/drawing/2014/main" id="{E0A99706-3A4D-14BA-CB6B-7149017AF111}"/>
              </a:ext>
            </a:extLst>
          </p:cNvPr>
          <p:cNvSpPr>
            <a:spLocks noGrp="1"/>
          </p:cNvSpPr>
          <p:nvPr>
            <p:ph type="body" sz="quarter" idx="10" hasCustomPrompt="1"/>
          </p:nvPr>
        </p:nvSpPr>
        <p:spPr>
          <a:xfrm>
            <a:off x="791996" y="6189582"/>
            <a:ext cx="5616000" cy="386534"/>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dirty="0"/>
              <a:t>Date</a:t>
            </a:r>
          </a:p>
        </p:txBody>
      </p:sp>
      <p:sp>
        <p:nvSpPr>
          <p:cNvPr id="6" name="Text Placeholder 2">
            <a:extLst>
              <a:ext uri="{FF2B5EF4-FFF2-40B4-BE49-F238E27FC236}">
                <a16:creationId xmlns:a16="http://schemas.microsoft.com/office/drawing/2014/main" id="{CB093B80-5D4D-CA33-D2C4-4596A0F54E9A}"/>
              </a:ext>
            </a:extLst>
          </p:cNvPr>
          <p:cNvSpPr>
            <a:spLocks noGrp="1"/>
          </p:cNvSpPr>
          <p:nvPr>
            <p:ph type="body" sz="quarter" idx="11" hasCustomPrompt="1"/>
          </p:nvPr>
        </p:nvSpPr>
        <p:spPr>
          <a:xfrm>
            <a:off x="792163" y="5035550"/>
            <a:ext cx="5616575" cy="969963"/>
          </a:xfrm>
          <a:prstGeom prst="rect">
            <a:avLst/>
          </a:prstGeom>
        </p:spPr>
        <p:txBody>
          <a:bodyPr/>
          <a:lstStyle>
            <a:lvl1pPr marL="0" indent="0">
              <a:buNone/>
              <a:defRPr sz="1800" b="0"/>
            </a:lvl1pPr>
          </a:lstStyle>
          <a:p>
            <a:pPr lvl="0"/>
            <a:r>
              <a:rPr lang="en-US" dirty="0"/>
              <a:t>Name</a:t>
            </a:r>
            <a:endParaRPr lang="en-BE"/>
          </a:p>
        </p:txBody>
      </p:sp>
      <p:sp>
        <p:nvSpPr>
          <p:cNvPr id="14" name="Text Placeholder 13">
            <a:extLst>
              <a:ext uri="{FF2B5EF4-FFF2-40B4-BE49-F238E27FC236}">
                <a16:creationId xmlns:a16="http://schemas.microsoft.com/office/drawing/2014/main" id="{E419F916-8174-248E-3A91-979A8C17C7FF}"/>
              </a:ext>
            </a:extLst>
          </p:cNvPr>
          <p:cNvSpPr>
            <a:spLocks noGrp="1"/>
          </p:cNvSpPr>
          <p:nvPr>
            <p:ph type="body" sz="quarter" idx="14" hasCustomPrompt="1"/>
          </p:nvPr>
        </p:nvSpPr>
        <p:spPr>
          <a:xfrm>
            <a:off x="791997" y="4267200"/>
            <a:ext cx="5616742" cy="695325"/>
          </a:xfrm>
          <a:prstGeom prst="rect">
            <a:avLst/>
          </a:prstGeom>
        </p:spPr>
        <p:txBody>
          <a:bodyPr>
            <a:normAutofit/>
          </a:bodyPr>
          <a:lstStyle>
            <a:lvl1pPr marL="0" indent="0">
              <a:buNone/>
              <a:defRPr sz="2800">
                <a:solidFill>
                  <a:schemeClr val="tx1"/>
                </a:solidFill>
                <a:latin typeface="+mj-lt"/>
              </a:defRPr>
            </a:lvl1pPr>
          </a:lstStyle>
          <a:p>
            <a:pPr lvl="0"/>
            <a:r>
              <a:rPr lang="en-US" dirty="0"/>
              <a:t>Subtitle</a:t>
            </a:r>
            <a:endParaRPr lang="en-BE"/>
          </a:p>
        </p:txBody>
      </p:sp>
      <p:grpSp>
        <p:nvGrpSpPr>
          <p:cNvPr id="17" name="Group 16">
            <a:extLst>
              <a:ext uri="{FF2B5EF4-FFF2-40B4-BE49-F238E27FC236}">
                <a16:creationId xmlns:a16="http://schemas.microsoft.com/office/drawing/2014/main" id="{F9EB486D-771C-5C25-821B-1B997BC7FCDE}"/>
              </a:ext>
            </a:extLst>
          </p:cNvPr>
          <p:cNvGrpSpPr/>
          <p:nvPr userDrawn="1"/>
        </p:nvGrpSpPr>
        <p:grpSpPr>
          <a:xfrm>
            <a:off x="7619950" y="9236"/>
            <a:ext cx="4572050" cy="6857999"/>
            <a:chOff x="3577077" y="-168237"/>
            <a:chExt cx="4572050" cy="6857999"/>
          </a:xfrm>
          <a:solidFill>
            <a:srgbClr val="D1E4F7"/>
          </a:solidFill>
        </p:grpSpPr>
        <p:sp>
          <p:nvSpPr>
            <p:cNvPr id="8" name="Vrije vorm: vorm 15">
              <a:extLst>
                <a:ext uri="{FF2B5EF4-FFF2-40B4-BE49-F238E27FC236}">
                  <a16:creationId xmlns:a16="http://schemas.microsoft.com/office/drawing/2014/main" id="{C042B0B8-8B53-2B38-1FAF-C474E63108E7}"/>
                </a:ext>
              </a:extLst>
            </p:cNvPr>
            <p:cNvSpPr/>
            <p:nvPr userDrawn="1"/>
          </p:nvSpPr>
          <p:spPr>
            <a:xfrm>
              <a:off x="5863102" y="4403737"/>
              <a:ext cx="2286025" cy="2286025"/>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grpFill/>
            <a:ln w="0" cap="flat">
              <a:noFill/>
              <a:prstDash val="solid"/>
              <a:miter/>
            </a:ln>
          </p:spPr>
          <p:txBody>
            <a:bodyPr rtlCol="0" anchor="ctr"/>
            <a:lstStyle/>
            <a:p>
              <a:endParaRPr lang="nl-NL"/>
            </a:p>
          </p:txBody>
        </p:sp>
        <p:sp>
          <p:nvSpPr>
            <p:cNvPr id="9" name="Vrije vorm: vorm 16">
              <a:extLst>
                <a:ext uri="{FF2B5EF4-FFF2-40B4-BE49-F238E27FC236}">
                  <a16:creationId xmlns:a16="http://schemas.microsoft.com/office/drawing/2014/main" id="{2C5B0466-C57A-E7EC-CA5D-B38C5C776D9F}"/>
                </a:ext>
              </a:extLst>
            </p:cNvPr>
            <p:cNvSpPr/>
            <p:nvPr userDrawn="1"/>
          </p:nvSpPr>
          <p:spPr>
            <a:xfrm rot="2700000">
              <a:off x="6197884" y="2452571"/>
              <a:ext cx="1616456" cy="1616456"/>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grpFill/>
            <a:ln w="0" cap="flat">
              <a:noFill/>
              <a:prstDash val="solid"/>
              <a:miter/>
            </a:ln>
          </p:spPr>
          <p:txBody>
            <a:bodyPr rtlCol="0" anchor="ctr"/>
            <a:lstStyle/>
            <a:p>
              <a:endParaRPr lang="nl-NL"/>
            </a:p>
          </p:txBody>
        </p:sp>
        <p:sp>
          <p:nvSpPr>
            <p:cNvPr id="11" name="Vrije vorm: vorm 17">
              <a:extLst>
                <a:ext uri="{FF2B5EF4-FFF2-40B4-BE49-F238E27FC236}">
                  <a16:creationId xmlns:a16="http://schemas.microsoft.com/office/drawing/2014/main" id="{CCD5D24D-0DA2-3139-BE82-A4A4F7D4CD99}"/>
                </a:ext>
              </a:extLst>
            </p:cNvPr>
            <p:cNvSpPr/>
            <p:nvPr userDrawn="1"/>
          </p:nvSpPr>
          <p:spPr>
            <a:xfrm>
              <a:off x="3577077" y="2117470"/>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grpFill/>
            <a:ln w="0" cap="flat">
              <a:noFill/>
              <a:prstDash val="solid"/>
              <a:miter/>
            </a:ln>
          </p:spPr>
          <p:txBody>
            <a:bodyPr rtlCol="0" anchor="ctr"/>
            <a:lstStyle/>
            <a:p>
              <a:endParaRPr lang="nl-NL" dirty="0"/>
            </a:p>
          </p:txBody>
        </p:sp>
        <p:sp>
          <p:nvSpPr>
            <p:cNvPr id="12" name="Vrije vorm: vorm 18">
              <a:extLst>
                <a:ext uri="{FF2B5EF4-FFF2-40B4-BE49-F238E27FC236}">
                  <a16:creationId xmlns:a16="http://schemas.microsoft.com/office/drawing/2014/main" id="{A8A35A09-C43E-D801-AE38-5EDA278067AA}"/>
                </a:ext>
              </a:extLst>
            </p:cNvPr>
            <p:cNvSpPr/>
            <p:nvPr userDrawn="1"/>
          </p:nvSpPr>
          <p:spPr>
            <a:xfrm>
              <a:off x="3577077" y="-168237"/>
              <a:ext cx="2286025" cy="2286025"/>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grpFill/>
            <a:ln w="0" cap="flat">
              <a:noFill/>
              <a:prstDash val="solid"/>
              <a:miter/>
            </a:ln>
          </p:spPr>
          <p:txBody>
            <a:bodyPr rtlCol="0" anchor="ctr"/>
            <a:lstStyle/>
            <a:p>
              <a:endParaRPr lang="nl-NL"/>
            </a:p>
          </p:txBody>
        </p:sp>
        <p:sp>
          <p:nvSpPr>
            <p:cNvPr id="13" name="Vrije vorm: vorm 20">
              <a:extLst>
                <a:ext uri="{FF2B5EF4-FFF2-40B4-BE49-F238E27FC236}">
                  <a16:creationId xmlns:a16="http://schemas.microsoft.com/office/drawing/2014/main" id="{8D7284FD-E1FE-0409-EA34-0347610ED3E4}"/>
                </a:ext>
              </a:extLst>
            </p:cNvPr>
            <p:cNvSpPr/>
            <p:nvPr userDrawn="1"/>
          </p:nvSpPr>
          <p:spPr>
            <a:xfrm>
              <a:off x="3577077" y="4403509"/>
              <a:ext cx="2286024" cy="1143012"/>
            </a:xfrm>
            <a:custGeom>
              <a:avLst/>
              <a:gdLst>
                <a:gd name="connsiteX0" fmla="*/ 2286025 w 2286024"/>
                <a:gd name="connsiteY0" fmla="*/ 1143012 h 1143012"/>
                <a:gd name="connsiteX1" fmla="*/ 0 w 2286024"/>
                <a:gd name="connsiteY1" fmla="*/ 1143012 h 1143012"/>
                <a:gd name="connsiteX2" fmla="*/ 1143012 w 2286024"/>
                <a:gd name="connsiteY2" fmla="*/ 0 h 1143012"/>
                <a:gd name="connsiteX3" fmla="*/ 2286025 w 2286024"/>
                <a:gd name="connsiteY3" fmla="*/ 1143012 h 1143012"/>
              </a:gdLst>
              <a:ahLst/>
              <a:cxnLst>
                <a:cxn ang="0">
                  <a:pos x="connsiteX0" y="connsiteY0"/>
                </a:cxn>
                <a:cxn ang="0">
                  <a:pos x="connsiteX1" y="connsiteY1"/>
                </a:cxn>
                <a:cxn ang="0">
                  <a:pos x="connsiteX2" y="connsiteY2"/>
                </a:cxn>
                <a:cxn ang="0">
                  <a:pos x="connsiteX3" y="connsiteY3"/>
                </a:cxn>
              </a:cxnLst>
              <a:rect l="l" t="t" r="r" b="b"/>
              <a:pathLst>
                <a:path w="2286024" h="1143012">
                  <a:moveTo>
                    <a:pt x="2286025" y="1143012"/>
                  </a:moveTo>
                  <a:lnTo>
                    <a:pt x="0" y="1143012"/>
                  </a:lnTo>
                  <a:cubicBezTo>
                    <a:pt x="0" y="511772"/>
                    <a:pt x="511784" y="0"/>
                    <a:pt x="1143012" y="0"/>
                  </a:cubicBezTo>
                  <a:cubicBezTo>
                    <a:pt x="1774241" y="0"/>
                    <a:pt x="2286025" y="511772"/>
                    <a:pt x="2286025" y="1143012"/>
                  </a:cubicBezTo>
                  <a:close/>
                </a:path>
              </a:pathLst>
            </a:custGeom>
            <a:grpFill/>
            <a:ln w="0" cap="flat">
              <a:noFill/>
              <a:prstDash val="solid"/>
              <a:miter/>
            </a:ln>
          </p:spPr>
          <p:txBody>
            <a:bodyPr rtlCol="0" anchor="ctr"/>
            <a:lstStyle/>
            <a:p>
              <a:endParaRPr lang="nl-NL"/>
            </a:p>
          </p:txBody>
        </p:sp>
        <p:sp>
          <p:nvSpPr>
            <p:cNvPr id="16" name="Vrije vorm: vorm 21">
              <a:extLst>
                <a:ext uri="{FF2B5EF4-FFF2-40B4-BE49-F238E27FC236}">
                  <a16:creationId xmlns:a16="http://schemas.microsoft.com/office/drawing/2014/main" id="{038B6A0A-7A61-5921-5A70-7C557AE57B1D}"/>
                </a:ext>
              </a:extLst>
            </p:cNvPr>
            <p:cNvSpPr/>
            <p:nvPr userDrawn="1"/>
          </p:nvSpPr>
          <p:spPr>
            <a:xfrm>
              <a:off x="5863102" y="974214"/>
              <a:ext cx="2286025" cy="1143015"/>
            </a:xfrm>
            <a:custGeom>
              <a:avLst/>
              <a:gdLst>
                <a:gd name="connsiteX0" fmla="*/ 0 w 2286025"/>
                <a:gd name="connsiteY0" fmla="*/ 1143015 h 1143015"/>
                <a:gd name="connsiteX1" fmla="*/ 2286026 w 2286025"/>
                <a:gd name="connsiteY1" fmla="*/ 1143015 h 1143015"/>
                <a:gd name="connsiteX2" fmla="*/ 1143013 w 2286025"/>
                <a:gd name="connsiteY2" fmla="*/ 0 h 1143015"/>
                <a:gd name="connsiteX3" fmla="*/ 0 w 2286025"/>
                <a:gd name="connsiteY3" fmla="*/ 1143015 h 1143015"/>
              </a:gdLst>
              <a:ahLst/>
              <a:cxnLst>
                <a:cxn ang="0">
                  <a:pos x="connsiteX0" y="connsiteY0"/>
                </a:cxn>
                <a:cxn ang="0">
                  <a:pos x="connsiteX1" y="connsiteY1"/>
                </a:cxn>
                <a:cxn ang="0">
                  <a:pos x="connsiteX2" y="connsiteY2"/>
                </a:cxn>
                <a:cxn ang="0">
                  <a:pos x="connsiteX3" y="connsiteY3"/>
                </a:cxn>
              </a:cxnLst>
              <a:rect l="l" t="t" r="r" b="b"/>
              <a:pathLst>
                <a:path w="2286025" h="1143015">
                  <a:moveTo>
                    <a:pt x="0" y="1143015"/>
                  </a:moveTo>
                  <a:lnTo>
                    <a:pt x="2286026" y="1143015"/>
                  </a:lnTo>
                  <a:lnTo>
                    <a:pt x="1143013" y="0"/>
                  </a:lnTo>
                  <a:lnTo>
                    <a:pt x="0" y="1143015"/>
                  </a:lnTo>
                  <a:close/>
                </a:path>
              </a:pathLst>
            </a:custGeom>
            <a:grpFill/>
            <a:ln w="0" cap="flat">
              <a:noFill/>
              <a:prstDash val="solid"/>
              <a:miter/>
            </a:ln>
          </p:spPr>
          <p:txBody>
            <a:bodyPr rtlCol="0" anchor="ctr"/>
            <a:lstStyle/>
            <a:p>
              <a:endParaRPr lang="nl-NL"/>
            </a:p>
          </p:txBody>
        </p:sp>
      </p:grpSp>
      <p:sp>
        <p:nvSpPr>
          <p:cNvPr id="3" name="Picture Placeholder 2">
            <a:extLst>
              <a:ext uri="{FF2B5EF4-FFF2-40B4-BE49-F238E27FC236}">
                <a16:creationId xmlns:a16="http://schemas.microsoft.com/office/drawing/2014/main" id="{84F6E6DB-E106-7715-009C-A38370FB6D46}"/>
              </a:ext>
            </a:extLst>
          </p:cNvPr>
          <p:cNvSpPr>
            <a:spLocks noGrp="1"/>
          </p:cNvSpPr>
          <p:nvPr>
            <p:ph type="pic" sz="quarter" idx="15"/>
          </p:nvPr>
        </p:nvSpPr>
        <p:spPr>
          <a:xfrm>
            <a:off x="7615356" y="2289157"/>
            <a:ext cx="2286000" cy="2286000"/>
          </a:xfrm>
          <a:prstGeom prst="rect">
            <a:avLst/>
          </a:prstGeom>
          <a:ln>
            <a:noFill/>
          </a:ln>
        </p:spPr>
        <p:txBody>
          <a:bodyPr/>
          <a:lstStyle/>
          <a:p>
            <a:r>
              <a:rPr lang="en-US"/>
              <a:t>Click icon to add picture</a:t>
            </a:r>
            <a:endParaRPr lang="en-BE"/>
          </a:p>
        </p:txBody>
      </p:sp>
      <p:sp>
        <p:nvSpPr>
          <p:cNvPr id="10" name="Picture Placeholder 2">
            <a:extLst>
              <a:ext uri="{FF2B5EF4-FFF2-40B4-BE49-F238E27FC236}">
                <a16:creationId xmlns:a16="http://schemas.microsoft.com/office/drawing/2014/main" id="{12308350-1190-C8AD-4EE4-BFF0510A6448}"/>
              </a:ext>
            </a:extLst>
          </p:cNvPr>
          <p:cNvSpPr>
            <a:spLocks noGrp="1"/>
          </p:cNvSpPr>
          <p:nvPr>
            <p:ph type="pic" sz="quarter" idx="16"/>
          </p:nvPr>
        </p:nvSpPr>
        <p:spPr>
          <a:xfrm>
            <a:off x="9901356" y="4590195"/>
            <a:ext cx="2286000" cy="2286000"/>
          </a:xfrm>
          <a:prstGeom prst="ellipse">
            <a:avLst/>
          </a:prstGeom>
          <a:ln>
            <a:noFill/>
          </a:ln>
        </p:spPr>
        <p:txBody>
          <a:bodyPr/>
          <a:lstStyle/>
          <a:p>
            <a:r>
              <a:rPr lang="en-US"/>
              <a:t>Click icon to add picture</a:t>
            </a:r>
            <a:endParaRPr lang="en-BE"/>
          </a:p>
        </p:txBody>
      </p:sp>
      <p:sp>
        <p:nvSpPr>
          <p:cNvPr id="15" name="Picture Placeholder 2">
            <a:extLst>
              <a:ext uri="{FF2B5EF4-FFF2-40B4-BE49-F238E27FC236}">
                <a16:creationId xmlns:a16="http://schemas.microsoft.com/office/drawing/2014/main" id="{07A2888C-1ADC-4683-2DB8-9A8A33210EA4}"/>
              </a:ext>
            </a:extLst>
          </p:cNvPr>
          <p:cNvSpPr>
            <a:spLocks noGrp="1"/>
          </p:cNvSpPr>
          <p:nvPr>
            <p:ph type="pic" sz="quarter" idx="17"/>
          </p:nvPr>
        </p:nvSpPr>
        <p:spPr>
          <a:xfrm>
            <a:off x="9901356" y="2283332"/>
            <a:ext cx="2286000" cy="2286000"/>
          </a:xfrm>
          <a:prstGeom prst="diamond">
            <a:avLst/>
          </a:prstGeom>
          <a:ln>
            <a:noFill/>
          </a:ln>
        </p:spPr>
        <p:txBody>
          <a:bodyPr/>
          <a:lstStyle/>
          <a:p>
            <a:r>
              <a:rPr lang="en-US"/>
              <a:t>Click icon to add picture</a:t>
            </a:r>
            <a:endParaRPr lang="en-BE"/>
          </a:p>
        </p:txBody>
      </p:sp>
    </p:spTree>
    <p:extLst>
      <p:ext uri="{BB962C8B-B14F-4D97-AF65-F5344CB8AC3E}">
        <p14:creationId xmlns:p14="http://schemas.microsoft.com/office/powerpoint/2010/main" val="235366332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Light pictur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a:xfrm>
            <a:off x="838200" y="365125"/>
            <a:ext cx="4942668" cy="1325563"/>
          </a:xfrm>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838200"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6411134" y="0"/>
            <a:ext cx="5780865" cy="6858000"/>
          </a:xfrm>
          <a:prstGeom prst="rect">
            <a:avLst/>
          </a:prstGeom>
        </p:spPr>
        <p:txBody>
          <a:bodyPr/>
          <a:lstStyle/>
          <a:p>
            <a:endParaRPr lang="en-BE"/>
          </a:p>
        </p:txBody>
      </p:sp>
    </p:spTree>
    <p:extLst>
      <p:ext uri="{BB962C8B-B14F-4D97-AF65-F5344CB8AC3E}">
        <p14:creationId xmlns:p14="http://schemas.microsoft.com/office/powerpoint/2010/main" val="4050478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p:bg>
      <p:bgPr>
        <a:solidFill>
          <a:schemeClr val="tx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72C627-6B22-1CE4-C94A-AD37FEE634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1999" y="288001"/>
            <a:ext cx="914395" cy="485774"/>
          </a:xfrm>
          <a:prstGeom prst="rect">
            <a:avLst/>
          </a:prstGeom>
        </p:spPr>
      </p:pic>
      <p:sp>
        <p:nvSpPr>
          <p:cNvPr id="9" name="Title 1">
            <a:extLst>
              <a:ext uri="{FF2B5EF4-FFF2-40B4-BE49-F238E27FC236}">
                <a16:creationId xmlns:a16="http://schemas.microsoft.com/office/drawing/2014/main" id="{994925F7-3367-5E1C-72A7-0F7C7D509810}"/>
              </a:ext>
            </a:extLst>
          </p:cNvPr>
          <p:cNvSpPr>
            <a:spLocks noGrp="1"/>
          </p:cNvSpPr>
          <p:nvPr>
            <p:ph type="title" hasCustomPrompt="1"/>
          </p:nvPr>
        </p:nvSpPr>
        <p:spPr>
          <a:xfrm>
            <a:off x="792000" y="3428996"/>
            <a:ext cx="5616000" cy="2628000"/>
          </a:xfrm>
          <a:prstGeom prst="rect">
            <a:avLst/>
          </a:prstGeom>
        </p:spPr>
        <p:txBody>
          <a:bodyPr anchor="b">
            <a:noAutofit/>
          </a:bodyPr>
          <a:lstStyle>
            <a:lvl1pPr>
              <a:defRPr sz="3600" b="1">
                <a:solidFill>
                  <a:schemeClr val="bg1"/>
                </a:solidFill>
                <a:latin typeface="+mj-lt"/>
                <a:cs typeface="Arial" panose="020B0604020202020204" pitchFamily="34" charset="0"/>
              </a:defRPr>
            </a:lvl1pPr>
          </a:lstStyle>
          <a:p>
            <a:r>
              <a:rPr lang="en-US" dirty="0"/>
              <a:t>1. Click to edit chapter title</a:t>
            </a:r>
          </a:p>
        </p:txBody>
      </p:sp>
      <p:sp>
        <p:nvSpPr>
          <p:cNvPr id="10" name="Vrije vorm: vorm 9">
            <a:extLst>
              <a:ext uri="{FF2B5EF4-FFF2-40B4-BE49-F238E27FC236}">
                <a16:creationId xmlns:a16="http://schemas.microsoft.com/office/drawing/2014/main" id="{9D7874E6-8F32-E150-BAF7-B511F20500C6}"/>
              </a:ext>
            </a:extLst>
          </p:cNvPr>
          <p:cNvSpPr/>
          <p:nvPr/>
        </p:nvSpPr>
        <p:spPr>
          <a:xfrm>
            <a:off x="6319232" y="979711"/>
            <a:ext cx="1959432" cy="1959432"/>
          </a:xfrm>
          <a:custGeom>
            <a:avLst/>
            <a:gdLst>
              <a:gd name="connsiteX0" fmla="*/ 1959432 w 1959432"/>
              <a:gd name="connsiteY0" fmla="*/ 979716 h 1959432"/>
              <a:gd name="connsiteX1" fmla="*/ 979716 w 1959432"/>
              <a:gd name="connsiteY1" fmla="*/ 1959432 h 1959432"/>
              <a:gd name="connsiteX2" fmla="*/ 0 w 1959432"/>
              <a:gd name="connsiteY2" fmla="*/ 979716 h 1959432"/>
              <a:gd name="connsiteX3" fmla="*/ 979716 w 1959432"/>
              <a:gd name="connsiteY3" fmla="*/ 0 h 1959432"/>
              <a:gd name="connsiteX4" fmla="*/ 1959432 w 1959432"/>
              <a:gd name="connsiteY4" fmla="*/ 979716 h 195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9432" h="1959432">
                <a:moveTo>
                  <a:pt x="1959432" y="979716"/>
                </a:moveTo>
                <a:cubicBezTo>
                  <a:pt x="1959432" y="1520798"/>
                  <a:pt x="1520799" y="1959432"/>
                  <a:pt x="979716" y="1959432"/>
                </a:cubicBezTo>
                <a:cubicBezTo>
                  <a:pt x="438634" y="1959432"/>
                  <a:pt x="0" y="1520798"/>
                  <a:pt x="0" y="979716"/>
                </a:cubicBezTo>
                <a:cubicBezTo>
                  <a:pt x="0" y="438634"/>
                  <a:pt x="438634" y="0"/>
                  <a:pt x="979716" y="0"/>
                </a:cubicBezTo>
                <a:cubicBezTo>
                  <a:pt x="1520799" y="0"/>
                  <a:pt x="1959432" y="438634"/>
                  <a:pt x="1959432" y="979716"/>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1" name="Vrije vorm: vorm 10">
            <a:extLst>
              <a:ext uri="{FF2B5EF4-FFF2-40B4-BE49-F238E27FC236}">
                <a16:creationId xmlns:a16="http://schemas.microsoft.com/office/drawing/2014/main" id="{2086703F-1C6B-9CEE-059F-79D72CC7F7D9}"/>
              </a:ext>
            </a:extLst>
          </p:cNvPr>
          <p:cNvSpPr/>
          <p:nvPr/>
        </p:nvSpPr>
        <p:spPr>
          <a:xfrm rot="18900000">
            <a:off x="10520734" y="5185526"/>
            <a:ext cx="1385515" cy="1385515"/>
          </a:xfrm>
          <a:custGeom>
            <a:avLst/>
            <a:gdLst>
              <a:gd name="connsiteX0" fmla="*/ 0 w 1385515"/>
              <a:gd name="connsiteY0" fmla="*/ 0 h 1385515"/>
              <a:gd name="connsiteX1" fmla="*/ 1385515 w 1385515"/>
              <a:gd name="connsiteY1" fmla="*/ 0 h 1385515"/>
              <a:gd name="connsiteX2" fmla="*/ 1385515 w 1385515"/>
              <a:gd name="connsiteY2" fmla="*/ 1385516 h 1385515"/>
              <a:gd name="connsiteX3" fmla="*/ 0 w 1385515"/>
              <a:gd name="connsiteY3" fmla="*/ 1385516 h 1385515"/>
            </a:gdLst>
            <a:ahLst/>
            <a:cxnLst>
              <a:cxn ang="0">
                <a:pos x="connsiteX0" y="connsiteY0"/>
              </a:cxn>
              <a:cxn ang="0">
                <a:pos x="connsiteX1" y="connsiteY1"/>
              </a:cxn>
              <a:cxn ang="0">
                <a:pos x="connsiteX2" y="connsiteY2"/>
              </a:cxn>
              <a:cxn ang="0">
                <a:pos x="connsiteX3" y="connsiteY3"/>
              </a:cxn>
            </a:cxnLst>
            <a:rect l="l" t="t" r="r" b="b"/>
            <a:pathLst>
              <a:path w="1385515" h="1385515">
                <a:moveTo>
                  <a:pt x="0" y="0"/>
                </a:moveTo>
                <a:lnTo>
                  <a:pt x="1385515" y="0"/>
                </a:lnTo>
                <a:lnTo>
                  <a:pt x="1385515" y="1385516"/>
                </a:lnTo>
                <a:lnTo>
                  <a:pt x="0" y="1385516"/>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2" name="Vrije vorm: vorm 11">
            <a:extLst>
              <a:ext uri="{FF2B5EF4-FFF2-40B4-BE49-F238E27FC236}">
                <a16:creationId xmlns:a16="http://schemas.microsoft.com/office/drawing/2014/main" id="{94737E12-FD75-B42D-8730-33325832D72C}"/>
              </a:ext>
            </a:extLst>
          </p:cNvPr>
          <p:cNvSpPr/>
          <p:nvPr/>
        </p:nvSpPr>
        <p:spPr>
          <a:xfrm>
            <a:off x="8278655" y="2939135"/>
            <a:ext cx="1959432" cy="1959432"/>
          </a:xfrm>
          <a:custGeom>
            <a:avLst/>
            <a:gdLst>
              <a:gd name="connsiteX0" fmla="*/ 0 w 1959432"/>
              <a:gd name="connsiteY0" fmla="*/ 0 h 1959432"/>
              <a:gd name="connsiteX1" fmla="*/ 1959433 w 1959432"/>
              <a:gd name="connsiteY1" fmla="*/ 0 h 1959432"/>
              <a:gd name="connsiteX2" fmla="*/ 1959433 w 1959432"/>
              <a:gd name="connsiteY2" fmla="*/ 1959432 h 1959432"/>
              <a:gd name="connsiteX3" fmla="*/ 0 w 1959432"/>
              <a:gd name="connsiteY3" fmla="*/ 1959432 h 1959432"/>
            </a:gdLst>
            <a:ahLst/>
            <a:cxnLst>
              <a:cxn ang="0">
                <a:pos x="connsiteX0" y="connsiteY0"/>
              </a:cxn>
              <a:cxn ang="0">
                <a:pos x="connsiteX1" y="connsiteY1"/>
              </a:cxn>
              <a:cxn ang="0">
                <a:pos x="connsiteX2" y="connsiteY2"/>
              </a:cxn>
              <a:cxn ang="0">
                <a:pos x="connsiteX3" y="connsiteY3"/>
              </a:cxn>
            </a:cxnLst>
            <a:rect l="l" t="t" r="r" b="b"/>
            <a:pathLst>
              <a:path w="1959432" h="1959432">
                <a:moveTo>
                  <a:pt x="0" y="0"/>
                </a:moveTo>
                <a:lnTo>
                  <a:pt x="1959433" y="0"/>
                </a:lnTo>
                <a:lnTo>
                  <a:pt x="1959433" y="1959432"/>
                </a:lnTo>
                <a:lnTo>
                  <a:pt x="0" y="1959432"/>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3" name="Vrije vorm: vorm 12">
            <a:extLst>
              <a:ext uri="{FF2B5EF4-FFF2-40B4-BE49-F238E27FC236}">
                <a16:creationId xmlns:a16="http://schemas.microsoft.com/office/drawing/2014/main" id="{8407AF6D-9000-F733-EA84-FF76C63BD23E}"/>
              </a:ext>
            </a:extLst>
          </p:cNvPr>
          <p:cNvSpPr/>
          <p:nvPr/>
        </p:nvSpPr>
        <p:spPr>
          <a:xfrm>
            <a:off x="8278655" y="4898567"/>
            <a:ext cx="1959432" cy="1959432"/>
          </a:xfrm>
          <a:custGeom>
            <a:avLst/>
            <a:gdLst>
              <a:gd name="connsiteX0" fmla="*/ 1959433 w 1959432"/>
              <a:gd name="connsiteY0" fmla="*/ 979716 h 1959432"/>
              <a:gd name="connsiteX1" fmla="*/ 979716 w 1959432"/>
              <a:gd name="connsiteY1" fmla="*/ 1959432 h 1959432"/>
              <a:gd name="connsiteX2" fmla="*/ 0 w 1959432"/>
              <a:gd name="connsiteY2" fmla="*/ 979716 h 1959432"/>
              <a:gd name="connsiteX3" fmla="*/ 979716 w 1959432"/>
              <a:gd name="connsiteY3" fmla="*/ 0 h 1959432"/>
              <a:gd name="connsiteX4" fmla="*/ 1959433 w 1959432"/>
              <a:gd name="connsiteY4" fmla="*/ 979716 h 195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9432" h="1959432">
                <a:moveTo>
                  <a:pt x="1959433" y="979716"/>
                </a:moveTo>
                <a:cubicBezTo>
                  <a:pt x="1959433" y="1520798"/>
                  <a:pt x="1520799" y="1959432"/>
                  <a:pt x="979716" y="1959432"/>
                </a:cubicBezTo>
                <a:cubicBezTo>
                  <a:pt x="438634" y="1959432"/>
                  <a:pt x="0" y="1520799"/>
                  <a:pt x="0" y="979716"/>
                </a:cubicBezTo>
                <a:cubicBezTo>
                  <a:pt x="0" y="438634"/>
                  <a:pt x="438634" y="0"/>
                  <a:pt x="979716" y="0"/>
                </a:cubicBezTo>
                <a:cubicBezTo>
                  <a:pt x="1520799" y="0"/>
                  <a:pt x="1959433" y="438634"/>
                  <a:pt x="1959433" y="979716"/>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5" name="Vrije vorm: vorm 14">
            <a:extLst>
              <a:ext uri="{FF2B5EF4-FFF2-40B4-BE49-F238E27FC236}">
                <a16:creationId xmlns:a16="http://schemas.microsoft.com/office/drawing/2014/main" id="{514ADAA3-453A-9C26-2FBA-422163CFD1A2}"/>
              </a:ext>
            </a:extLst>
          </p:cNvPr>
          <p:cNvSpPr/>
          <p:nvPr/>
        </p:nvSpPr>
        <p:spPr>
          <a:xfrm>
            <a:off x="8278655" y="1959427"/>
            <a:ext cx="1959432" cy="979716"/>
          </a:xfrm>
          <a:custGeom>
            <a:avLst/>
            <a:gdLst>
              <a:gd name="connsiteX0" fmla="*/ 1959432 w 1959432"/>
              <a:gd name="connsiteY0" fmla="*/ 1 h 979716"/>
              <a:gd name="connsiteX1" fmla="*/ 0 w 1959432"/>
              <a:gd name="connsiteY1" fmla="*/ 0 h 979716"/>
              <a:gd name="connsiteX2" fmla="*/ 979715 w 1959432"/>
              <a:gd name="connsiteY2" fmla="*/ 979717 h 979716"/>
              <a:gd name="connsiteX3" fmla="*/ 1959432 w 1959432"/>
              <a:gd name="connsiteY3" fmla="*/ 1 h 979716"/>
            </a:gdLst>
            <a:ahLst/>
            <a:cxnLst>
              <a:cxn ang="0">
                <a:pos x="connsiteX0" y="connsiteY0"/>
              </a:cxn>
              <a:cxn ang="0">
                <a:pos x="connsiteX1" y="connsiteY1"/>
              </a:cxn>
              <a:cxn ang="0">
                <a:pos x="connsiteX2" y="connsiteY2"/>
              </a:cxn>
              <a:cxn ang="0">
                <a:pos x="connsiteX3" y="connsiteY3"/>
              </a:cxn>
            </a:cxnLst>
            <a:rect l="l" t="t" r="r" b="b"/>
            <a:pathLst>
              <a:path w="1959432" h="979716">
                <a:moveTo>
                  <a:pt x="1959432" y="1"/>
                </a:moveTo>
                <a:lnTo>
                  <a:pt x="0" y="0"/>
                </a:lnTo>
                <a:cubicBezTo>
                  <a:pt x="0" y="541049"/>
                  <a:pt x="438667" y="979716"/>
                  <a:pt x="979715" y="979717"/>
                </a:cubicBezTo>
                <a:cubicBezTo>
                  <a:pt x="1520764" y="979717"/>
                  <a:pt x="1959432" y="541049"/>
                  <a:pt x="1959432" y="1"/>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3" name="Vrije vorm: vorm 22">
            <a:extLst>
              <a:ext uri="{FF2B5EF4-FFF2-40B4-BE49-F238E27FC236}">
                <a16:creationId xmlns:a16="http://schemas.microsoft.com/office/drawing/2014/main" id="{13A82B70-3E4B-D590-C7AB-B541A730BDE4}"/>
              </a:ext>
            </a:extLst>
          </p:cNvPr>
          <p:cNvSpPr/>
          <p:nvPr/>
        </p:nvSpPr>
        <p:spPr>
          <a:xfrm>
            <a:off x="6319232" y="-4"/>
            <a:ext cx="1959432" cy="979716"/>
          </a:xfrm>
          <a:custGeom>
            <a:avLst/>
            <a:gdLst>
              <a:gd name="connsiteX0" fmla="*/ 0 w 1959432"/>
              <a:gd name="connsiteY0" fmla="*/ 979716 h 979716"/>
              <a:gd name="connsiteX1" fmla="*/ 1959432 w 1959432"/>
              <a:gd name="connsiteY1" fmla="*/ 979716 h 979716"/>
              <a:gd name="connsiteX2" fmla="*/ 979716 w 1959432"/>
              <a:gd name="connsiteY2" fmla="*/ 0 h 979716"/>
              <a:gd name="connsiteX3" fmla="*/ 0 w 1959432"/>
              <a:gd name="connsiteY3" fmla="*/ 979716 h 979716"/>
            </a:gdLst>
            <a:ahLst/>
            <a:cxnLst>
              <a:cxn ang="0">
                <a:pos x="connsiteX0" y="connsiteY0"/>
              </a:cxn>
              <a:cxn ang="0">
                <a:pos x="connsiteX1" y="connsiteY1"/>
              </a:cxn>
              <a:cxn ang="0">
                <a:pos x="connsiteX2" y="connsiteY2"/>
              </a:cxn>
              <a:cxn ang="0">
                <a:pos x="connsiteX3" y="connsiteY3"/>
              </a:cxn>
            </a:cxnLst>
            <a:rect l="l" t="t" r="r" b="b"/>
            <a:pathLst>
              <a:path w="1959432" h="979716">
                <a:moveTo>
                  <a:pt x="0" y="979716"/>
                </a:moveTo>
                <a:lnTo>
                  <a:pt x="1959432" y="979716"/>
                </a:lnTo>
                <a:lnTo>
                  <a:pt x="979716" y="0"/>
                </a:lnTo>
                <a:lnTo>
                  <a:pt x="0" y="979716"/>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4" name="Vrije vorm: vorm 23">
            <a:extLst>
              <a:ext uri="{FF2B5EF4-FFF2-40B4-BE49-F238E27FC236}">
                <a16:creationId xmlns:a16="http://schemas.microsoft.com/office/drawing/2014/main" id="{BF269EE7-C1AF-3F62-C49F-070358B3ED1D}"/>
              </a:ext>
            </a:extLst>
          </p:cNvPr>
          <p:cNvSpPr/>
          <p:nvPr/>
        </p:nvSpPr>
        <p:spPr>
          <a:xfrm>
            <a:off x="6319241" y="2939143"/>
            <a:ext cx="1959414" cy="979707"/>
          </a:xfrm>
          <a:custGeom>
            <a:avLst/>
            <a:gdLst>
              <a:gd name="connsiteX0" fmla="*/ 1959415 w 1959414"/>
              <a:gd name="connsiteY0" fmla="*/ 0 h 979707"/>
              <a:gd name="connsiteX1" fmla="*/ 0 w 1959414"/>
              <a:gd name="connsiteY1" fmla="*/ 1 h 979707"/>
              <a:gd name="connsiteX2" fmla="*/ 979708 w 1959414"/>
              <a:gd name="connsiteY2" fmla="*/ 979708 h 979707"/>
              <a:gd name="connsiteX3" fmla="*/ 1959415 w 1959414"/>
              <a:gd name="connsiteY3" fmla="*/ 0 h 979707"/>
            </a:gdLst>
            <a:ahLst/>
            <a:cxnLst>
              <a:cxn ang="0">
                <a:pos x="connsiteX0" y="connsiteY0"/>
              </a:cxn>
              <a:cxn ang="0">
                <a:pos x="connsiteX1" y="connsiteY1"/>
              </a:cxn>
              <a:cxn ang="0">
                <a:pos x="connsiteX2" y="connsiteY2"/>
              </a:cxn>
              <a:cxn ang="0">
                <a:pos x="connsiteX3" y="connsiteY3"/>
              </a:cxn>
            </a:cxnLst>
            <a:rect l="l" t="t" r="r" b="b"/>
            <a:pathLst>
              <a:path w="1959414" h="979707">
                <a:moveTo>
                  <a:pt x="1959415" y="0"/>
                </a:moveTo>
                <a:lnTo>
                  <a:pt x="0" y="1"/>
                </a:lnTo>
                <a:lnTo>
                  <a:pt x="979708" y="979708"/>
                </a:lnTo>
                <a:lnTo>
                  <a:pt x="1959415" y="0"/>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5" name="Vrije vorm: vorm 24">
            <a:extLst>
              <a:ext uri="{FF2B5EF4-FFF2-40B4-BE49-F238E27FC236}">
                <a16:creationId xmlns:a16="http://schemas.microsoft.com/office/drawing/2014/main" id="{BD6879C0-8027-C467-721B-B6EA184AF2D1}"/>
              </a:ext>
            </a:extLst>
          </p:cNvPr>
          <p:cNvSpPr/>
          <p:nvPr/>
        </p:nvSpPr>
        <p:spPr>
          <a:xfrm rot="8100000">
            <a:off x="4646758" y="289739"/>
            <a:ext cx="1385515" cy="1385515"/>
          </a:xfrm>
          <a:custGeom>
            <a:avLst/>
            <a:gdLst>
              <a:gd name="connsiteX0" fmla="*/ 0 w 1385515"/>
              <a:gd name="connsiteY0" fmla="*/ 0 h 1385515"/>
              <a:gd name="connsiteX1" fmla="*/ 1385515 w 1385515"/>
              <a:gd name="connsiteY1" fmla="*/ 0 h 1385515"/>
              <a:gd name="connsiteX2" fmla="*/ 1385515 w 1385515"/>
              <a:gd name="connsiteY2" fmla="*/ 1385516 h 1385515"/>
              <a:gd name="connsiteX3" fmla="*/ 0 w 1385515"/>
              <a:gd name="connsiteY3" fmla="*/ 1385516 h 1385515"/>
            </a:gdLst>
            <a:ahLst/>
            <a:cxnLst>
              <a:cxn ang="0">
                <a:pos x="connsiteX0" y="connsiteY0"/>
              </a:cxn>
              <a:cxn ang="0">
                <a:pos x="connsiteX1" y="connsiteY1"/>
              </a:cxn>
              <a:cxn ang="0">
                <a:pos x="connsiteX2" y="connsiteY2"/>
              </a:cxn>
              <a:cxn ang="0">
                <a:pos x="connsiteX3" y="connsiteY3"/>
              </a:cxn>
            </a:cxnLst>
            <a:rect l="l" t="t" r="r" b="b"/>
            <a:pathLst>
              <a:path w="1385515" h="1385515">
                <a:moveTo>
                  <a:pt x="0" y="0"/>
                </a:moveTo>
                <a:lnTo>
                  <a:pt x="1385515" y="0"/>
                </a:lnTo>
                <a:lnTo>
                  <a:pt x="1385515" y="1385516"/>
                </a:lnTo>
                <a:lnTo>
                  <a:pt x="0" y="1385516"/>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6" name="Vrije vorm: vorm 25">
            <a:extLst>
              <a:ext uri="{FF2B5EF4-FFF2-40B4-BE49-F238E27FC236}">
                <a16:creationId xmlns:a16="http://schemas.microsoft.com/office/drawing/2014/main" id="{80F902A1-E45C-814F-FECF-6D8954C7AEB7}"/>
              </a:ext>
            </a:extLst>
          </p:cNvPr>
          <p:cNvSpPr/>
          <p:nvPr userDrawn="1"/>
        </p:nvSpPr>
        <p:spPr>
          <a:xfrm rot="10800000">
            <a:off x="2400367" y="2781"/>
            <a:ext cx="1959432" cy="1959432"/>
          </a:xfrm>
          <a:custGeom>
            <a:avLst/>
            <a:gdLst>
              <a:gd name="connsiteX0" fmla="*/ 0 w 1959432"/>
              <a:gd name="connsiteY0" fmla="*/ 0 h 1959432"/>
              <a:gd name="connsiteX1" fmla="*/ 1959432 w 1959432"/>
              <a:gd name="connsiteY1" fmla="*/ 0 h 1959432"/>
              <a:gd name="connsiteX2" fmla="*/ 1959432 w 1959432"/>
              <a:gd name="connsiteY2" fmla="*/ 1959432 h 1959432"/>
              <a:gd name="connsiteX3" fmla="*/ 0 w 1959432"/>
              <a:gd name="connsiteY3" fmla="*/ 1959432 h 1959432"/>
            </a:gdLst>
            <a:ahLst/>
            <a:cxnLst>
              <a:cxn ang="0">
                <a:pos x="connsiteX0" y="connsiteY0"/>
              </a:cxn>
              <a:cxn ang="0">
                <a:pos x="connsiteX1" y="connsiteY1"/>
              </a:cxn>
              <a:cxn ang="0">
                <a:pos x="connsiteX2" y="connsiteY2"/>
              </a:cxn>
              <a:cxn ang="0">
                <a:pos x="connsiteX3" y="connsiteY3"/>
              </a:cxn>
            </a:cxnLst>
            <a:rect l="l" t="t" r="r" b="b"/>
            <a:pathLst>
              <a:path w="1959432" h="1959432">
                <a:moveTo>
                  <a:pt x="0" y="0"/>
                </a:moveTo>
                <a:lnTo>
                  <a:pt x="1959432" y="0"/>
                </a:lnTo>
                <a:lnTo>
                  <a:pt x="1959432" y="1959432"/>
                </a:lnTo>
                <a:lnTo>
                  <a:pt x="0" y="1959432"/>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7" name="Vrije vorm: vorm 26">
            <a:extLst>
              <a:ext uri="{FF2B5EF4-FFF2-40B4-BE49-F238E27FC236}">
                <a16:creationId xmlns:a16="http://schemas.microsoft.com/office/drawing/2014/main" id="{ECF82274-B301-1AF4-CC14-71F8F6BD4890}"/>
              </a:ext>
            </a:extLst>
          </p:cNvPr>
          <p:cNvSpPr/>
          <p:nvPr/>
        </p:nvSpPr>
        <p:spPr>
          <a:xfrm>
            <a:off x="4359799" y="1962213"/>
            <a:ext cx="1959432" cy="979716"/>
          </a:xfrm>
          <a:custGeom>
            <a:avLst/>
            <a:gdLst>
              <a:gd name="connsiteX0" fmla="*/ 1959432 w 1959432"/>
              <a:gd name="connsiteY0" fmla="*/ 0 h 979716"/>
              <a:gd name="connsiteX1" fmla="*/ 0 w 1959432"/>
              <a:gd name="connsiteY1" fmla="*/ 1 h 979716"/>
              <a:gd name="connsiteX2" fmla="*/ 979717 w 1959432"/>
              <a:gd name="connsiteY2" fmla="*/ 979716 h 979716"/>
              <a:gd name="connsiteX3" fmla="*/ 1959432 w 1959432"/>
              <a:gd name="connsiteY3" fmla="*/ 0 h 979716"/>
            </a:gdLst>
            <a:ahLst/>
            <a:cxnLst>
              <a:cxn ang="0">
                <a:pos x="connsiteX0" y="connsiteY0"/>
              </a:cxn>
              <a:cxn ang="0">
                <a:pos x="connsiteX1" y="connsiteY1"/>
              </a:cxn>
              <a:cxn ang="0">
                <a:pos x="connsiteX2" y="connsiteY2"/>
              </a:cxn>
              <a:cxn ang="0">
                <a:pos x="connsiteX3" y="connsiteY3"/>
              </a:cxn>
            </a:cxnLst>
            <a:rect l="l" t="t" r="r" b="b"/>
            <a:pathLst>
              <a:path w="1959432" h="979716">
                <a:moveTo>
                  <a:pt x="1959432" y="0"/>
                </a:moveTo>
                <a:lnTo>
                  <a:pt x="0" y="1"/>
                </a:lnTo>
                <a:cubicBezTo>
                  <a:pt x="0" y="541049"/>
                  <a:pt x="438668" y="979717"/>
                  <a:pt x="979717" y="979716"/>
                </a:cubicBezTo>
                <a:cubicBezTo>
                  <a:pt x="1520765" y="979716"/>
                  <a:pt x="1959433" y="541048"/>
                  <a:pt x="1959432" y="0"/>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Tree>
    <p:extLst>
      <p:ext uri="{BB962C8B-B14F-4D97-AF65-F5344CB8AC3E}">
        <p14:creationId xmlns:p14="http://schemas.microsoft.com/office/powerpoint/2010/main" val="3917765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Light chapter">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C37D8072-9EE3-917B-7F33-372174E2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1999" y="288001"/>
            <a:ext cx="914396" cy="485774"/>
          </a:xfrm>
          <a:prstGeom prst="rect">
            <a:avLst/>
          </a:prstGeom>
        </p:spPr>
      </p:pic>
      <p:sp>
        <p:nvSpPr>
          <p:cNvPr id="14" name="Text Placeholder 4">
            <a:extLst>
              <a:ext uri="{FF2B5EF4-FFF2-40B4-BE49-F238E27FC236}">
                <a16:creationId xmlns:a16="http://schemas.microsoft.com/office/drawing/2014/main" id="{FD35E4C5-AED2-E9A8-7D65-14800B632E6C}"/>
              </a:ext>
            </a:extLst>
          </p:cNvPr>
          <p:cNvSpPr>
            <a:spLocks noGrp="1"/>
          </p:cNvSpPr>
          <p:nvPr>
            <p:ph type="body" sz="quarter" idx="10" hasCustomPrompt="1"/>
          </p:nvPr>
        </p:nvSpPr>
        <p:spPr>
          <a:xfrm>
            <a:off x="5416337" y="2299097"/>
            <a:ext cx="5491121" cy="2286007"/>
          </a:xfrm>
          <a:prstGeom prst="rect">
            <a:avLst/>
          </a:prstGeom>
        </p:spPr>
        <p:txBody>
          <a:bodyPr anchor="b"/>
          <a:lstStyle>
            <a:lvl1pPr marL="0" indent="0">
              <a:buNone/>
              <a:defRPr sz="4800" b="1">
                <a:solidFill>
                  <a:schemeClr val="tx2"/>
                </a:solidFill>
                <a:latin typeface="+mj-lt"/>
              </a:defRPr>
            </a:lvl1pPr>
          </a:lstStyle>
          <a:p>
            <a:pPr lvl="0"/>
            <a:r>
              <a:rPr lang="en-US" dirty="0"/>
              <a:t>Title</a:t>
            </a:r>
          </a:p>
        </p:txBody>
      </p:sp>
      <p:cxnSp>
        <p:nvCxnSpPr>
          <p:cNvPr id="22" name="Straight Connector 21">
            <a:extLst>
              <a:ext uri="{FF2B5EF4-FFF2-40B4-BE49-F238E27FC236}">
                <a16:creationId xmlns:a16="http://schemas.microsoft.com/office/drawing/2014/main" id="{A5CF1C14-D13B-9574-C8BD-CA3AF6086669}"/>
              </a:ext>
            </a:extLst>
          </p:cNvPr>
          <p:cNvCxnSpPr>
            <a:cxnSpLocks/>
          </p:cNvCxnSpPr>
          <p:nvPr userDrawn="1"/>
        </p:nvCxnSpPr>
        <p:spPr>
          <a:xfrm>
            <a:off x="5332687" y="2151613"/>
            <a:ext cx="0" cy="2605688"/>
          </a:xfrm>
          <a:prstGeom prst="line">
            <a:avLst/>
          </a:prstGeom>
          <a:ln>
            <a:solidFill>
              <a:srgbClr val="617FC0"/>
            </a:solidFill>
          </a:ln>
        </p:spPr>
        <p:style>
          <a:lnRef idx="2">
            <a:schemeClr val="accent1"/>
          </a:lnRef>
          <a:fillRef idx="0">
            <a:schemeClr val="accent1"/>
          </a:fillRef>
          <a:effectRef idx="1">
            <a:schemeClr val="accent1"/>
          </a:effectRef>
          <a:fontRef idx="minor">
            <a:schemeClr val="tx1"/>
          </a:fontRef>
        </p:style>
      </p:cxnSp>
      <p:sp>
        <p:nvSpPr>
          <p:cNvPr id="23" name="Text Placeholder 4">
            <a:extLst>
              <a:ext uri="{FF2B5EF4-FFF2-40B4-BE49-F238E27FC236}">
                <a16:creationId xmlns:a16="http://schemas.microsoft.com/office/drawing/2014/main" id="{C2FA6B88-2EA8-B1CD-1B6F-84AFBEAAB3F3}"/>
              </a:ext>
            </a:extLst>
          </p:cNvPr>
          <p:cNvSpPr>
            <a:spLocks noGrp="1"/>
          </p:cNvSpPr>
          <p:nvPr>
            <p:ph type="body" sz="quarter" idx="11" hasCustomPrompt="1"/>
          </p:nvPr>
        </p:nvSpPr>
        <p:spPr>
          <a:xfrm>
            <a:off x="674055" y="2298478"/>
            <a:ext cx="4571975" cy="2286007"/>
          </a:xfrm>
          <a:prstGeom prst="rect">
            <a:avLst/>
          </a:prstGeom>
        </p:spPr>
        <p:txBody>
          <a:bodyPr anchor="t"/>
          <a:lstStyle>
            <a:lvl1pPr marL="0" indent="0" algn="r">
              <a:buNone/>
              <a:defRPr sz="4800" b="1">
                <a:solidFill>
                  <a:schemeClr val="tx2"/>
                </a:solidFill>
                <a:latin typeface="+mj-lt"/>
              </a:defRPr>
            </a:lvl1pPr>
          </a:lstStyle>
          <a:p>
            <a:pPr lvl="0"/>
            <a:r>
              <a:rPr lang="en-US" dirty="0"/>
              <a:t>01</a:t>
            </a:r>
          </a:p>
        </p:txBody>
      </p:sp>
      <p:grpSp>
        <p:nvGrpSpPr>
          <p:cNvPr id="12" name="Group 11">
            <a:extLst>
              <a:ext uri="{FF2B5EF4-FFF2-40B4-BE49-F238E27FC236}">
                <a16:creationId xmlns:a16="http://schemas.microsoft.com/office/drawing/2014/main" id="{8DA0560F-A4B9-6D60-DA89-678D8AA3B9FC}"/>
              </a:ext>
            </a:extLst>
          </p:cNvPr>
          <p:cNvGrpSpPr/>
          <p:nvPr userDrawn="1"/>
        </p:nvGrpSpPr>
        <p:grpSpPr>
          <a:xfrm>
            <a:off x="6505909" y="9229"/>
            <a:ext cx="5688622" cy="6861839"/>
            <a:chOff x="6476020" y="-8"/>
            <a:chExt cx="5718513" cy="6897894"/>
          </a:xfrm>
        </p:grpSpPr>
        <p:sp>
          <p:nvSpPr>
            <p:cNvPr id="13" name="Vrije vorm: vorm 9">
              <a:extLst>
                <a:ext uri="{FF2B5EF4-FFF2-40B4-BE49-F238E27FC236}">
                  <a16:creationId xmlns:a16="http://schemas.microsoft.com/office/drawing/2014/main" id="{9D7D31D0-E3AC-9AED-7DFC-600F0A869084}"/>
                </a:ext>
              </a:extLst>
            </p:cNvPr>
            <p:cNvSpPr/>
            <p:nvPr userDrawn="1"/>
          </p:nvSpPr>
          <p:spPr>
            <a:xfrm flipH="1">
              <a:off x="6476020" y="4608573"/>
              <a:ext cx="2289313" cy="228931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noFill/>
            <a:ln w="0" cap="flat">
              <a:solidFill>
                <a:srgbClr val="D1E4F7"/>
              </a:solidFill>
              <a:prstDash val="solid"/>
              <a:miter/>
            </a:ln>
          </p:spPr>
          <p:txBody>
            <a:bodyPr rtlCol="0" anchor="ctr"/>
            <a:lstStyle/>
            <a:p>
              <a:endParaRPr lang="nl-NL"/>
            </a:p>
          </p:txBody>
        </p:sp>
        <p:sp>
          <p:nvSpPr>
            <p:cNvPr id="16" name="Vrije vorm: vorm 18">
              <a:extLst>
                <a:ext uri="{FF2B5EF4-FFF2-40B4-BE49-F238E27FC236}">
                  <a16:creationId xmlns:a16="http://schemas.microsoft.com/office/drawing/2014/main" id="{F5FCDA4F-39E8-1B34-6039-23A6929D29CF}"/>
                </a:ext>
              </a:extLst>
            </p:cNvPr>
            <p:cNvSpPr/>
            <p:nvPr userDrawn="1"/>
          </p:nvSpPr>
          <p:spPr>
            <a:xfrm flipH="1">
              <a:off x="9893073" y="-8"/>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a:p>
          </p:txBody>
        </p:sp>
        <p:sp>
          <p:nvSpPr>
            <p:cNvPr id="17" name="Vrije vorm: vorm 11">
              <a:extLst>
                <a:ext uri="{FF2B5EF4-FFF2-40B4-BE49-F238E27FC236}">
                  <a16:creationId xmlns:a16="http://schemas.microsoft.com/office/drawing/2014/main" id="{BBDB3D9B-C250-7032-0ACC-7C5B8B0FAD88}"/>
                </a:ext>
              </a:extLst>
            </p:cNvPr>
            <p:cNvSpPr/>
            <p:nvPr/>
          </p:nvSpPr>
          <p:spPr>
            <a:xfrm>
              <a:off x="8765334" y="4581825"/>
              <a:ext cx="1144651" cy="2289302"/>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noFill/>
            <a:ln w="0" cap="flat">
              <a:solidFill>
                <a:srgbClr val="D1E4F7"/>
              </a:solidFill>
              <a:prstDash val="solid"/>
              <a:miter/>
            </a:ln>
          </p:spPr>
          <p:txBody>
            <a:bodyPr rtlCol="0" anchor="ctr"/>
            <a:lstStyle/>
            <a:p>
              <a:endParaRPr lang="nl-NL"/>
            </a:p>
          </p:txBody>
        </p:sp>
        <p:sp>
          <p:nvSpPr>
            <p:cNvPr id="18" name="Vrije vorm: vorm 16">
              <a:extLst>
                <a:ext uri="{FF2B5EF4-FFF2-40B4-BE49-F238E27FC236}">
                  <a16:creationId xmlns:a16="http://schemas.microsoft.com/office/drawing/2014/main" id="{F7A11193-8342-CC7D-4893-9DA72119E1F8}"/>
                </a:ext>
              </a:extLst>
            </p:cNvPr>
            <p:cNvSpPr/>
            <p:nvPr userDrawn="1"/>
          </p:nvSpPr>
          <p:spPr>
            <a:xfrm rot="18900000" flipH="1">
              <a:off x="7939042" y="325447"/>
              <a:ext cx="1618773" cy="1618773"/>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noFill/>
            <a:ln w="0" cap="flat">
              <a:solidFill>
                <a:srgbClr val="D1E4F7"/>
              </a:solidFill>
              <a:prstDash val="solid"/>
              <a:miter/>
            </a:ln>
          </p:spPr>
          <p:txBody>
            <a:bodyPr rtlCol="0" anchor="ctr"/>
            <a:lstStyle/>
            <a:p>
              <a:endParaRPr lang="nl-NL"/>
            </a:p>
          </p:txBody>
        </p:sp>
        <p:sp>
          <p:nvSpPr>
            <p:cNvPr id="19" name="Vrije vorm: vorm 17">
              <a:extLst>
                <a:ext uri="{FF2B5EF4-FFF2-40B4-BE49-F238E27FC236}">
                  <a16:creationId xmlns:a16="http://schemas.microsoft.com/office/drawing/2014/main" id="{A3F6D955-1692-3320-C7CD-A1960CC43330}"/>
                </a:ext>
              </a:extLst>
            </p:cNvPr>
            <p:cNvSpPr/>
            <p:nvPr userDrawn="1"/>
          </p:nvSpPr>
          <p:spPr>
            <a:xfrm>
              <a:off x="9905975" y="2295800"/>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noFill/>
            <a:ln w="0" cap="flat">
              <a:solidFill>
                <a:srgbClr val="D1E4F7"/>
              </a:solidFill>
              <a:prstDash val="solid"/>
              <a:miter/>
            </a:ln>
          </p:spPr>
          <p:txBody>
            <a:bodyPr rtlCol="0" anchor="ctr"/>
            <a:lstStyle/>
            <a:p>
              <a:endParaRPr lang="nl-NL" dirty="0"/>
            </a:p>
          </p:txBody>
        </p:sp>
        <p:sp>
          <p:nvSpPr>
            <p:cNvPr id="20" name="Vrije vorm: vorm 18">
              <a:extLst>
                <a:ext uri="{FF2B5EF4-FFF2-40B4-BE49-F238E27FC236}">
                  <a16:creationId xmlns:a16="http://schemas.microsoft.com/office/drawing/2014/main" id="{23AF75C3-7660-CDC9-64BF-2397504B8386}"/>
                </a:ext>
              </a:extLst>
            </p:cNvPr>
            <p:cNvSpPr/>
            <p:nvPr userDrawn="1"/>
          </p:nvSpPr>
          <p:spPr>
            <a:xfrm flipH="1">
              <a:off x="9905231" y="4581825"/>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a:p>
          </p:txBody>
        </p:sp>
      </p:grpSp>
    </p:spTree>
    <p:extLst>
      <p:ext uri="{BB962C8B-B14F-4D97-AF65-F5344CB8AC3E}">
        <p14:creationId xmlns:p14="http://schemas.microsoft.com/office/powerpoint/2010/main" val="7744663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ark Chapter">
    <p:bg>
      <p:bgPr>
        <a:solidFill>
          <a:schemeClr val="tx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4382B98-F52A-356D-3C7F-C910A58C6305}"/>
              </a:ext>
            </a:extLst>
          </p:cNvPr>
          <p:cNvSpPr>
            <a:spLocks noGrp="1"/>
          </p:cNvSpPr>
          <p:nvPr>
            <p:ph type="body" sz="quarter" idx="10" hasCustomPrompt="1"/>
          </p:nvPr>
        </p:nvSpPr>
        <p:spPr>
          <a:xfrm>
            <a:off x="5416338" y="2299097"/>
            <a:ext cx="4491426" cy="2286007"/>
          </a:xfrm>
          <a:prstGeom prst="rect">
            <a:avLst/>
          </a:prstGeom>
        </p:spPr>
        <p:txBody>
          <a:bodyPr anchor="b"/>
          <a:lstStyle>
            <a:lvl1pPr marL="0" indent="0">
              <a:buNone/>
              <a:defRPr sz="4800" b="1">
                <a:solidFill>
                  <a:schemeClr val="bg1"/>
                </a:solidFill>
                <a:latin typeface="+mj-lt"/>
              </a:defRPr>
            </a:lvl1pPr>
          </a:lstStyle>
          <a:p>
            <a:pPr lvl="0"/>
            <a:r>
              <a:rPr lang="en-US" dirty="0"/>
              <a:t>Title</a:t>
            </a:r>
          </a:p>
        </p:txBody>
      </p:sp>
      <p:cxnSp>
        <p:nvCxnSpPr>
          <p:cNvPr id="14" name="Straight Connector 13">
            <a:extLst>
              <a:ext uri="{FF2B5EF4-FFF2-40B4-BE49-F238E27FC236}">
                <a16:creationId xmlns:a16="http://schemas.microsoft.com/office/drawing/2014/main" id="{245ED613-E63C-1A40-8BA6-A1E7EC1B8441}"/>
              </a:ext>
            </a:extLst>
          </p:cNvPr>
          <p:cNvCxnSpPr>
            <a:cxnSpLocks/>
          </p:cNvCxnSpPr>
          <p:nvPr userDrawn="1"/>
        </p:nvCxnSpPr>
        <p:spPr>
          <a:xfrm>
            <a:off x="5332687" y="2151613"/>
            <a:ext cx="0" cy="260568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5" name="Text Placeholder 4">
            <a:extLst>
              <a:ext uri="{FF2B5EF4-FFF2-40B4-BE49-F238E27FC236}">
                <a16:creationId xmlns:a16="http://schemas.microsoft.com/office/drawing/2014/main" id="{5D2D1E3A-2AAA-BB69-2B3E-0CFC160254F9}"/>
              </a:ext>
            </a:extLst>
          </p:cNvPr>
          <p:cNvSpPr>
            <a:spLocks noGrp="1"/>
          </p:cNvSpPr>
          <p:nvPr>
            <p:ph type="body" sz="quarter" idx="11" hasCustomPrompt="1"/>
          </p:nvPr>
        </p:nvSpPr>
        <p:spPr>
          <a:xfrm>
            <a:off x="674055" y="2298478"/>
            <a:ext cx="4571975" cy="2286007"/>
          </a:xfrm>
          <a:prstGeom prst="rect">
            <a:avLst/>
          </a:prstGeom>
        </p:spPr>
        <p:txBody>
          <a:bodyPr anchor="t"/>
          <a:lstStyle>
            <a:lvl1pPr marL="0" indent="0" algn="r">
              <a:buNone/>
              <a:defRPr sz="4800" b="1">
                <a:solidFill>
                  <a:schemeClr val="tx1">
                    <a:lumMod val="10000"/>
                    <a:lumOff val="90000"/>
                  </a:schemeClr>
                </a:solidFill>
                <a:latin typeface="+mj-lt"/>
              </a:defRPr>
            </a:lvl1pPr>
          </a:lstStyle>
          <a:p>
            <a:pPr lvl="0"/>
            <a:r>
              <a:rPr lang="en-US" dirty="0"/>
              <a:t>01</a:t>
            </a:r>
          </a:p>
        </p:txBody>
      </p:sp>
      <p:grpSp>
        <p:nvGrpSpPr>
          <p:cNvPr id="36" name="Group 35">
            <a:extLst>
              <a:ext uri="{FF2B5EF4-FFF2-40B4-BE49-F238E27FC236}">
                <a16:creationId xmlns:a16="http://schemas.microsoft.com/office/drawing/2014/main" id="{295E0F4D-D704-5EE7-5BD6-FBFC12DB1897}"/>
              </a:ext>
            </a:extLst>
          </p:cNvPr>
          <p:cNvGrpSpPr/>
          <p:nvPr userDrawn="1"/>
        </p:nvGrpSpPr>
        <p:grpSpPr>
          <a:xfrm>
            <a:off x="6486555" y="-8"/>
            <a:ext cx="5705445" cy="6858008"/>
            <a:chOff x="6459109" y="-8"/>
            <a:chExt cx="5735424" cy="6894043"/>
          </a:xfrm>
        </p:grpSpPr>
        <p:sp>
          <p:nvSpPr>
            <p:cNvPr id="18" name="Vrije vorm: vorm 9">
              <a:extLst>
                <a:ext uri="{FF2B5EF4-FFF2-40B4-BE49-F238E27FC236}">
                  <a16:creationId xmlns:a16="http://schemas.microsoft.com/office/drawing/2014/main" id="{C75DACDE-E7EC-DE63-0CB5-ECE0306FA2D1}"/>
                </a:ext>
              </a:extLst>
            </p:cNvPr>
            <p:cNvSpPr/>
            <p:nvPr userDrawn="1"/>
          </p:nvSpPr>
          <p:spPr>
            <a:xfrm flipH="1">
              <a:off x="6459109" y="4604722"/>
              <a:ext cx="2289313" cy="228931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noFill/>
            <a:ln w="0" cap="flat">
              <a:solidFill>
                <a:schemeClr val="tx1">
                  <a:lumMod val="10000"/>
                  <a:lumOff val="90000"/>
                </a:schemeClr>
              </a:solidFill>
              <a:prstDash val="solid"/>
              <a:miter/>
            </a:ln>
          </p:spPr>
          <p:txBody>
            <a:bodyPr rtlCol="0" anchor="ctr"/>
            <a:lstStyle/>
            <a:p>
              <a:endParaRPr lang="nl-NL"/>
            </a:p>
          </p:txBody>
        </p:sp>
        <p:sp>
          <p:nvSpPr>
            <p:cNvPr id="24" name="Vrije vorm: vorm 18">
              <a:extLst>
                <a:ext uri="{FF2B5EF4-FFF2-40B4-BE49-F238E27FC236}">
                  <a16:creationId xmlns:a16="http://schemas.microsoft.com/office/drawing/2014/main" id="{A0EC596D-4717-F121-FDF3-7E08940E4701}"/>
                </a:ext>
              </a:extLst>
            </p:cNvPr>
            <p:cNvSpPr/>
            <p:nvPr userDrawn="1"/>
          </p:nvSpPr>
          <p:spPr>
            <a:xfrm flipH="1">
              <a:off x="9893073" y="-8"/>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chemeClr val="tx1">
                  <a:lumMod val="10000"/>
                  <a:lumOff val="90000"/>
                </a:schemeClr>
              </a:solidFill>
              <a:prstDash val="solid"/>
              <a:miter/>
            </a:ln>
          </p:spPr>
          <p:txBody>
            <a:bodyPr rtlCol="0" anchor="ctr"/>
            <a:lstStyle/>
            <a:p>
              <a:endParaRPr lang="nl-NL"/>
            </a:p>
          </p:txBody>
        </p:sp>
        <p:sp>
          <p:nvSpPr>
            <p:cNvPr id="30" name="Vrije vorm: vorm 11">
              <a:extLst>
                <a:ext uri="{FF2B5EF4-FFF2-40B4-BE49-F238E27FC236}">
                  <a16:creationId xmlns:a16="http://schemas.microsoft.com/office/drawing/2014/main" id="{4EB34652-C23D-42D0-EAFD-AE0AD02690D0}"/>
                </a:ext>
              </a:extLst>
            </p:cNvPr>
            <p:cNvSpPr/>
            <p:nvPr/>
          </p:nvSpPr>
          <p:spPr>
            <a:xfrm>
              <a:off x="8752365" y="4581825"/>
              <a:ext cx="1144651" cy="2289302"/>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noFill/>
            <a:ln w="0" cap="flat">
              <a:solidFill>
                <a:schemeClr val="tx1">
                  <a:lumMod val="10000"/>
                  <a:lumOff val="90000"/>
                </a:schemeClr>
              </a:solidFill>
              <a:prstDash val="solid"/>
              <a:miter/>
            </a:ln>
          </p:spPr>
          <p:txBody>
            <a:bodyPr rtlCol="0" anchor="ctr"/>
            <a:lstStyle/>
            <a:p>
              <a:endParaRPr lang="nl-NL"/>
            </a:p>
          </p:txBody>
        </p:sp>
        <p:sp>
          <p:nvSpPr>
            <p:cNvPr id="33" name="Vrije vorm: vorm 16">
              <a:extLst>
                <a:ext uri="{FF2B5EF4-FFF2-40B4-BE49-F238E27FC236}">
                  <a16:creationId xmlns:a16="http://schemas.microsoft.com/office/drawing/2014/main" id="{0A4A98AD-D827-0E2D-8305-081B14717334}"/>
                </a:ext>
              </a:extLst>
            </p:cNvPr>
            <p:cNvSpPr/>
            <p:nvPr userDrawn="1"/>
          </p:nvSpPr>
          <p:spPr>
            <a:xfrm rot="18900000" flipH="1">
              <a:off x="7935202" y="345697"/>
              <a:ext cx="1618773" cy="1618773"/>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noFill/>
            <a:ln w="0" cap="flat">
              <a:solidFill>
                <a:schemeClr val="tx1">
                  <a:lumMod val="10000"/>
                  <a:lumOff val="90000"/>
                </a:schemeClr>
              </a:solidFill>
              <a:prstDash val="solid"/>
              <a:miter/>
            </a:ln>
          </p:spPr>
          <p:txBody>
            <a:bodyPr rtlCol="0" anchor="ctr"/>
            <a:lstStyle/>
            <a:p>
              <a:endParaRPr lang="nl-NL"/>
            </a:p>
          </p:txBody>
        </p:sp>
        <p:sp>
          <p:nvSpPr>
            <p:cNvPr id="34" name="Vrije vorm: vorm 17">
              <a:extLst>
                <a:ext uri="{FF2B5EF4-FFF2-40B4-BE49-F238E27FC236}">
                  <a16:creationId xmlns:a16="http://schemas.microsoft.com/office/drawing/2014/main" id="{4B9606F0-4E05-AE28-10B9-ADE63164B28B}"/>
                </a:ext>
              </a:extLst>
            </p:cNvPr>
            <p:cNvSpPr/>
            <p:nvPr userDrawn="1"/>
          </p:nvSpPr>
          <p:spPr>
            <a:xfrm>
              <a:off x="9905975" y="2295800"/>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noFill/>
            <a:ln w="0" cap="flat">
              <a:solidFill>
                <a:schemeClr val="tx1">
                  <a:lumMod val="10000"/>
                  <a:lumOff val="90000"/>
                </a:schemeClr>
              </a:solidFill>
              <a:prstDash val="solid"/>
              <a:miter/>
            </a:ln>
          </p:spPr>
          <p:txBody>
            <a:bodyPr rtlCol="0" anchor="ctr"/>
            <a:lstStyle/>
            <a:p>
              <a:endParaRPr lang="nl-NL" dirty="0"/>
            </a:p>
          </p:txBody>
        </p:sp>
        <p:sp>
          <p:nvSpPr>
            <p:cNvPr id="35" name="Vrije vorm: vorm 18">
              <a:extLst>
                <a:ext uri="{FF2B5EF4-FFF2-40B4-BE49-F238E27FC236}">
                  <a16:creationId xmlns:a16="http://schemas.microsoft.com/office/drawing/2014/main" id="{AAB3C64C-1F3E-C5C8-A6F1-5F8F861E80D6}"/>
                </a:ext>
              </a:extLst>
            </p:cNvPr>
            <p:cNvSpPr/>
            <p:nvPr userDrawn="1"/>
          </p:nvSpPr>
          <p:spPr>
            <a:xfrm flipH="1">
              <a:off x="9905231" y="4581825"/>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chemeClr val="tx1">
                  <a:lumMod val="10000"/>
                  <a:lumOff val="90000"/>
                </a:schemeClr>
              </a:solidFill>
              <a:prstDash val="solid"/>
              <a:miter/>
            </a:ln>
          </p:spPr>
          <p:txBody>
            <a:bodyPr rtlCol="0" anchor="ctr"/>
            <a:lstStyle/>
            <a:p>
              <a:endParaRPr lang="nl-NL"/>
            </a:p>
          </p:txBody>
        </p:sp>
      </p:grpSp>
      <p:pic>
        <p:nvPicPr>
          <p:cNvPr id="37" name="Graphic 36">
            <a:extLst>
              <a:ext uri="{FF2B5EF4-FFF2-40B4-BE49-F238E27FC236}">
                <a16:creationId xmlns:a16="http://schemas.microsoft.com/office/drawing/2014/main" id="{75E3789D-3585-F958-EF40-CE12185BCE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1999" y="288001"/>
            <a:ext cx="914395" cy="485774"/>
          </a:xfrm>
          <a:prstGeom prst="rect">
            <a:avLst/>
          </a:prstGeom>
        </p:spPr>
      </p:pic>
    </p:spTree>
    <p:extLst>
      <p:ext uri="{BB962C8B-B14F-4D97-AF65-F5344CB8AC3E}">
        <p14:creationId xmlns:p14="http://schemas.microsoft.com/office/powerpoint/2010/main" val="2294109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6B32-B4FE-C49A-FCAA-16FA6107D3AA}"/>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3848592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838200" y="1792288"/>
            <a:ext cx="10515600"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1695183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ght pictur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a:xfrm>
            <a:off x="838200" y="365125"/>
            <a:ext cx="4942668" cy="1325563"/>
          </a:xfrm>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838200"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6411134" y="0"/>
            <a:ext cx="5780865" cy="6858000"/>
          </a:xfrm>
          <a:prstGeom prst="rect">
            <a:avLst/>
          </a:prstGeom>
        </p:spPr>
        <p:txBody>
          <a:bodyPr/>
          <a:lstStyle/>
          <a:p>
            <a:endParaRPr lang="en-BE"/>
          </a:p>
        </p:txBody>
      </p:sp>
    </p:spTree>
    <p:extLst>
      <p:ext uri="{BB962C8B-B14F-4D97-AF65-F5344CB8AC3E}">
        <p14:creationId xmlns:p14="http://schemas.microsoft.com/office/powerpoint/2010/main" val="716148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 picture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5164" y="0"/>
            <a:ext cx="5780865" cy="6858000"/>
          </a:xfrm>
          <a:prstGeom prst="rect">
            <a:avLst/>
          </a:prstGeom>
        </p:spPr>
        <p:txBody>
          <a:bodyPr/>
          <a:lstStyle/>
          <a:p>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6416301" y="365125"/>
            <a:ext cx="4942668" cy="1325563"/>
          </a:xfrm>
        </p:spPr>
        <p:txBody>
          <a:bodyPr/>
          <a:lstStyle/>
          <a:p>
            <a:r>
              <a:rPr lang="en-US" dirty="0"/>
              <a:t>Click to edit Master title style</a:t>
            </a:r>
            <a:endParaRPr lang="en-BE" dirty="0"/>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6416301"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1495691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ght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92BD40-8862-2BF5-57C7-5DD0CD67407D}"/>
              </a:ext>
            </a:extLst>
          </p:cNvPr>
          <p:cNvSpPr/>
          <p:nvPr userDrawn="1"/>
        </p:nvSpPr>
        <p:spPr>
          <a:xfrm>
            <a:off x="0" y="0"/>
            <a:ext cx="57757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6416301" y="365125"/>
            <a:ext cx="4942668" cy="1325563"/>
          </a:xfrm>
        </p:spPr>
        <p:txBody>
          <a:bodyPr/>
          <a:lstStyle/>
          <a:p>
            <a:r>
              <a:rPr lang="en-US" dirty="0"/>
              <a:t>Click to edit Master title style</a:t>
            </a:r>
            <a:endParaRPr lang="en-BE" dirty="0"/>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6416301"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pic>
        <p:nvPicPr>
          <p:cNvPr id="3" name="Graphic 2">
            <a:extLst>
              <a:ext uri="{FF2B5EF4-FFF2-40B4-BE49-F238E27FC236}">
                <a16:creationId xmlns:a16="http://schemas.microsoft.com/office/drawing/2014/main" id="{13296F21-DE6D-2C73-089E-A813135E546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8741" y="6421126"/>
            <a:ext cx="598623" cy="318019"/>
          </a:xfrm>
          <a:prstGeom prst="rect">
            <a:avLst/>
          </a:prstGeom>
        </p:spPr>
      </p:pic>
    </p:spTree>
    <p:extLst>
      <p:ext uri="{BB962C8B-B14F-4D97-AF65-F5344CB8AC3E}">
        <p14:creationId xmlns:p14="http://schemas.microsoft.com/office/powerpoint/2010/main" val="3128712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hapter">
    <p:bg>
      <p:bgPr>
        <a:solidFill>
          <a:schemeClr val="tx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72C627-6B22-1CE4-C94A-AD37FEE634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1999" y="288001"/>
            <a:ext cx="914395" cy="485774"/>
          </a:xfrm>
          <a:prstGeom prst="rect">
            <a:avLst/>
          </a:prstGeom>
        </p:spPr>
      </p:pic>
      <p:sp>
        <p:nvSpPr>
          <p:cNvPr id="9" name="Title 1">
            <a:extLst>
              <a:ext uri="{FF2B5EF4-FFF2-40B4-BE49-F238E27FC236}">
                <a16:creationId xmlns:a16="http://schemas.microsoft.com/office/drawing/2014/main" id="{994925F7-3367-5E1C-72A7-0F7C7D509810}"/>
              </a:ext>
            </a:extLst>
          </p:cNvPr>
          <p:cNvSpPr>
            <a:spLocks noGrp="1"/>
          </p:cNvSpPr>
          <p:nvPr>
            <p:ph type="title" hasCustomPrompt="1"/>
          </p:nvPr>
        </p:nvSpPr>
        <p:spPr>
          <a:xfrm>
            <a:off x="792000" y="3428996"/>
            <a:ext cx="5616000" cy="2628000"/>
          </a:xfrm>
          <a:prstGeom prst="rect">
            <a:avLst/>
          </a:prstGeom>
        </p:spPr>
        <p:txBody>
          <a:bodyPr anchor="b">
            <a:noAutofit/>
          </a:bodyPr>
          <a:lstStyle>
            <a:lvl1pPr>
              <a:defRPr sz="3600" b="1">
                <a:solidFill>
                  <a:schemeClr val="bg1"/>
                </a:solidFill>
                <a:latin typeface="+mj-lt"/>
                <a:cs typeface="Arial" panose="020B0604020202020204" pitchFamily="34" charset="0"/>
              </a:defRPr>
            </a:lvl1pPr>
          </a:lstStyle>
          <a:p>
            <a:r>
              <a:rPr lang="en-US"/>
              <a:t>1. Click to edit chapter title</a:t>
            </a:r>
          </a:p>
        </p:txBody>
      </p:sp>
      <p:sp>
        <p:nvSpPr>
          <p:cNvPr id="10" name="Vrije vorm: vorm 9">
            <a:extLst>
              <a:ext uri="{FF2B5EF4-FFF2-40B4-BE49-F238E27FC236}">
                <a16:creationId xmlns:a16="http://schemas.microsoft.com/office/drawing/2014/main" id="{9D7874E6-8F32-E150-BAF7-B511F20500C6}"/>
              </a:ext>
            </a:extLst>
          </p:cNvPr>
          <p:cNvSpPr/>
          <p:nvPr/>
        </p:nvSpPr>
        <p:spPr>
          <a:xfrm>
            <a:off x="6319232" y="979711"/>
            <a:ext cx="1959432" cy="1959432"/>
          </a:xfrm>
          <a:custGeom>
            <a:avLst/>
            <a:gdLst>
              <a:gd name="connsiteX0" fmla="*/ 1959432 w 1959432"/>
              <a:gd name="connsiteY0" fmla="*/ 979716 h 1959432"/>
              <a:gd name="connsiteX1" fmla="*/ 979716 w 1959432"/>
              <a:gd name="connsiteY1" fmla="*/ 1959432 h 1959432"/>
              <a:gd name="connsiteX2" fmla="*/ 0 w 1959432"/>
              <a:gd name="connsiteY2" fmla="*/ 979716 h 1959432"/>
              <a:gd name="connsiteX3" fmla="*/ 979716 w 1959432"/>
              <a:gd name="connsiteY3" fmla="*/ 0 h 1959432"/>
              <a:gd name="connsiteX4" fmla="*/ 1959432 w 1959432"/>
              <a:gd name="connsiteY4" fmla="*/ 979716 h 195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9432" h="1959432">
                <a:moveTo>
                  <a:pt x="1959432" y="979716"/>
                </a:moveTo>
                <a:cubicBezTo>
                  <a:pt x="1959432" y="1520798"/>
                  <a:pt x="1520799" y="1959432"/>
                  <a:pt x="979716" y="1959432"/>
                </a:cubicBezTo>
                <a:cubicBezTo>
                  <a:pt x="438634" y="1959432"/>
                  <a:pt x="0" y="1520798"/>
                  <a:pt x="0" y="979716"/>
                </a:cubicBezTo>
                <a:cubicBezTo>
                  <a:pt x="0" y="438634"/>
                  <a:pt x="438634" y="0"/>
                  <a:pt x="979716" y="0"/>
                </a:cubicBezTo>
                <a:cubicBezTo>
                  <a:pt x="1520799" y="0"/>
                  <a:pt x="1959432" y="438634"/>
                  <a:pt x="1959432" y="979716"/>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1" name="Vrije vorm: vorm 10">
            <a:extLst>
              <a:ext uri="{FF2B5EF4-FFF2-40B4-BE49-F238E27FC236}">
                <a16:creationId xmlns:a16="http://schemas.microsoft.com/office/drawing/2014/main" id="{2086703F-1C6B-9CEE-059F-79D72CC7F7D9}"/>
              </a:ext>
            </a:extLst>
          </p:cNvPr>
          <p:cNvSpPr/>
          <p:nvPr/>
        </p:nvSpPr>
        <p:spPr>
          <a:xfrm rot="18900000">
            <a:off x="10520734" y="5185526"/>
            <a:ext cx="1385515" cy="1385515"/>
          </a:xfrm>
          <a:custGeom>
            <a:avLst/>
            <a:gdLst>
              <a:gd name="connsiteX0" fmla="*/ 0 w 1385515"/>
              <a:gd name="connsiteY0" fmla="*/ 0 h 1385515"/>
              <a:gd name="connsiteX1" fmla="*/ 1385515 w 1385515"/>
              <a:gd name="connsiteY1" fmla="*/ 0 h 1385515"/>
              <a:gd name="connsiteX2" fmla="*/ 1385515 w 1385515"/>
              <a:gd name="connsiteY2" fmla="*/ 1385516 h 1385515"/>
              <a:gd name="connsiteX3" fmla="*/ 0 w 1385515"/>
              <a:gd name="connsiteY3" fmla="*/ 1385516 h 1385515"/>
            </a:gdLst>
            <a:ahLst/>
            <a:cxnLst>
              <a:cxn ang="0">
                <a:pos x="connsiteX0" y="connsiteY0"/>
              </a:cxn>
              <a:cxn ang="0">
                <a:pos x="connsiteX1" y="connsiteY1"/>
              </a:cxn>
              <a:cxn ang="0">
                <a:pos x="connsiteX2" y="connsiteY2"/>
              </a:cxn>
              <a:cxn ang="0">
                <a:pos x="connsiteX3" y="connsiteY3"/>
              </a:cxn>
            </a:cxnLst>
            <a:rect l="l" t="t" r="r" b="b"/>
            <a:pathLst>
              <a:path w="1385515" h="1385515">
                <a:moveTo>
                  <a:pt x="0" y="0"/>
                </a:moveTo>
                <a:lnTo>
                  <a:pt x="1385515" y="0"/>
                </a:lnTo>
                <a:lnTo>
                  <a:pt x="1385515" y="1385516"/>
                </a:lnTo>
                <a:lnTo>
                  <a:pt x="0" y="1385516"/>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2" name="Vrije vorm: vorm 11">
            <a:extLst>
              <a:ext uri="{FF2B5EF4-FFF2-40B4-BE49-F238E27FC236}">
                <a16:creationId xmlns:a16="http://schemas.microsoft.com/office/drawing/2014/main" id="{94737E12-FD75-B42D-8730-33325832D72C}"/>
              </a:ext>
            </a:extLst>
          </p:cNvPr>
          <p:cNvSpPr/>
          <p:nvPr/>
        </p:nvSpPr>
        <p:spPr>
          <a:xfrm>
            <a:off x="8278655" y="2939135"/>
            <a:ext cx="1959432" cy="1959432"/>
          </a:xfrm>
          <a:custGeom>
            <a:avLst/>
            <a:gdLst>
              <a:gd name="connsiteX0" fmla="*/ 0 w 1959432"/>
              <a:gd name="connsiteY0" fmla="*/ 0 h 1959432"/>
              <a:gd name="connsiteX1" fmla="*/ 1959433 w 1959432"/>
              <a:gd name="connsiteY1" fmla="*/ 0 h 1959432"/>
              <a:gd name="connsiteX2" fmla="*/ 1959433 w 1959432"/>
              <a:gd name="connsiteY2" fmla="*/ 1959432 h 1959432"/>
              <a:gd name="connsiteX3" fmla="*/ 0 w 1959432"/>
              <a:gd name="connsiteY3" fmla="*/ 1959432 h 1959432"/>
            </a:gdLst>
            <a:ahLst/>
            <a:cxnLst>
              <a:cxn ang="0">
                <a:pos x="connsiteX0" y="connsiteY0"/>
              </a:cxn>
              <a:cxn ang="0">
                <a:pos x="connsiteX1" y="connsiteY1"/>
              </a:cxn>
              <a:cxn ang="0">
                <a:pos x="connsiteX2" y="connsiteY2"/>
              </a:cxn>
              <a:cxn ang="0">
                <a:pos x="connsiteX3" y="connsiteY3"/>
              </a:cxn>
            </a:cxnLst>
            <a:rect l="l" t="t" r="r" b="b"/>
            <a:pathLst>
              <a:path w="1959432" h="1959432">
                <a:moveTo>
                  <a:pt x="0" y="0"/>
                </a:moveTo>
                <a:lnTo>
                  <a:pt x="1959433" y="0"/>
                </a:lnTo>
                <a:lnTo>
                  <a:pt x="1959433" y="1959432"/>
                </a:lnTo>
                <a:lnTo>
                  <a:pt x="0" y="1959432"/>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3" name="Vrije vorm: vorm 12">
            <a:extLst>
              <a:ext uri="{FF2B5EF4-FFF2-40B4-BE49-F238E27FC236}">
                <a16:creationId xmlns:a16="http://schemas.microsoft.com/office/drawing/2014/main" id="{8407AF6D-9000-F733-EA84-FF76C63BD23E}"/>
              </a:ext>
            </a:extLst>
          </p:cNvPr>
          <p:cNvSpPr/>
          <p:nvPr/>
        </p:nvSpPr>
        <p:spPr>
          <a:xfrm>
            <a:off x="8278655" y="4898567"/>
            <a:ext cx="1959432" cy="1959432"/>
          </a:xfrm>
          <a:custGeom>
            <a:avLst/>
            <a:gdLst>
              <a:gd name="connsiteX0" fmla="*/ 1959433 w 1959432"/>
              <a:gd name="connsiteY0" fmla="*/ 979716 h 1959432"/>
              <a:gd name="connsiteX1" fmla="*/ 979716 w 1959432"/>
              <a:gd name="connsiteY1" fmla="*/ 1959432 h 1959432"/>
              <a:gd name="connsiteX2" fmla="*/ 0 w 1959432"/>
              <a:gd name="connsiteY2" fmla="*/ 979716 h 1959432"/>
              <a:gd name="connsiteX3" fmla="*/ 979716 w 1959432"/>
              <a:gd name="connsiteY3" fmla="*/ 0 h 1959432"/>
              <a:gd name="connsiteX4" fmla="*/ 1959433 w 1959432"/>
              <a:gd name="connsiteY4" fmla="*/ 979716 h 195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9432" h="1959432">
                <a:moveTo>
                  <a:pt x="1959433" y="979716"/>
                </a:moveTo>
                <a:cubicBezTo>
                  <a:pt x="1959433" y="1520798"/>
                  <a:pt x="1520799" y="1959432"/>
                  <a:pt x="979716" y="1959432"/>
                </a:cubicBezTo>
                <a:cubicBezTo>
                  <a:pt x="438634" y="1959432"/>
                  <a:pt x="0" y="1520799"/>
                  <a:pt x="0" y="979716"/>
                </a:cubicBezTo>
                <a:cubicBezTo>
                  <a:pt x="0" y="438634"/>
                  <a:pt x="438634" y="0"/>
                  <a:pt x="979716" y="0"/>
                </a:cubicBezTo>
                <a:cubicBezTo>
                  <a:pt x="1520799" y="0"/>
                  <a:pt x="1959433" y="438634"/>
                  <a:pt x="1959433" y="979716"/>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5" name="Vrije vorm: vorm 14">
            <a:extLst>
              <a:ext uri="{FF2B5EF4-FFF2-40B4-BE49-F238E27FC236}">
                <a16:creationId xmlns:a16="http://schemas.microsoft.com/office/drawing/2014/main" id="{514ADAA3-453A-9C26-2FBA-422163CFD1A2}"/>
              </a:ext>
            </a:extLst>
          </p:cNvPr>
          <p:cNvSpPr/>
          <p:nvPr/>
        </p:nvSpPr>
        <p:spPr>
          <a:xfrm>
            <a:off x="8278655" y="1959427"/>
            <a:ext cx="1959432" cy="979716"/>
          </a:xfrm>
          <a:custGeom>
            <a:avLst/>
            <a:gdLst>
              <a:gd name="connsiteX0" fmla="*/ 1959432 w 1959432"/>
              <a:gd name="connsiteY0" fmla="*/ 1 h 979716"/>
              <a:gd name="connsiteX1" fmla="*/ 0 w 1959432"/>
              <a:gd name="connsiteY1" fmla="*/ 0 h 979716"/>
              <a:gd name="connsiteX2" fmla="*/ 979715 w 1959432"/>
              <a:gd name="connsiteY2" fmla="*/ 979717 h 979716"/>
              <a:gd name="connsiteX3" fmla="*/ 1959432 w 1959432"/>
              <a:gd name="connsiteY3" fmla="*/ 1 h 979716"/>
            </a:gdLst>
            <a:ahLst/>
            <a:cxnLst>
              <a:cxn ang="0">
                <a:pos x="connsiteX0" y="connsiteY0"/>
              </a:cxn>
              <a:cxn ang="0">
                <a:pos x="connsiteX1" y="connsiteY1"/>
              </a:cxn>
              <a:cxn ang="0">
                <a:pos x="connsiteX2" y="connsiteY2"/>
              </a:cxn>
              <a:cxn ang="0">
                <a:pos x="connsiteX3" y="connsiteY3"/>
              </a:cxn>
            </a:cxnLst>
            <a:rect l="l" t="t" r="r" b="b"/>
            <a:pathLst>
              <a:path w="1959432" h="979716">
                <a:moveTo>
                  <a:pt x="1959432" y="1"/>
                </a:moveTo>
                <a:lnTo>
                  <a:pt x="0" y="0"/>
                </a:lnTo>
                <a:cubicBezTo>
                  <a:pt x="0" y="541049"/>
                  <a:pt x="438667" y="979716"/>
                  <a:pt x="979715" y="979717"/>
                </a:cubicBezTo>
                <a:cubicBezTo>
                  <a:pt x="1520764" y="979717"/>
                  <a:pt x="1959432" y="541049"/>
                  <a:pt x="1959432" y="1"/>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3" name="Vrije vorm: vorm 22">
            <a:extLst>
              <a:ext uri="{FF2B5EF4-FFF2-40B4-BE49-F238E27FC236}">
                <a16:creationId xmlns:a16="http://schemas.microsoft.com/office/drawing/2014/main" id="{13A82B70-3E4B-D590-C7AB-B541A730BDE4}"/>
              </a:ext>
            </a:extLst>
          </p:cNvPr>
          <p:cNvSpPr/>
          <p:nvPr/>
        </p:nvSpPr>
        <p:spPr>
          <a:xfrm>
            <a:off x="6319232" y="-4"/>
            <a:ext cx="1959432" cy="979716"/>
          </a:xfrm>
          <a:custGeom>
            <a:avLst/>
            <a:gdLst>
              <a:gd name="connsiteX0" fmla="*/ 0 w 1959432"/>
              <a:gd name="connsiteY0" fmla="*/ 979716 h 979716"/>
              <a:gd name="connsiteX1" fmla="*/ 1959432 w 1959432"/>
              <a:gd name="connsiteY1" fmla="*/ 979716 h 979716"/>
              <a:gd name="connsiteX2" fmla="*/ 979716 w 1959432"/>
              <a:gd name="connsiteY2" fmla="*/ 0 h 979716"/>
              <a:gd name="connsiteX3" fmla="*/ 0 w 1959432"/>
              <a:gd name="connsiteY3" fmla="*/ 979716 h 979716"/>
            </a:gdLst>
            <a:ahLst/>
            <a:cxnLst>
              <a:cxn ang="0">
                <a:pos x="connsiteX0" y="connsiteY0"/>
              </a:cxn>
              <a:cxn ang="0">
                <a:pos x="connsiteX1" y="connsiteY1"/>
              </a:cxn>
              <a:cxn ang="0">
                <a:pos x="connsiteX2" y="connsiteY2"/>
              </a:cxn>
              <a:cxn ang="0">
                <a:pos x="connsiteX3" y="connsiteY3"/>
              </a:cxn>
            </a:cxnLst>
            <a:rect l="l" t="t" r="r" b="b"/>
            <a:pathLst>
              <a:path w="1959432" h="979716">
                <a:moveTo>
                  <a:pt x="0" y="979716"/>
                </a:moveTo>
                <a:lnTo>
                  <a:pt x="1959432" y="979716"/>
                </a:lnTo>
                <a:lnTo>
                  <a:pt x="979716" y="0"/>
                </a:lnTo>
                <a:lnTo>
                  <a:pt x="0" y="979716"/>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4" name="Vrije vorm: vorm 23">
            <a:extLst>
              <a:ext uri="{FF2B5EF4-FFF2-40B4-BE49-F238E27FC236}">
                <a16:creationId xmlns:a16="http://schemas.microsoft.com/office/drawing/2014/main" id="{BF269EE7-C1AF-3F62-C49F-070358B3ED1D}"/>
              </a:ext>
            </a:extLst>
          </p:cNvPr>
          <p:cNvSpPr/>
          <p:nvPr/>
        </p:nvSpPr>
        <p:spPr>
          <a:xfrm>
            <a:off x="6319241" y="2939143"/>
            <a:ext cx="1959414" cy="979707"/>
          </a:xfrm>
          <a:custGeom>
            <a:avLst/>
            <a:gdLst>
              <a:gd name="connsiteX0" fmla="*/ 1959415 w 1959414"/>
              <a:gd name="connsiteY0" fmla="*/ 0 h 979707"/>
              <a:gd name="connsiteX1" fmla="*/ 0 w 1959414"/>
              <a:gd name="connsiteY1" fmla="*/ 1 h 979707"/>
              <a:gd name="connsiteX2" fmla="*/ 979708 w 1959414"/>
              <a:gd name="connsiteY2" fmla="*/ 979708 h 979707"/>
              <a:gd name="connsiteX3" fmla="*/ 1959415 w 1959414"/>
              <a:gd name="connsiteY3" fmla="*/ 0 h 979707"/>
            </a:gdLst>
            <a:ahLst/>
            <a:cxnLst>
              <a:cxn ang="0">
                <a:pos x="connsiteX0" y="connsiteY0"/>
              </a:cxn>
              <a:cxn ang="0">
                <a:pos x="connsiteX1" y="connsiteY1"/>
              </a:cxn>
              <a:cxn ang="0">
                <a:pos x="connsiteX2" y="connsiteY2"/>
              </a:cxn>
              <a:cxn ang="0">
                <a:pos x="connsiteX3" y="connsiteY3"/>
              </a:cxn>
            </a:cxnLst>
            <a:rect l="l" t="t" r="r" b="b"/>
            <a:pathLst>
              <a:path w="1959414" h="979707">
                <a:moveTo>
                  <a:pt x="1959415" y="0"/>
                </a:moveTo>
                <a:lnTo>
                  <a:pt x="0" y="1"/>
                </a:lnTo>
                <a:lnTo>
                  <a:pt x="979708" y="979708"/>
                </a:lnTo>
                <a:lnTo>
                  <a:pt x="1959415" y="0"/>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5" name="Vrije vorm: vorm 24">
            <a:extLst>
              <a:ext uri="{FF2B5EF4-FFF2-40B4-BE49-F238E27FC236}">
                <a16:creationId xmlns:a16="http://schemas.microsoft.com/office/drawing/2014/main" id="{BD6879C0-8027-C467-721B-B6EA184AF2D1}"/>
              </a:ext>
            </a:extLst>
          </p:cNvPr>
          <p:cNvSpPr/>
          <p:nvPr/>
        </p:nvSpPr>
        <p:spPr>
          <a:xfrm rot="8100000">
            <a:off x="4646758" y="289739"/>
            <a:ext cx="1385515" cy="1385515"/>
          </a:xfrm>
          <a:custGeom>
            <a:avLst/>
            <a:gdLst>
              <a:gd name="connsiteX0" fmla="*/ 0 w 1385515"/>
              <a:gd name="connsiteY0" fmla="*/ 0 h 1385515"/>
              <a:gd name="connsiteX1" fmla="*/ 1385515 w 1385515"/>
              <a:gd name="connsiteY1" fmla="*/ 0 h 1385515"/>
              <a:gd name="connsiteX2" fmla="*/ 1385515 w 1385515"/>
              <a:gd name="connsiteY2" fmla="*/ 1385516 h 1385515"/>
              <a:gd name="connsiteX3" fmla="*/ 0 w 1385515"/>
              <a:gd name="connsiteY3" fmla="*/ 1385516 h 1385515"/>
            </a:gdLst>
            <a:ahLst/>
            <a:cxnLst>
              <a:cxn ang="0">
                <a:pos x="connsiteX0" y="connsiteY0"/>
              </a:cxn>
              <a:cxn ang="0">
                <a:pos x="connsiteX1" y="connsiteY1"/>
              </a:cxn>
              <a:cxn ang="0">
                <a:pos x="connsiteX2" y="connsiteY2"/>
              </a:cxn>
              <a:cxn ang="0">
                <a:pos x="connsiteX3" y="connsiteY3"/>
              </a:cxn>
            </a:cxnLst>
            <a:rect l="l" t="t" r="r" b="b"/>
            <a:pathLst>
              <a:path w="1385515" h="1385515">
                <a:moveTo>
                  <a:pt x="0" y="0"/>
                </a:moveTo>
                <a:lnTo>
                  <a:pt x="1385515" y="0"/>
                </a:lnTo>
                <a:lnTo>
                  <a:pt x="1385515" y="1385516"/>
                </a:lnTo>
                <a:lnTo>
                  <a:pt x="0" y="1385516"/>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6" name="Vrije vorm: vorm 25">
            <a:extLst>
              <a:ext uri="{FF2B5EF4-FFF2-40B4-BE49-F238E27FC236}">
                <a16:creationId xmlns:a16="http://schemas.microsoft.com/office/drawing/2014/main" id="{80F902A1-E45C-814F-FECF-6D8954C7AEB7}"/>
              </a:ext>
            </a:extLst>
          </p:cNvPr>
          <p:cNvSpPr/>
          <p:nvPr userDrawn="1"/>
        </p:nvSpPr>
        <p:spPr>
          <a:xfrm rot="10800000">
            <a:off x="2400367" y="2781"/>
            <a:ext cx="1959432" cy="1959432"/>
          </a:xfrm>
          <a:custGeom>
            <a:avLst/>
            <a:gdLst>
              <a:gd name="connsiteX0" fmla="*/ 0 w 1959432"/>
              <a:gd name="connsiteY0" fmla="*/ 0 h 1959432"/>
              <a:gd name="connsiteX1" fmla="*/ 1959432 w 1959432"/>
              <a:gd name="connsiteY1" fmla="*/ 0 h 1959432"/>
              <a:gd name="connsiteX2" fmla="*/ 1959432 w 1959432"/>
              <a:gd name="connsiteY2" fmla="*/ 1959432 h 1959432"/>
              <a:gd name="connsiteX3" fmla="*/ 0 w 1959432"/>
              <a:gd name="connsiteY3" fmla="*/ 1959432 h 1959432"/>
            </a:gdLst>
            <a:ahLst/>
            <a:cxnLst>
              <a:cxn ang="0">
                <a:pos x="connsiteX0" y="connsiteY0"/>
              </a:cxn>
              <a:cxn ang="0">
                <a:pos x="connsiteX1" y="connsiteY1"/>
              </a:cxn>
              <a:cxn ang="0">
                <a:pos x="connsiteX2" y="connsiteY2"/>
              </a:cxn>
              <a:cxn ang="0">
                <a:pos x="connsiteX3" y="connsiteY3"/>
              </a:cxn>
            </a:cxnLst>
            <a:rect l="l" t="t" r="r" b="b"/>
            <a:pathLst>
              <a:path w="1959432" h="1959432">
                <a:moveTo>
                  <a:pt x="0" y="0"/>
                </a:moveTo>
                <a:lnTo>
                  <a:pt x="1959432" y="0"/>
                </a:lnTo>
                <a:lnTo>
                  <a:pt x="1959432" y="1959432"/>
                </a:lnTo>
                <a:lnTo>
                  <a:pt x="0" y="1959432"/>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7" name="Vrije vorm: vorm 26">
            <a:extLst>
              <a:ext uri="{FF2B5EF4-FFF2-40B4-BE49-F238E27FC236}">
                <a16:creationId xmlns:a16="http://schemas.microsoft.com/office/drawing/2014/main" id="{ECF82274-B301-1AF4-CC14-71F8F6BD4890}"/>
              </a:ext>
            </a:extLst>
          </p:cNvPr>
          <p:cNvSpPr/>
          <p:nvPr/>
        </p:nvSpPr>
        <p:spPr>
          <a:xfrm>
            <a:off x="4359799" y="1962213"/>
            <a:ext cx="1959432" cy="979716"/>
          </a:xfrm>
          <a:custGeom>
            <a:avLst/>
            <a:gdLst>
              <a:gd name="connsiteX0" fmla="*/ 1959432 w 1959432"/>
              <a:gd name="connsiteY0" fmla="*/ 0 h 979716"/>
              <a:gd name="connsiteX1" fmla="*/ 0 w 1959432"/>
              <a:gd name="connsiteY1" fmla="*/ 1 h 979716"/>
              <a:gd name="connsiteX2" fmla="*/ 979717 w 1959432"/>
              <a:gd name="connsiteY2" fmla="*/ 979716 h 979716"/>
              <a:gd name="connsiteX3" fmla="*/ 1959432 w 1959432"/>
              <a:gd name="connsiteY3" fmla="*/ 0 h 979716"/>
            </a:gdLst>
            <a:ahLst/>
            <a:cxnLst>
              <a:cxn ang="0">
                <a:pos x="connsiteX0" y="connsiteY0"/>
              </a:cxn>
              <a:cxn ang="0">
                <a:pos x="connsiteX1" y="connsiteY1"/>
              </a:cxn>
              <a:cxn ang="0">
                <a:pos x="connsiteX2" y="connsiteY2"/>
              </a:cxn>
              <a:cxn ang="0">
                <a:pos x="connsiteX3" y="connsiteY3"/>
              </a:cxn>
            </a:cxnLst>
            <a:rect l="l" t="t" r="r" b="b"/>
            <a:pathLst>
              <a:path w="1959432" h="979716">
                <a:moveTo>
                  <a:pt x="1959432" y="0"/>
                </a:moveTo>
                <a:lnTo>
                  <a:pt x="0" y="1"/>
                </a:lnTo>
                <a:cubicBezTo>
                  <a:pt x="0" y="541049"/>
                  <a:pt x="438668" y="979717"/>
                  <a:pt x="979717" y="979716"/>
                </a:cubicBezTo>
                <a:cubicBezTo>
                  <a:pt x="1520765" y="979716"/>
                  <a:pt x="1959433" y="541048"/>
                  <a:pt x="1959432" y="0"/>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Tree>
    <p:extLst>
      <p:ext uri="{BB962C8B-B14F-4D97-AF65-F5344CB8AC3E}">
        <p14:creationId xmlns:p14="http://schemas.microsoft.com/office/powerpoint/2010/main" val="4059320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Light chapter">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C37D8072-9EE3-917B-7F33-372174E2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1999" y="288001"/>
            <a:ext cx="914396" cy="485774"/>
          </a:xfrm>
          <a:prstGeom prst="rect">
            <a:avLst/>
          </a:prstGeom>
        </p:spPr>
      </p:pic>
      <p:sp>
        <p:nvSpPr>
          <p:cNvPr id="14" name="Text Placeholder 4">
            <a:extLst>
              <a:ext uri="{FF2B5EF4-FFF2-40B4-BE49-F238E27FC236}">
                <a16:creationId xmlns:a16="http://schemas.microsoft.com/office/drawing/2014/main" id="{FD35E4C5-AED2-E9A8-7D65-14800B632E6C}"/>
              </a:ext>
            </a:extLst>
          </p:cNvPr>
          <p:cNvSpPr>
            <a:spLocks noGrp="1"/>
          </p:cNvSpPr>
          <p:nvPr>
            <p:ph type="body" sz="quarter" idx="10" hasCustomPrompt="1"/>
          </p:nvPr>
        </p:nvSpPr>
        <p:spPr>
          <a:xfrm>
            <a:off x="5416337" y="2299097"/>
            <a:ext cx="5491121" cy="2286007"/>
          </a:xfrm>
          <a:prstGeom prst="rect">
            <a:avLst/>
          </a:prstGeom>
        </p:spPr>
        <p:txBody>
          <a:bodyPr anchor="b"/>
          <a:lstStyle>
            <a:lvl1pPr marL="0" indent="0">
              <a:buNone/>
              <a:defRPr sz="4800" b="1">
                <a:solidFill>
                  <a:schemeClr val="tx2"/>
                </a:solidFill>
                <a:latin typeface="+mj-lt"/>
              </a:defRPr>
            </a:lvl1pPr>
          </a:lstStyle>
          <a:p>
            <a:pPr lvl="0"/>
            <a:r>
              <a:rPr lang="en-US" dirty="0"/>
              <a:t>Title</a:t>
            </a:r>
          </a:p>
        </p:txBody>
      </p:sp>
      <p:cxnSp>
        <p:nvCxnSpPr>
          <p:cNvPr id="22" name="Straight Connector 21">
            <a:extLst>
              <a:ext uri="{FF2B5EF4-FFF2-40B4-BE49-F238E27FC236}">
                <a16:creationId xmlns:a16="http://schemas.microsoft.com/office/drawing/2014/main" id="{A5CF1C14-D13B-9574-C8BD-CA3AF6086669}"/>
              </a:ext>
            </a:extLst>
          </p:cNvPr>
          <p:cNvCxnSpPr>
            <a:cxnSpLocks/>
          </p:cNvCxnSpPr>
          <p:nvPr userDrawn="1"/>
        </p:nvCxnSpPr>
        <p:spPr>
          <a:xfrm>
            <a:off x="5332687" y="2151613"/>
            <a:ext cx="0" cy="2605688"/>
          </a:xfrm>
          <a:prstGeom prst="line">
            <a:avLst/>
          </a:prstGeom>
          <a:ln>
            <a:solidFill>
              <a:srgbClr val="617FC0"/>
            </a:solidFill>
          </a:ln>
        </p:spPr>
        <p:style>
          <a:lnRef idx="2">
            <a:schemeClr val="accent1"/>
          </a:lnRef>
          <a:fillRef idx="0">
            <a:schemeClr val="accent1"/>
          </a:fillRef>
          <a:effectRef idx="1">
            <a:schemeClr val="accent1"/>
          </a:effectRef>
          <a:fontRef idx="minor">
            <a:schemeClr val="tx1"/>
          </a:fontRef>
        </p:style>
      </p:cxnSp>
      <p:sp>
        <p:nvSpPr>
          <p:cNvPr id="23" name="Text Placeholder 4">
            <a:extLst>
              <a:ext uri="{FF2B5EF4-FFF2-40B4-BE49-F238E27FC236}">
                <a16:creationId xmlns:a16="http://schemas.microsoft.com/office/drawing/2014/main" id="{C2FA6B88-2EA8-B1CD-1B6F-84AFBEAAB3F3}"/>
              </a:ext>
            </a:extLst>
          </p:cNvPr>
          <p:cNvSpPr>
            <a:spLocks noGrp="1"/>
          </p:cNvSpPr>
          <p:nvPr>
            <p:ph type="body" sz="quarter" idx="11" hasCustomPrompt="1"/>
          </p:nvPr>
        </p:nvSpPr>
        <p:spPr>
          <a:xfrm>
            <a:off x="674055" y="2298478"/>
            <a:ext cx="4571975" cy="2286007"/>
          </a:xfrm>
          <a:prstGeom prst="rect">
            <a:avLst/>
          </a:prstGeom>
        </p:spPr>
        <p:txBody>
          <a:bodyPr anchor="t"/>
          <a:lstStyle>
            <a:lvl1pPr marL="0" indent="0" algn="r">
              <a:buNone/>
              <a:defRPr sz="4800" b="1">
                <a:solidFill>
                  <a:schemeClr val="tx2"/>
                </a:solidFill>
                <a:latin typeface="+mj-lt"/>
              </a:defRPr>
            </a:lvl1pPr>
          </a:lstStyle>
          <a:p>
            <a:pPr lvl="0"/>
            <a:r>
              <a:rPr lang="en-US" dirty="0"/>
              <a:t>01</a:t>
            </a:r>
          </a:p>
        </p:txBody>
      </p:sp>
      <p:grpSp>
        <p:nvGrpSpPr>
          <p:cNvPr id="12" name="Group 11">
            <a:extLst>
              <a:ext uri="{FF2B5EF4-FFF2-40B4-BE49-F238E27FC236}">
                <a16:creationId xmlns:a16="http://schemas.microsoft.com/office/drawing/2014/main" id="{8DA0560F-A4B9-6D60-DA89-678D8AA3B9FC}"/>
              </a:ext>
            </a:extLst>
          </p:cNvPr>
          <p:cNvGrpSpPr/>
          <p:nvPr userDrawn="1"/>
        </p:nvGrpSpPr>
        <p:grpSpPr>
          <a:xfrm>
            <a:off x="6505909" y="9229"/>
            <a:ext cx="5688622" cy="6861839"/>
            <a:chOff x="6476020" y="-8"/>
            <a:chExt cx="5718513" cy="6897894"/>
          </a:xfrm>
        </p:grpSpPr>
        <p:sp>
          <p:nvSpPr>
            <p:cNvPr id="13" name="Vrije vorm: vorm 9">
              <a:extLst>
                <a:ext uri="{FF2B5EF4-FFF2-40B4-BE49-F238E27FC236}">
                  <a16:creationId xmlns:a16="http://schemas.microsoft.com/office/drawing/2014/main" id="{9D7D31D0-E3AC-9AED-7DFC-600F0A869084}"/>
                </a:ext>
              </a:extLst>
            </p:cNvPr>
            <p:cNvSpPr/>
            <p:nvPr userDrawn="1"/>
          </p:nvSpPr>
          <p:spPr>
            <a:xfrm flipH="1">
              <a:off x="6476020" y="4608573"/>
              <a:ext cx="2289313" cy="228931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noFill/>
            <a:ln w="0" cap="flat">
              <a:solidFill>
                <a:srgbClr val="D1E4F7"/>
              </a:solidFill>
              <a:prstDash val="solid"/>
              <a:miter/>
            </a:ln>
          </p:spPr>
          <p:txBody>
            <a:bodyPr rtlCol="0" anchor="ctr"/>
            <a:lstStyle/>
            <a:p>
              <a:endParaRPr lang="nl-NL"/>
            </a:p>
          </p:txBody>
        </p:sp>
        <p:sp>
          <p:nvSpPr>
            <p:cNvPr id="16" name="Vrije vorm: vorm 18">
              <a:extLst>
                <a:ext uri="{FF2B5EF4-FFF2-40B4-BE49-F238E27FC236}">
                  <a16:creationId xmlns:a16="http://schemas.microsoft.com/office/drawing/2014/main" id="{F5FCDA4F-39E8-1B34-6039-23A6929D29CF}"/>
                </a:ext>
              </a:extLst>
            </p:cNvPr>
            <p:cNvSpPr/>
            <p:nvPr userDrawn="1"/>
          </p:nvSpPr>
          <p:spPr>
            <a:xfrm flipH="1">
              <a:off x="9893073" y="-8"/>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a:p>
          </p:txBody>
        </p:sp>
        <p:sp>
          <p:nvSpPr>
            <p:cNvPr id="17" name="Vrije vorm: vorm 11">
              <a:extLst>
                <a:ext uri="{FF2B5EF4-FFF2-40B4-BE49-F238E27FC236}">
                  <a16:creationId xmlns:a16="http://schemas.microsoft.com/office/drawing/2014/main" id="{BBDB3D9B-C250-7032-0ACC-7C5B8B0FAD88}"/>
                </a:ext>
              </a:extLst>
            </p:cNvPr>
            <p:cNvSpPr/>
            <p:nvPr/>
          </p:nvSpPr>
          <p:spPr>
            <a:xfrm>
              <a:off x="8765334" y="4581825"/>
              <a:ext cx="1144651" cy="2289302"/>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noFill/>
            <a:ln w="0" cap="flat">
              <a:solidFill>
                <a:srgbClr val="D1E4F7"/>
              </a:solidFill>
              <a:prstDash val="solid"/>
              <a:miter/>
            </a:ln>
          </p:spPr>
          <p:txBody>
            <a:bodyPr rtlCol="0" anchor="ctr"/>
            <a:lstStyle/>
            <a:p>
              <a:endParaRPr lang="nl-NL"/>
            </a:p>
          </p:txBody>
        </p:sp>
        <p:sp>
          <p:nvSpPr>
            <p:cNvPr id="18" name="Vrije vorm: vorm 16">
              <a:extLst>
                <a:ext uri="{FF2B5EF4-FFF2-40B4-BE49-F238E27FC236}">
                  <a16:creationId xmlns:a16="http://schemas.microsoft.com/office/drawing/2014/main" id="{F7A11193-8342-CC7D-4893-9DA72119E1F8}"/>
                </a:ext>
              </a:extLst>
            </p:cNvPr>
            <p:cNvSpPr/>
            <p:nvPr userDrawn="1"/>
          </p:nvSpPr>
          <p:spPr>
            <a:xfrm rot="18900000" flipH="1">
              <a:off x="7939042" y="325447"/>
              <a:ext cx="1618773" cy="1618773"/>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noFill/>
            <a:ln w="0" cap="flat">
              <a:solidFill>
                <a:srgbClr val="D1E4F7"/>
              </a:solidFill>
              <a:prstDash val="solid"/>
              <a:miter/>
            </a:ln>
          </p:spPr>
          <p:txBody>
            <a:bodyPr rtlCol="0" anchor="ctr"/>
            <a:lstStyle/>
            <a:p>
              <a:endParaRPr lang="nl-NL"/>
            </a:p>
          </p:txBody>
        </p:sp>
        <p:sp>
          <p:nvSpPr>
            <p:cNvPr id="19" name="Vrije vorm: vorm 17">
              <a:extLst>
                <a:ext uri="{FF2B5EF4-FFF2-40B4-BE49-F238E27FC236}">
                  <a16:creationId xmlns:a16="http://schemas.microsoft.com/office/drawing/2014/main" id="{A3F6D955-1692-3320-C7CD-A1960CC43330}"/>
                </a:ext>
              </a:extLst>
            </p:cNvPr>
            <p:cNvSpPr/>
            <p:nvPr userDrawn="1"/>
          </p:nvSpPr>
          <p:spPr>
            <a:xfrm>
              <a:off x="9905975" y="2295800"/>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noFill/>
            <a:ln w="0" cap="flat">
              <a:solidFill>
                <a:srgbClr val="D1E4F7"/>
              </a:solidFill>
              <a:prstDash val="solid"/>
              <a:miter/>
            </a:ln>
          </p:spPr>
          <p:txBody>
            <a:bodyPr rtlCol="0" anchor="ctr"/>
            <a:lstStyle/>
            <a:p>
              <a:endParaRPr lang="nl-NL" dirty="0"/>
            </a:p>
          </p:txBody>
        </p:sp>
        <p:sp>
          <p:nvSpPr>
            <p:cNvPr id="20" name="Vrije vorm: vorm 18">
              <a:extLst>
                <a:ext uri="{FF2B5EF4-FFF2-40B4-BE49-F238E27FC236}">
                  <a16:creationId xmlns:a16="http://schemas.microsoft.com/office/drawing/2014/main" id="{23AF75C3-7660-CDC9-64BF-2397504B8386}"/>
                </a:ext>
              </a:extLst>
            </p:cNvPr>
            <p:cNvSpPr/>
            <p:nvPr userDrawn="1"/>
          </p:nvSpPr>
          <p:spPr>
            <a:xfrm flipH="1">
              <a:off x="9905231" y="4581825"/>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a:p>
          </p:txBody>
        </p:sp>
      </p:grpSp>
    </p:spTree>
    <p:extLst>
      <p:ext uri="{BB962C8B-B14F-4D97-AF65-F5344CB8AC3E}">
        <p14:creationId xmlns:p14="http://schemas.microsoft.com/office/powerpoint/2010/main" val="38705389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ark title">
    <p:bg>
      <p:bgRef idx="1001">
        <a:schemeClr val="bg1"/>
      </p:bgRef>
    </p:bg>
    <p:spTree>
      <p:nvGrpSpPr>
        <p:cNvPr id="1" name=""/>
        <p:cNvGrpSpPr/>
        <p:nvPr/>
      </p:nvGrpSpPr>
      <p:grpSpPr>
        <a:xfrm>
          <a:off x="0" y="0"/>
          <a:ext cx="0" cy="0"/>
          <a:chOff x="0" y="0"/>
          <a:chExt cx="0" cy="0"/>
        </a:xfrm>
      </p:grpSpPr>
      <p:sp>
        <p:nvSpPr>
          <p:cNvPr id="10" name="Vrije vorm: vorm 9">
            <a:extLst>
              <a:ext uri="{FF2B5EF4-FFF2-40B4-BE49-F238E27FC236}">
                <a16:creationId xmlns:a16="http://schemas.microsoft.com/office/drawing/2014/main" id="{052EB2AD-0448-9FA2-2FA3-F449EC1693EF}"/>
              </a:ext>
            </a:extLst>
          </p:cNvPr>
          <p:cNvSpPr/>
          <p:nvPr/>
        </p:nvSpPr>
        <p:spPr>
          <a:xfrm rot="13500000">
            <a:off x="7955931" y="3763779"/>
            <a:ext cx="1616455" cy="1616455"/>
          </a:xfrm>
          <a:custGeom>
            <a:avLst/>
            <a:gdLst>
              <a:gd name="connsiteX0" fmla="*/ 0 w 1616455"/>
              <a:gd name="connsiteY0" fmla="*/ 0 h 1616455"/>
              <a:gd name="connsiteX1" fmla="*/ 1616455 w 1616455"/>
              <a:gd name="connsiteY1" fmla="*/ 0 h 1616455"/>
              <a:gd name="connsiteX2" fmla="*/ 1616455 w 1616455"/>
              <a:gd name="connsiteY2" fmla="*/ 1616455 h 1616455"/>
              <a:gd name="connsiteX3" fmla="*/ 0 w 1616455"/>
              <a:gd name="connsiteY3" fmla="*/ 1616455 h 1616455"/>
            </a:gdLst>
            <a:ahLst/>
            <a:cxnLst>
              <a:cxn ang="0">
                <a:pos x="connsiteX0" y="connsiteY0"/>
              </a:cxn>
              <a:cxn ang="0">
                <a:pos x="connsiteX1" y="connsiteY1"/>
              </a:cxn>
              <a:cxn ang="0">
                <a:pos x="connsiteX2" y="connsiteY2"/>
              </a:cxn>
              <a:cxn ang="0">
                <a:pos x="connsiteX3" y="connsiteY3"/>
              </a:cxn>
            </a:cxnLst>
            <a:rect l="l" t="t" r="r" b="b"/>
            <a:pathLst>
              <a:path w="1616455" h="1616455">
                <a:moveTo>
                  <a:pt x="0" y="0"/>
                </a:moveTo>
                <a:lnTo>
                  <a:pt x="1616455" y="0"/>
                </a:lnTo>
                <a:lnTo>
                  <a:pt x="1616455" y="1616455"/>
                </a:lnTo>
                <a:lnTo>
                  <a:pt x="0" y="1616455"/>
                </a:lnTo>
                <a:close/>
              </a:path>
            </a:pathLst>
          </a:custGeom>
          <a:solidFill>
            <a:srgbClr val="EE641C"/>
          </a:solidFill>
          <a:ln w="0"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FC85976D-EE45-AE2D-287E-345B5F157F96}"/>
              </a:ext>
            </a:extLst>
          </p:cNvPr>
          <p:cNvSpPr/>
          <p:nvPr/>
        </p:nvSpPr>
        <p:spPr>
          <a:xfrm>
            <a:off x="7621148" y="2286742"/>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68398E"/>
          </a:solidFill>
          <a:ln w="0" cap="flat">
            <a:noFill/>
            <a:prstDash val="solid"/>
            <a:miter/>
          </a:ln>
        </p:spPr>
        <p:txBody>
          <a:bodyPr rtlCol="0" anchor="ctr"/>
          <a:lstStyle/>
          <a:p>
            <a:endParaRPr lang="nl-NL"/>
          </a:p>
        </p:txBody>
      </p:sp>
      <p:sp>
        <p:nvSpPr>
          <p:cNvPr id="15" name="Vrije vorm: vorm 14">
            <a:extLst>
              <a:ext uri="{FF2B5EF4-FFF2-40B4-BE49-F238E27FC236}">
                <a16:creationId xmlns:a16="http://schemas.microsoft.com/office/drawing/2014/main" id="{5CB21A53-6FB1-525B-E4F0-F59E8EDA975E}"/>
              </a:ext>
            </a:extLst>
          </p:cNvPr>
          <p:cNvSpPr/>
          <p:nvPr/>
        </p:nvSpPr>
        <p:spPr>
          <a:xfrm>
            <a:off x="7621148" y="0"/>
            <a:ext cx="2286025" cy="2286025"/>
          </a:xfrm>
          <a:custGeom>
            <a:avLst/>
            <a:gdLst>
              <a:gd name="connsiteX0" fmla="*/ 2286026 w 2286025"/>
              <a:gd name="connsiteY0" fmla="*/ 1143013 h 2286025"/>
              <a:gd name="connsiteX1" fmla="*/ 1143012 w 2286025"/>
              <a:gd name="connsiteY1" fmla="*/ 2286026 h 2286025"/>
              <a:gd name="connsiteX2" fmla="*/ -1 w 2286025"/>
              <a:gd name="connsiteY2" fmla="*/ 1143013 h 2286025"/>
              <a:gd name="connsiteX3" fmla="*/ 1143012 w 2286025"/>
              <a:gd name="connsiteY3" fmla="*/ 0 h 2286025"/>
              <a:gd name="connsiteX4" fmla="*/ 2286026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6" y="1143013"/>
                </a:moveTo>
                <a:cubicBezTo>
                  <a:pt x="2286026" y="1774282"/>
                  <a:pt x="1774282" y="2286026"/>
                  <a:pt x="1143012" y="2286026"/>
                </a:cubicBezTo>
                <a:cubicBezTo>
                  <a:pt x="511744" y="2286026"/>
                  <a:pt x="-1" y="1774282"/>
                  <a:pt x="-1" y="1143013"/>
                </a:cubicBezTo>
                <a:cubicBezTo>
                  <a:pt x="-1" y="511744"/>
                  <a:pt x="511743" y="0"/>
                  <a:pt x="1143012" y="0"/>
                </a:cubicBezTo>
                <a:cubicBezTo>
                  <a:pt x="1774281" y="0"/>
                  <a:pt x="2286026" y="511744"/>
                  <a:pt x="2286026" y="1143013"/>
                </a:cubicBezTo>
                <a:close/>
              </a:path>
            </a:pathLst>
          </a:custGeom>
          <a:solidFill>
            <a:srgbClr val="00A3A6"/>
          </a:solidFill>
          <a:ln w="0" cap="flat">
            <a:noFill/>
            <a:prstDash val="solid"/>
            <a:miter/>
          </a:ln>
        </p:spPr>
        <p:txBody>
          <a:bodyPr rtlCol="0" anchor="ctr"/>
          <a:lstStyle/>
          <a:p>
            <a:endParaRPr lang="nl-NL"/>
          </a:p>
        </p:txBody>
      </p:sp>
      <p:sp>
        <p:nvSpPr>
          <p:cNvPr id="23" name="Vrije vorm: vorm 22">
            <a:extLst>
              <a:ext uri="{FF2B5EF4-FFF2-40B4-BE49-F238E27FC236}">
                <a16:creationId xmlns:a16="http://schemas.microsoft.com/office/drawing/2014/main" id="{7835CE72-ED67-FFB3-4AF2-B219E802D267}"/>
              </a:ext>
            </a:extLst>
          </p:cNvPr>
          <p:cNvSpPr/>
          <p:nvPr/>
        </p:nvSpPr>
        <p:spPr>
          <a:xfrm>
            <a:off x="9907174" y="4571739"/>
            <a:ext cx="2286025" cy="1143013"/>
          </a:xfrm>
          <a:custGeom>
            <a:avLst/>
            <a:gdLst>
              <a:gd name="connsiteX0" fmla="*/ 2286026 w 2286025"/>
              <a:gd name="connsiteY0" fmla="*/ 1143012 h 1143013"/>
              <a:gd name="connsiteX1" fmla="*/ 0 w 2286025"/>
              <a:gd name="connsiteY1" fmla="*/ 1143014 h 1143013"/>
              <a:gd name="connsiteX2" fmla="*/ 1143012 w 2286025"/>
              <a:gd name="connsiteY2" fmla="*/ 0 h 1143013"/>
              <a:gd name="connsiteX3" fmla="*/ 2286026 w 2286025"/>
              <a:gd name="connsiteY3" fmla="*/ 1143012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2"/>
                </a:moveTo>
                <a:lnTo>
                  <a:pt x="0" y="1143014"/>
                </a:lnTo>
                <a:cubicBezTo>
                  <a:pt x="-1" y="511785"/>
                  <a:pt x="511783" y="0"/>
                  <a:pt x="1143012" y="0"/>
                </a:cubicBezTo>
                <a:cubicBezTo>
                  <a:pt x="1774241" y="0"/>
                  <a:pt x="2286026" y="511783"/>
                  <a:pt x="2286026" y="1143012"/>
                </a:cubicBezTo>
                <a:close/>
              </a:path>
            </a:pathLst>
          </a:custGeom>
          <a:solidFill>
            <a:schemeClr val="accent4"/>
          </a:solidFill>
          <a:ln w="0" cap="flat">
            <a:noFill/>
            <a:prstDash val="solid"/>
            <a:miter/>
          </a:ln>
        </p:spPr>
        <p:txBody>
          <a:bodyPr rtlCol="0" anchor="ctr"/>
          <a:lstStyle/>
          <a:p>
            <a:endParaRPr lang="nl-NL"/>
          </a:p>
        </p:txBody>
      </p:sp>
      <p:sp>
        <p:nvSpPr>
          <p:cNvPr id="24" name="Vrije vorm: vorm 23">
            <a:extLst>
              <a:ext uri="{FF2B5EF4-FFF2-40B4-BE49-F238E27FC236}">
                <a16:creationId xmlns:a16="http://schemas.microsoft.com/office/drawing/2014/main" id="{B0FB8D35-F14F-4A1B-A129-BCD790B43475}"/>
              </a:ext>
            </a:extLst>
          </p:cNvPr>
          <p:cNvSpPr/>
          <p:nvPr/>
        </p:nvSpPr>
        <p:spPr>
          <a:xfrm>
            <a:off x="9907174" y="1142451"/>
            <a:ext cx="2286025" cy="1143013"/>
          </a:xfrm>
          <a:custGeom>
            <a:avLst/>
            <a:gdLst>
              <a:gd name="connsiteX0" fmla="*/ 2286026 w 2286025"/>
              <a:gd name="connsiteY0" fmla="*/ 1143013 h 1143013"/>
              <a:gd name="connsiteX1" fmla="*/ 0 w 2286025"/>
              <a:gd name="connsiteY1" fmla="*/ 1143013 h 1143013"/>
              <a:gd name="connsiteX2" fmla="*/ 1143012 w 2286025"/>
              <a:gd name="connsiteY2" fmla="*/ 0 h 1143013"/>
              <a:gd name="connsiteX3" fmla="*/ 2286026 w 2286025"/>
              <a:gd name="connsiteY3" fmla="*/ 1143013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3"/>
                </a:moveTo>
                <a:lnTo>
                  <a:pt x="0" y="1143013"/>
                </a:lnTo>
                <a:cubicBezTo>
                  <a:pt x="-1" y="511784"/>
                  <a:pt x="511784" y="0"/>
                  <a:pt x="1143012" y="0"/>
                </a:cubicBezTo>
                <a:cubicBezTo>
                  <a:pt x="1774241" y="0"/>
                  <a:pt x="2286026" y="511784"/>
                  <a:pt x="2286026" y="1143013"/>
                </a:cubicBezTo>
                <a:close/>
              </a:path>
            </a:pathLst>
          </a:custGeom>
          <a:solidFill>
            <a:srgbClr val="FBB70C"/>
          </a:solidFill>
          <a:ln w="0" cap="flat">
            <a:noFill/>
            <a:prstDash val="solid"/>
            <a:miter/>
          </a:ln>
        </p:spPr>
        <p:txBody>
          <a:bodyPr rtlCol="0" anchor="ctr"/>
          <a:lstStyle/>
          <a:p>
            <a:endParaRPr lang="nl-NL"/>
          </a:p>
        </p:txBody>
      </p:sp>
      <p:sp>
        <p:nvSpPr>
          <p:cNvPr id="26" name="Vrije vorm: vorm 25">
            <a:extLst>
              <a:ext uri="{FF2B5EF4-FFF2-40B4-BE49-F238E27FC236}">
                <a16:creationId xmlns:a16="http://schemas.microsoft.com/office/drawing/2014/main" id="{DC9D5A06-4B5F-5150-061F-8455585C64F0}"/>
              </a:ext>
            </a:extLst>
          </p:cNvPr>
          <p:cNvSpPr/>
          <p:nvPr/>
        </p:nvSpPr>
        <p:spPr>
          <a:xfrm>
            <a:off x="9907168" y="2285706"/>
            <a:ext cx="2286036" cy="2286039"/>
          </a:xfrm>
          <a:custGeom>
            <a:avLst/>
            <a:gdLst>
              <a:gd name="connsiteX0" fmla="*/ 2286033 w 2286036"/>
              <a:gd name="connsiteY0" fmla="*/ 0 h 2286039"/>
              <a:gd name="connsiteX1" fmla="*/ 2286037 w 2286036"/>
              <a:gd name="connsiteY1" fmla="*/ 2286036 h 2286039"/>
              <a:gd name="connsiteX2" fmla="*/ 0 w 2286036"/>
              <a:gd name="connsiteY2" fmla="*/ 2286039 h 2286039"/>
              <a:gd name="connsiteX3" fmla="*/ 2286033 w 2286036"/>
              <a:gd name="connsiteY3" fmla="*/ 0 h 2286039"/>
            </a:gdLst>
            <a:ahLst/>
            <a:cxnLst>
              <a:cxn ang="0">
                <a:pos x="connsiteX0" y="connsiteY0"/>
              </a:cxn>
              <a:cxn ang="0">
                <a:pos x="connsiteX1" y="connsiteY1"/>
              </a:cxn>
              <a:cxn ang="0">
                <a:pos x="connsiteX2" y="connsiteY2"/>
              </a:cxn>
              <a:cxn ang="0">
                <a:pos x="connsiteX3" y="connsiteY3"/>
              </a:cxn>
            </a:cxnLst>
            <a:rect l="l" t="t" r="r" b="b"/>
            <a:pathLst>
              <a:path w="2286036" h="2286039">
                <a:moveTo>
                  <a:pt x="2286033" y="0"/>
                </a:moveTo>
                <a:lnTo>
                  <a:pt x="2286037" y="2286036"/>
                </a:lnTo>
                <a:lnTo>
                  <a:pt x="0" y="2286039"/>
                </a:lnTo>
                <a:lnTo>
                  <a:pt x="2286033" y="0"/>
                </a:lnTo>
                <a:close/>
              </a:path>
            </a:pathLst>
          </a:custGeom>
          <a:solidFill>
            <a:srgbClr val="00A143"/>
          </a:solidFill>
          <a:ln w="0" cap="flat">
            <a:noFill/>
            <a:prstDash val="solid"/>
            <a:miter/>
          </a:ln>
        </p:spPr>
        <p:txBody>
          <a:bodyPr rtlCol="0" anchor="ctr"/>
          <a:lstStyle/>
          <a:p>
            <a:endParaRPr lang="nl-NL"/>
          </a:p>
        </p:txBody>
      </p:sp>
      <p:pic>
        <p:nvPicPr>
          <p:cNvPr id="7" name="Graphic 6">
            <a:extLst>
              <a:ext uri="{FF2B5EF4-FFF2-40B4-BE49-F238E27FC236}">
                <a16:creationId xmlns:a16="http://schemas.microsoft.com/office/drawing/2014/main" id="{5528156B-733A-E015-B005-B2352FABCC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1995" y="281884"/>
            <a:ext cx="914400" cy="485775"/>
          </a:xfrm>
          <a:prstGeom prst="rect">
            <a:avLst/>
          </a:prstGeom>
        </p:spPr>
      </p:pic>
      <p:sp>
        <p:nvSpPr>
          <p:cNvPr id="3" name="Title 1">
            <a:extLst>
              <a:ext uri="{FF2B5EF4-FFF2-40B4-BE49-F238E27FC236}">
                <a16:creationId xmlns:a16="http://schemas.microsoft.com/office/drawing/2014/main" id="{1D769654-84DF-F3A4-AA96-CF3AB34A95D3}"/>
              </a:ext>
            </a:extLst>
          </p:cNvPr>
          <p:cNvSpPr>
            <a:spLocks noGrp="1"/>
          </p:cNvSpPr>
          <p:nvPr>
            <p:ph type="title" hasCustomPrompt="1"/>
          </p:nvPr>
        </p:nvSpPr>
        <p:spPr>
          <a:xfrm>
            <a:off x="791996" y="2206486"/>
            <a:ext cx="5616000" cy="1959415"/>
          </a:xfrm>
          <a:prstGeom prst="rect">
            <a:avLst/>
          </a:prstGeom>
        </p:spPr>
        <p:txBody>
          <a:bodyPr anchor="b">
            <a:normAutofit/>
          </a:bodyPr>
          <a:lstStyle>
            <a:lvl1pPr>
              <a:defRPr sz="4600" b="1">
                <a:solidFill>
                  <a:schemeClr val="tx1"/>
                </a:solidFill>
                <a:latin typeface="+mj-lt"/>
                <a:cs typeface="Arial" panose="020B0604020202020204" pitchFamily="34" charset="0"/>
              </a:defRPr>
            </a:lvl1pPr>
          </a:lstStyle>
          <a:p>
            <a:r>
              <a:rPr lang="en-US"/>
              <a:t>Title</a:t>
            </a:r>
          </a:p>
        </p:txBody>
      </p:sp>
      <p:sp>
        <p:nvSpPr>
          <p:cNvPr id="4" name="Tijdelijke aanduiding voor tekst 26">
            <a:extLst>
              <a:ext uri="{FF2B5EF4-FFF2-40B4-BE49-F238E27FC236}">
                <a16:creationId xmlns:a16="http://schemas.microsoft.com/office/drawing/2014/main" id="{B0AC4634-2567-5C02-64AA-03E99D27573C}"/>
              </a:ext>
            </a:extLst>
          </p:cNvPr>
          <p:cNvSpPr>
            <a:spLocks noGrp="1"/>
          </p:cNvSpPr>
          <p:nvPr>
            <p:ph type="body" sz="quarter" idx="10" hasCustomPrompt="1"/>
          </p:nvPr>
        </p:nvSpPr>
        <p:spPr>
          <a:xfrm>
            <a:off x="791996" y="6189582"/>
            <a:ext cx="5616000" cy="386534"/>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Date</a:t>
            </a:r>
          </a:p>
        </p:txBody>
      </p:sp>
      <p:sp>
        <p:nvSpPr>
          <p:cNvPr id="8" name="Text Placeholder 2">
            <a:extLst>
              <a:ext uri="{FF2B5EF4-FFF2-40B4-BE49-F238E27FC236}">
                <a16:creationId xmlns:a16="http://schemas.microsoft.com/office/drawing/2014/main" id="{104F83EB-068C-DEF0-6261-68679FF0E88A}"/>
              </a:ext>
            </a:extLst>
          </p:cNvPr>
          <p:cNvSpPr>
            <a:spLocks noGrp="1"/>
          </p:cNvSpPr>
          <p:nvPr>
            <p:ph type="body" sz="quarter" idx="11" hasCustomPrompt="1"/>
          </p:nvPr>
        </p:nvSpPr>
        <p:spPr>
          <a:xfrm>
            <a:off x="792163" y="5035550"/>
            <a:ext cx="5616575" cy="969963"/>
          </a:xfrm>
          <a:prstGeom prst="rect">
            <a:avLst/>
          </a:prstGeom>
        </p:spPr>
        <p:txBody>
          <a:bodyPr/>
          <a:lstStyle>
            <a:lvl1pPr marL="0" indent="0">
              <a:buNone/>
              <a:defRPr sz="2400"/>
            </a:lvl1pPr>
          </a:lstStyle>
          <a:p>
            <a:pPr lvl="0"/>
            <a:r>
              <a:rPr lang="en-US"/>
              <a:t>Name</a:t>
            </a:r>
            <a:endParaRPr lang="en-BE"/>
          </a:p>
        </p:txBody>
      </p:sp>
      <p:sp>
        <p:nvSpPr>
          <p:cNvPr id="9" name="Text Placeholder 13">
            <a:extLst>
              <a:ext uri="{FF2B5EF4-FFF2-40B4-BE49-F238E27FC236}">
                <a16:creationId xmlns:a16="http://schemas.microsoft.com/office/drawing/2014/main" id="{2FC02C50-EA58-B185-F07D-13121035B548}"/>
              </a:ext>
            </a:extLst>
          </p:cNvPr>
          <p:cNvSpPr>
            <a:spLocks noGrp="1"/>
          </p:cNvSpPr>
          <p:nvPr>
            <p:ph type="body" sz="quarter" idx="14" hasCustomPrompt="1"/>
          </p:nvPr>
        </p:nvSpPr>
        <p:spPr>
          <a:xfrm>
            <a:off x="791997" y="4267200"/>
            <a:ext cx="5616742" cy="695325"/>
          </a:xfrm>
          <a:prstGeom prst="rect">
            <a:avLst/>
          </a:prstGeom>
        </p:spPr>
        <p:txBody>
          <a:bodyPr>
            <a:normAutofit/>
          </a:bodyPr>
          <a:lstStyle>
            <a:lvl1pPr marL="0" indent="0">
              <a:buNone/>
              <a:defRPr sz="2800">
                <a:solidFill>
                  <a:srgbClr val="D1E4F7"/>
                </a:solidFill>
                <a:latin typeface="+mj-lt"/>
              </a:defRPr>
            </a:lvl1pPr>
          </a:lstStyle>
          <a:p>
            <a:pPr lvl="0"/>
            <a:r>
              <a:rPr lang="en-US"/>
              <a:t>Subtitle</a:t>
            </a:r>
            <a:endParaRPr lang="en-BE"/>
          </a:p>
        </p:txBody>
      </p:sp>
      <p:sp>
        <p:nvSpPr>
          <p:cNvPr id="11" name="Picture Placeholder 342">
            <a:extLst>
              <a:ext uri="{FF2B5EF4-FFF2-40B4-BE49-F238E27FC236}">
                <a16:creationId xmlns:a16="http://schemas.microsoft.com/office/drawing/2014/main" id="{1C69DBB6-CB01-17DC-A53A-3AD090FDE7F5}"/>
              </a:ext>
            </a:extLst>
          </p:cNvPr>
          <p:cNvSpPr>
            <a:spLocks noGrp="1"/>
          </p:cNvSpPr>
          <p:nvPr>
            <p:ph type="pic" sz="quarter" idx="13"/>
          </p:nvPr>
        </p:nvSpPr>
        <p:spPr>
          <a:xfrm>
            <a:off x="7293429" y="0"/>
            <a:ext cx="4898571" cy="6858000"/>
          </a:xfrm>
          <a:prstGeom prst="rect">
            <a:avLst/>
          </a:prstGeom>
        </p:spPr>
        <p:txBody>
          <a:bodyPr/>
          <a:lstStyle/>
          <a:p>
            <a:r>
              <a:rPr lang="en-US"/>
              <a:t>Click icon to add picture</a:t>
            </a:r>
            <a:endParaRPr lang="en-BE"/>
          </a:p>
        </p:txBody>
      </p:sp>
    </p:spTree>
    <p:extLst>
      <p:ext uri="{BB962C8B-B14F-4D97-AF65-F5344CB8AC3E}">
        <p14:creationId xmlns:p14="http://schemas.microsoft.com/office/powerpoint/2010/main" val="3088601850"/>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lourful with bulle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D785F4-84F3-536F-6440-66F991F268A8}"/>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2CCD9DE4-34A8-6015-30D9-04F6F47C0ACA}"/>
              </a:ext>
            </a:extLst>
          </p:cNvPr>
          <p:cNvSpPr>
            <a:spLocks noGrp="1"/>
          </p:cNvSpPr>
          <p:nvPr>
            <p:ph sz="quarter" idx="10"/>
          </p:nvPr>
        </p:nvSpPr>
        <p:spPr>
          <a:xfrm>
            <a:off x="838200" y="1792288"/>
            <a:ext cx="10515600"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93967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30446007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AE88-3FEC-89FE-0362-66D96E3CF9B8}"/>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3072628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DFC3B-9EC7-1340-524C-DF707D0FF5C0}"/>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A88D63CE-2897-9F64-A5C3-02628C046423}"/>
              </a:ext>
            </a:extLst>
          </p:cNvPr>
          <p:cNvSpPr>
            <a:spLocks noGrp="1"/>
          </p:cNvSpPr>
          <p:nvPr>
            <p:ph sz="quarter" idx="10"/>
          </p:nvPr>
        </p:nvSpPr>
        <p:spPr>
          <a:xfrm>
            <a:off x="838200" y="1792288"/>
            <a:ext cx="10515600" cy="4700587"/>
          </a:xfrm>
          <a:prstGeom prst="rect">
            <a:avLst/>
          </a:prstGeom>
        </p:spPr>
        <p:txBody>
          <a:bodyPr/>
          <a:lstStyle>
            <a:lvl1pPr>
              <a:buClr>
                <a:srgbClr val="D1E4F7"/>
              </a:buClr>
              <a:defRPr sz="2800">
                <a:solidFill>
                  <a:srgbClr val="FFFFFF"/>
                </a:solidFill>
              </a:defRPr>
            </a:lvl1pPr>
            <a:lvl2pPr>
              <a:buClr>
                <a:srgbClr val="D1E4F7"/>
              </a:buClr>
              <a:defRPr sz="2800">
                <a:solidFill>
                  <a:srgbClr val="FFFFFF"/>
                </a:solidFill>
              </a:defRPr>
            </a:lvl2pPr>
            <a:lvl3pPr>
              <a:buClr>
                <a:srgbClr val="D1E4F7"/>
              </a:buClr>
              <a:defRPr sz="2800">
                <a:solidFill>
                  <a:srgbClr val="FFFFFF"/>
                </a:solidFill>
              </a:defRPr>
            </a:lvl3pPr>
            <a:lvl4pPr>
              <a:buClr>
                <a:srgbClr val="D1E4F7"/>
              </a:buClr>
              <a:defRPr sz="2400">
                <a:solidFill>
                  <a:srgbClr val="FFFFFF"/>
                </a:solidFill>
              </a:defRPr>
            </a:lvl4pPr>
            <a:lvl5pPr>
              <a:buClr>
                <a:srgbClr val="D1E4F7"/>
              </a:buClr>
              <a:defRPr sz="2400">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805354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rk picture righ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D526F1-EF5F-C379-28A4-1F3EFEFEE216}"/>
              </a:ext>
            </a:extLst>
          </p:cNvPr>
          <p:cNvSpPr>
            <a:spLocks noGrp="1"/>
          </p:cNvSpPr>
          <p:nvPr>
            <p:ph type="title"/>
          </p:nvPr>
        </p:nvSpPr>
        <p:spPr>
          <a:xfrm>
            <a:off x="838200" y="365125"/>
            <a:ext cx="4942668" cy="1325563"/>
          </a:xfrm>
        </p:spPr>
        <p:txBody>
          <a:bodyPr/>
          <a:lstStyle>
            <a:lvl1pPr>
              <a:defRPr>
                <a:solidFill>
                  <a:schemeClr val="bg1"/>
                </a:solidFill>
              </a:defRPr>
            </a:lvl1pPr>
          </a:lstStyle>
          <a:p>
            <a:r>
              <a:rPr lang="en-US"/>
              <a:t>Click to edit Master title style</a:t>
            </a:r>
            <a:endParaRPr lang="en-BE"/>
          </a:p>
        </p:txBody>
      </p:sp>
      <p:sp>
        <p:nvSpPr>
          <p:cNvPr id="5" name="Content Placeholder 2">
            <a:extLst>
              <a:ext uri="{FF2B5EF4-FFF2-40B4-BE49-F238E27FC236}">
                <a16:creationId xmlns:a16="http://schemas.microsoft.com/office/drawing/2014/main" id="{9A575569-F224-9A43-172D-0BE738F351D8}"/>
              </a:ext>
            </a:extLst>
          </p:cNvPr>
          <p:cNvSpPr>
            <a:spLocks noGrp="1"/>
          </p:cNvSpPr>
          <p:nvPr>
            <p:ph sz="quarter" idx="10"/>
          </p:nvPr>
        </p:nvSpPr>
        <p:spPr>
          <a:xfrm>
            <a:off x="838200" y="1792288"/>
            <a:ext cx="4942668" cy="4700587"/>
          </a:xfrm>
          <a:prstGeom prst="rect">
            <a:avLst/>
          </a:prstGeom>
        </p:spPr>
        <p:txBody>
          <a:bodyPr/>
          <a:lstStyle>
            <a:lvl1pPr>
              <a:buClr>
                <a:srgbClr val="D1E4F7"/>
              </a:buClr>
              <a:defRPr sz="2800">
                <a:solidFill>
                  <a:schemeClr val="bg1"/>
                </a:solidFill>
              </a:defRPr>
            </a:lvl1pPr>
            <a:lvl2pPr>
              <a:buClr>
                <a:srgbClr val="D1E4F7"/>
              </a:buClr>
              <a:defRPr sz="2800">
                <a:solidFill>
                  <a:schemeClr val="bg1"/>
                </a:solidFill>
              </a:defRPr>
            </a:lvl2pPr>
            <a:lvl3pPr>
              <a:buClr>
                <a:srgbClr val="D1E4F7"/>
              </a:buClr>
              <a:defRPr sz="2800">
                <a:solidFill>
                  <a:schemeClr val="bg1"/>
                </a:solidFill>
              </a:defRPr>
            </a:lvl3pPr>
            <a:lvl4pPr>
              <a:buClr>
                <a:srgbClr val="D1E4F7"/>
              </a:buClr>
              <a:defRPr sz="2400">
                <a:solidFill>
                  <a:schemeClr val="bg1"/>
                </a:solidFill>
              </a:defRPr>
            </a:lvl4pPr>
            <a:lvl5pPr>
              <a:buClr>
                <a:srgbClr val="D1E4F7"/>
              </a:buClr>
              <a:defRPr sz="2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Picture Placeholder 4">
            <a:extLst>
              <a:ext uri="{FF2B5EF4-FFF2-40B4-BE49-F238E27FC236}">
                <a16:creationId xmlns:a16="http://schemas.microsoft.com/office/drawing/2014/main" id="{F923B97E-728A-EA5A-6DBA-70537DEB04ED}"/>
              </a:ext>
            </a:extLst>
          </p:cNvPr>
          <p:cNvSpPr>
            <a:spLocks noGrp="1"/>
          </p:cNvSpPr>
          <p:nvPr>
            <p:ph type="pic" sz="quarter" idx="11"/>
          </p:nvPr>
        </p:nvSpPr>
        <p:spPr>
          <a:xfrm>
            <a:off x="6411134" y="0"/>
            <a:ext cx="5780865" cy="6858000"/>
          </a:xfrm>
          <a:prstGeom prst="rect">
            <a:avLst/>
          </a:prstGeom>
        </p:spPr>
        <p:txBody>
          <a:bodyPr/>
          <a:lstStyle>
            <a:lvl1pPr>
              <a:defRPr>
                <a:solidFill>
                  <a:schemeClr val="bg1"/>
                </a:solidFill>
              </a:defRPr>
            </a:lvl1pPr>
          </a:lstStyle>
          <a:p>
            <a:endParaRPr lang="en-BE"/>
          </a:p>
        </p:txBody>
      </p:sp>
    </p:spTree>
    <p:extLst>
      <p:ext uri="{BB962C8B-B14F-4D97-AF65-F5344CB8AC3E}">
        <p14:creationId xmlns:p14="http://schemas.microsoft.com/office/powerpoint/2010/main" val="10716850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rk picture lef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D3648548-5641-5B2A-5101-3E3091B69AB5}"/>
              </a:ext>
            </a:extLst>
          </p:cNvPr>
          <p:cNvSpPr>
            <a:spLocks noGrp="1"/>
          </p:cNvSpPr>
          <p:nvPr>
            <p:ph type="pic" sz="quarter" idx="11"/>
          </p:nvPr>
        </p:nvSpPr>
        <p:spPr>
          <a:xfrm>
            <a:off x="-5164" y="0"/>
            <a:ext cx="5780865" cy="6858000"/>
          </a:xfrm>
          <a:prstGeom prst="rect">
            <a:avLst/>
          </a:prstGeom>
        </p:spPr>
        <p:txBody>
          <a:bodyPr/>
          <a:lstStyle>
            <a:lvl1pPr>
              <a:defRPr>
                <a:solidFill>
                  <a:schemeClr val="bg1"/>
                </a:solidFill>
              </a:defRPr>
            </a:lvl1pPr>
          </a:lstStyle>
          <a:p>
            <a:endParaRPr lang="en-BE"/>
          </a:p>
        </p:txBody>
      </p:sp>
      <p:sp>
        <p:nvSpPr>
          <p:cNvPr id="5" name="Title 1">
            <a:extLst>
              <a:ext uri="{FF2B5EF4-FFF2-40B4-BE49-F238E27FC236}">
                <a16:creationId xmlns:a16="http://schemas.microsoft.com/office/drawing/2014/main" id="{AF96D5B0-A0D8-8702-A825-BF683D41B3EB}"/>
              </a:ext>
            </a:extLst>
          </p:cNvPr>
          <p:cNvSpPr>
            <a:spLocks noGrp="1"/>
          </p:cNvSpPr>
          <p:nvPr>
            <p:ph type="title"/>
          </p:nvPr>
        </p:nvSpPr>
        <p:spPr>
          <a:xfrm>
            <a:off x="6416301" y="365125"/>
            <a:ext cx="4942668" cy="1325563"/>
          </a:xfrm>
        </p:spPr>
        <p:txBody>
          <a:bodyPr/>
          <a:lstStyle>
            <a:lvl1pPr>
              <a:defRPr>
                <a:solidFill>
                  <a:schemeClr val="bg1"/>
                </a:solidFill>
              </a:defRPr>
            </a:lvl1pPr>
          </a:lstStyle>
          <a:p>
            <a:r>
              <a:rPr lang="en-US" dirty="0"/>
              <a:t>Click to edit Master title style</a:t>
            </a:r>
            <a:endParaRPr lang="en-BE" dirty="0"/>
          </a:p>
        </p:txBody>
      </p:sp>
      <p:sp>
        <p:nvSpPr>
          <p:cNvPr id="6" name="Content Placeholder 2">
            <a:extLst>
              <a:ext uri="{FF2B5EF4-FFF2-40B4-BE49-F238E27FC236}">
                <a16:creationId xmlns:a16="http://schemas.microsoft.com/office/drawing/2014/main" id="{1DC622AC-9F46-7666-8A37-571374A59011}"/>
              </a:ext>
            </a:extLst>
          </p:cNvPr>
          <p:cNvSpPr>
            <a:spLocks noGrp="1"/>
          </p:cNvSpPr>
          <p:nvPr>
            <p:ph sz="quarter" idx="10"/>
          </p:nvPr>
        </p:nvSpPr>
        <p:spPr>
          <a:xfrm>
            <a:off x="6416301" y="1792288"/>
            <a:ext cx="4942668" cy="4700587"/>
          </a:xfrm>
          <a:prstGeom prst="rect">
            <a:avLst/>
          </a:prstGeom>
        </p:spPr>
        <p:txBody>
          <a:bodyPr/>
          <a:lstStyle>
            <a:lvl1pPr>
              <a:buClr>
                <a:srgbClr val="D1E4F7"/>
              </a:buClr>
              <a:defRPr sz="2800">
                <a:solidFill>
                  <a:schemeClr val="bg1"/>
                </a:solidFill>
              </a:defRPr>
            </a:lvl1pPr>
            <a:lvl2pPr>
              <a:buClr>
                <a:srgbClr val="D1E4F7"/>
              </a:buClr>
              <a:defRPr sz="2800">
                <a:solidFill>
                  <a:schemeClr val="bg1"/>
                </a:solidFill>
              </a:defRPr>
            </a:lvl2pPr>
            <a:lvl3pPr>
              <a:buClr>
                <a:srgbClr val="D1E4F7"/>
              </a:buClr>
              <a:defRPr sz="2800">
                <a:solidFill>
                  <a:schemeClr val="bg1"/>
                </a:solidFill>
              </a:defRPr>
            </a:lvl3pPr>
            <a:lvl4pPr>
              <a:buClr>
                <a:srgbClr val="D1E4F7"/>
              </a:buClr>
              <a:defRPr sz="2400">
                <a:solidFill>
                  <a:schemeClr val="bg1"/>
                </a:solidFill>
              </a:defRPr>
            </a:lvl4pPr>
            <a:lvl5pPr>
              <a:buClr>
                <a:srgbClr val="D1E4F7"/>
              </a:buClr>
              <a:defRPr sz="2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3473097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rk spli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96D5B0-A0D8-8702-A825-BF683D41B3EB}"/>
              </a:ext>
            </a:extLst>
          </p:cNvPr>
          <p:cNvSpPr>
            <a:spLocks noGrp="1"/>
          </p:cNvSpPr>
          <p:nvPr>
            <p:ph type="title"/>
          </p:nvPr>
        </p:nvSpPr>
        <p:spPr>
          <a:xfrm>
            <a:off x="6416301" y="365125"/>
            <a:ext cx="4942668" cy="1325563"/>
          </a:xfrm>
        </p:spPr>
        <p:txBody>
          <a:bodyPr/>
          <a:lstStyle>
            <a:lvl1pPr>
              <a:defRPr>
                <a:solidFill>
                  <a:schemeClr val="bg1"/>
                </a:solidFill>
              </a:defRPr>
            </a:lvl1pPr>
          </a:lstStyle>
          <a:p>
            <a:r>
              <a:rPr lang="en-US" dirty="0"/>
              <a:t>Click to edit Master title style</a:t>
            </a:r>
            <a:endParaRPr lang="en-BE" dirty="0"/>
          </a:p>
        </p:txBody>
      </p:sp>
      <p:sp>
        <p:nvSpPr>
          <p:cNvPr id="6" name="Content Placeholder 2">
            <a:extLst>
              <a:ext uri="{FF2B5EF4-FFF2-40B4-BE49-F238E27FC236}">
                <a16:creationId xmlns:a16="http://schemas.microsoft.com/office/drawing/2014/main" id="{1DC622AC-9F46-7666-8A37-571374A59011}"/>
              </a:ext>
            </a:extLst>
          </p:cNvPr>
          <p:cNvSpPr>
            <a:spLocks noGrp="1"/>
          </p:cNvSpPr>
          <p:nvPr>
            <p:ph sz="quarter" idx="10"/>
          </p:nvPr>
        </p:nvSpPr>
        <p:spPr>
          <a:xfrm>
            <a:off x="6416301" y="1792288"/>
            <a:ext cx="4942668" cy="4700587"/>
          </a:xfrm>
          <a:prstGeom prst="rect">
            <a:avLst/>
          </a:prstGeom>
        </p:spPr>
        <p:txBody>
          <a:bodyPr/>
          <a:lstStyle>
            <a:lvl1pPr>
              <a:buClr>
                <a:srgbClr val="D1E4F7"/>
              </a:buClr>
              <a:defRPr sz="2800">
                <a:solidFill>
                  <a:schemeClr val="bg1"/>
                </a:solidFill>
              </a:defRPr>
            </a:lvl1pPr>
            <a:lvl2pPr>
              <a:buClr>
                <a:srgbClr val="D1E4F7"/>
              </a:buClr>
              <a:defRPr sz="2800">
                <a:solidFill>
                  <a:schemeClr val="bg1"/>
                </a:solidFill>
              </a:defRPr>
            </a:lvl2pPr>
            <a:lvl3pPr>
              <a:buClr>
                <a:srgbClr val="D1E4F7"/>
              </a:buClr>
              <a:defRPr sz="2800">
                <a:solidFill>
                  <a:schemeClr val="bg1"/>
                </a:solidFill>
              </a:defRPr>
            </a:lvl3pPr>
            <a:lvl4pPr>
              <a:buClr>
                <a:srgbClr val="D1E4F7"/>
              </a:buClr>
              <a:defRPr sz="2400">
                <a:solidFill>
                  <a:schemeClr val="bg1"/>
                </a:solidFill>
              </a:defRPr>
            </a:lvl4pPr>
            <a:lvl5pPr>
              <a:buClr>
                <a:srgbClr val="D1E4F7"/>
              </a:buClr>
              <a:defRPr sz="2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
        <p:nvSpPr>
          <p:cNvPr id="2" name="Rectangle 1">
            <a:extLst>
              <a:ext uri="{FF2B5EF4-FFF2-40B4-BE49-F238E27FC236}">
                <a16:creationId xmlns:a16="http://schemas.microsoft.com/office/drawing/2014/main" id="{DE7A5706-976A-D89B-951F-6A97BA5FAEF2}"/>
              </a:ext>
            </a:extLst>
          </p:cNvPr>
          <p:cNvSpPr/>
          <p:nvPr userDrawn="1"/>
        </p:nvSpPr>
        <p:spPr>
          <a:xfrm>
            <a:off x="0" y="0"/>
            <a:ext cx="57757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3" name="Graphic 2">
            <a:extLst>
              <a:ext uri="{FF2B5EF4-FFF2-40B4-BE49-F238E27FC236}">
                <a16:creationId xmlns:a16="http://schemas.microsoft.com/office/drawing/2014/main" id="{5673E151-F661-602B-4DB9-9213B6E4C23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8741" y="6421127"/>
            <a:ext cx="598623" cy="318019"/>
          </a:xfrm>
          <a:prstGeom prst="rect">
            <a:avLst/>
          </a:prstGeom>
        </p:spPr>
      </p:pic>
    </p:spTree>
    <p:extLst>
      <p:ext uri="{BB962C8B-B14F-4D97-AF65-F5344CB8AC3E}">
        <p14:creationId xmlns:p14="http://schemas.microsoft.com/office/powerpoint/2010/main" val="33704158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lourful 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D785F4-84F3-536F-6440-66F991F268A8}"/>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42888474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lourful with bulle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D785F4-84F3-536F-6440-66F991F268A8}"/>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2CCD9DE4-34A8-6015-30D9-04F6F47C0ACA}"/>
              </a:ext>
            </a:extLst>
          </p:cNvPr>
          <p:cNvSpPr>
            <a:spLocks noGrp="1"/>
          </p:cNvSpPr>
          <p:nvPr>
            <p:ph sz="quarter" idx="10"/>
          </p:nvPr>
        </p:nvSpPr>
        <p:spPr>
          <a:xfrm>
            <a:off x="838200" y="1792288"/>
            <a:ext cx="10515600"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2709840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Light chapter">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C37D8072-9EE3-917B-7F33-372174E2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1999" y="288001"/>
            <a:ext cx="914396" cy="485774"/>
          </a:xfrm>
          <a:prstGeom prst="rect">
            <a:avLst/>
          </a:prstGeom>
        </p:spPr>
      </p:pic>
      <p:sp>
        <p:nvSpPr>
          <p:cNvPr id="14" name="Text Placeholder 4">
            <a:extLst>
              <a:ext uri="{FF2B5EF4-FFF2-40B4-BE49-F238E27FC236}">
                <a16:creationId xmlns:a16="http://schemas.microsoft.com/office/drawing/2014/main" id="{FD35E4C5-AED2-E9A8-7D65-14800B632E6C}"/>
              </a:ext>
            </a:extLst>
          </p:cNvPr>
          <p:cNvSpPr>
            <a:spLocks noGrp="1"/>
          </p:cNvSpPr>
          <p:nvPr>
            <p:ph type="body" sz="quarter" idx="10" hasCustomPrompt="1"/>
          </p:nvPr>
        </p:nvSpPr>
        <p:spPr>
          <a:xfrm>
            <a:off x="5416337" y="2299097"/>
            <a:ext cx="5491121" cy="2286007"/>
          </a:xfrm>
          <a:prstGeom prst="rect">
            <a:avLst/>
          </a:prstGeom>
        </p:spPr>
        <p:txBody>
          <a:bodyPr anchor="b"/>
          <a:lstStyle>
            <a:lvl1pPr marL="0" indent="0">
              <a:buNone/>
              <a:defRPr sz="4800" b="1">
                <a:solidFill>
                  <a:schemeClr val="tx2"/>
                </a:solidFill>
                <a:latin typeface="+mj-lt"/>
              </a:defRPr>
            </a:lvl1pPr>
          </a:lstStyle>
          <a:p>
            <a:pPr lvl="0"/>
            <a:r>
              <a:rPr lang="en-US" dirty="0"/>
              <a:t>Title</a:t>
            </a:r>
          </a:p>
        </p:txBody>
      </p:sp>
      <p:cxnSp>
        <p:nvCxnSpPr>
          <p:cNvPr id="22" name="Straight Connector 21">
            <a:extLst>
              <a:ext uri="{FF2B5EF4-FFF2-40B4-BE49-F238E27FC236}">
                <a16:creationId xmlns:a16="http://schemas.microsoft.com/office/drawing/2014/main" id="{A5CF1C14-D13B-9574-C8BD-CA3AF6086669}"/>
              </a:ext>
            </a:extLst>
          </p:cNvPr>
          <p:cNvCxnSpPr>
            <a:cxnSpLocks/>
          </p:cNvCxnSpPr>
          <p:nvPr userDrawn="1"/>
        </p:nvCxnSpPr>
        <p:spPr>
          <a:xfrm>
            <a:off x="5332687" y="2151613"/>
            <a:ext cx="0" cy="2605688"/>
          </a:xfrm>
          <a:prstGeom prst="line">
            <a:avLst/>
          </a:prstGeom>
          <a:ln>
            <a:solidFill>
              <a:srgbClr val="617FC0"/>
            </a:solidFill>
          </a:ln>
        </p:spPr>
        <p:style>
          <a:lnRef idx="2">
            <a:schemeClr val="accent1"/>
          </a:lnRef>
          <a:fillRef idx="0">
            <a:schemeClr val="accent1"/>
          </a:fillRef>
          <a:effectRef idx="1">
            <a:schemeClr val="accent1"/>
          </a:effectRef>
          <a:fontRef idx="minor">
            <a:schemeClr val="tx1"/>
          </a:fontRef>
        </p:style>
      </p:cxnSp>
      <p:sp>
        <p:nvSpPr>
          <p:cNvPr id="23" name="Text Placeholder 4">
            <a:extLst>
              <a:ext uri="{FF2B5EF4-FFF2-40B4-BE49-F238E27FC236}">
                <a16:creationId xmlns:a16="http://schemas.microsoft.com/office/drawing/2014/main" id="{C2FA6B88-2EA8-B1CD-1B6F-84AFBEAAB3F3}"/>
              </a:ext>
            </a:extLst>
          </p:cNvPr>
          <p:cNvSpPr>
            <a:spLocks noGrp="1"/>
          </p:cNvSpPr>
          <p:nvPr>
            <p:ph type="body" sz="quarter" idx="11" hasCustomPrompt="1"/>
          </p:nvPr>
        </p:nvSpPr>
        <p:spPr>
          <a:xfrm>
            <a:off x="674055" y="2298478"/>
            <a:ext cx="4571975" cy="2286007"/>
          </a:xfrm>
          <a:prstGeom prst="rect">
            <a:avLst/>
          </a:prstGeom>
        </p:spPr>
        <p:txBody>
          <a:bodyPr anchor="t"/>
          <a:lstStyle>
            <a:lvl1pPr marL="0" indent="0" algn="r">
              <a:buNone/>
              <a:defRPr sz="4800" b="1">
                <a:solidFill>
                  <a:schemeClr val="tx2"/>
                </a:solidFill>
                <a:latin typeface="+mj-lt"/>
              </a:defRPr>
            </a:lvl1pPr>
          </a:lstStyle>
          <a:p>
            <a:pPr lvl="0"/>
            <a:r>
              <a:rPr lang="en-US" dirty="0"/>
              <a:t>01</a:t>
            </a:r>
          </a:p>
        </p:txBody>
      </p:sp>
      <p:grpSp>
        <p:nvGrpSpPr>
          <p:cNvPr id="12" name="Group 11">
            <a:extLst>
              <a:ext uri="{FF2B5EF4-FFF2-40B4-BE49-F238E27FC236}">
                <a16:creationId xmlns:a16="http://schemas.microsoft.com/office/drawing/2014/main" id="{8DA0560F-A4B9-6D60-DA89-678D8AA3B9FC}"/>
              </a:ext>
            </a:extLst>
          </p:cNvPr>
          <p:cNvGrpSpPr/>
          <p:nvPr userDrawn="1"/>
        </p:nvGrpSpPr>
        <p:grpSpPr>
          <a:xfrm>
            <a:off x="6505909" y="9229"/>
            <a:ext cx="5688622" cy="6861839"/>
            <a:chOff x="6476020" y="-8"/>
            <a:chExt cx="5718513" cy="6897894"/>
          </a:xfrm>
        </p:grpSpPr>
        <p:sp>
          <p:nvSpPr>
            <p:cNvPr id="13" name="Vrije vorm: vorm 9">
              <a:extLst>
                <a:ext uri="{FF2B5EF4-FFF2-40B4-BE49-F238E27FC236}">
                  <a16:creationId xmlns:a16="http://schemas.microsoft.com/office/drawing/2014/main" id="{9D7D31D0-E3AC-9AED-7DFC-600F0A869084}"/>
                </a:ext>
              </a:extLst>
            </p:cNvPr>
            <p:cNvSpPr/>
            <p:nvPr userDrawn="1"/>
          </p:nvSpPr>
          <p:spPr>
            <a:xfrm flipH="1">
              <a:off x="6476020" y="4608573"/>
              <a:ext cx="2289313" cy="228931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noFill/>
            <a:ln w="0" cap="flat">
              <a:solidFill>
                <a:srgbClr val="D1E4F7"/>
              </a:solidFill>
              <a:prstDash val="solid"/>
              <a:miter/>
            </a:ln>
          </p:spPr>
          <p:txBody>
            <a:bodyPr rtlCol="0" anchor="ctr"/>
            <a:lstStyle/>
            <a:p>
              <a:endParaRPr lang="nl-NL"/>
            </a:p>
          </p:txBody>
        </p:sp>
        <p:sp>
          <p:nvSpPr>
            <p:cNvPr id="16" name="Vrije vorm: vorm 18">
              <a:extLst>
                <a:ext uri="{FF2B5EF4-FFF2-40B4-BE49-F238E27FC236}">
                  <a16:creationId xmlns:a16="http://schemas.microsoft.com/office/drawing/2014/main" id="{F5FCDA4F-39E8-1B34-6039-23A6929D29CF}"/>
                </a:ext>
              </a:extLst>
            </p:cNvPr>
            <p:cNvSpPr/>
            <p:nvPr userDrawn="1"/>
          </p:nvSpPr>
          <p:spPr>
            <a:xfrm flipH="1">
              <a:off x="9893073" y="-8"/>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a:p>
          </p:txBody>
        </p:sp>
        <p:sp>
          <p:nvSpPr>
            <p:cNvPr id="17" name="Vrije vorm: vorm 11">
              <a:extLst>
                <a:ext uri="{FF2B5EF4-FFF2-40B4-BE49-F238E27FC236}">
                  <a16:creationId xmlns:a16="http://schemas.microsoft.com/office/drawing/2014/main" id="{BBDB3D9B-C250-7032-0ACC-7C5B8B0FAD88}"/>
                </a:ext>
              </a:extLst>
            </p:cNvPr>
            <p:cNvSpPr/>
            <p:nvPr/>
          </p:nvSpPr>
          <p:spPr>
            <a:xfrm>
              <a:off x="8765334" y="4581825"/>
              <a:ext cx="1144651" cy="2289302"/>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noFill/>
            <a:ln w="0" cap="flat">
              <a:solidFill>
                <a:srgbClr val="D1E4F7"/>
              </a:solidFill>
              <a:prstDash val="solid"/>
              <a:miter/>
            </a:ln>
          </p:spPr>
          <p:txBody>
            <a:bodyPr rtlCol="0" anchor="ctr"/>
            <a:lstStyle/>
            <a:p>
              <a:endParaRPr lang="nl-NL"/>
            </a:p>
          </p:txBody>
        </p:sp>
        <p:sp>
          <p:nvSpPr>
            <p:cNvPr id="18" name="Vrije vorm: vorm 16">
              <a:extLst>
                <a:ext uri="{FF2B5EF4-FFF2-40B4-BE49-F238E27FC236}">
                  <a16:creationId xmlns:a16="http://schemas.microsoft.com/office/drawing/2014/main" id="{F7A11193-8342-CC7D-4893-9DA72119E1F8}"/>
                </a:ext>
              </a:extLst>
            </p:cNvPr>
            <p:cNvSpPr/>
            <p:nvPr userDrawn="1"/>
          </p:nvSpPr>
          <p:spPr>
            <a:xfrm rot="18900000" flipH="1">
              <a:off x="7939042" y="325447"/>
              <a:ext cx="1618773" cy="1618773"/>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noFill/>
            <a:ln w="0" cap="flat">
              <a:solidFill>
                <a:srgbClr val="D1E4F7"/>
              </a:solidFill>
              <a:prstDash val="solid"/>
              <a:miter/>
            </a:ln>
          </p:spPr>
          <p:txBody>
            <a:bodyPr rtlCol="0" anchor="ctr"/>
            <a:lstStyle/>
            <a:p>
              <a:endParaRPr lang="nl-NL"/>
            </a:p>
          </p:txBody>
        </p:sp>
        <p:sp>
          <p:nvSpPr>
            <p:cNvPr id="19" name="Vrije vorm: vorm 17">
              <a:extLst>
                <a:ext uri="{FF2B5EF4-FFF2-40B4-BE49-F238E27FC236}">
                  <a16:creationId xmlns:a16="http://schemas.microsoft.com/office/drawing/2014/main" id="{A3F6D955-1692-3320-C7CD-A1960CC43330}"/>
                </a:ext>
              </a:extLst>
            </p:cNvPr>
            <p:cNvSpPr/>
            <p:nvPr userDrawn="1"/>
          </p:nvSpPr>
          <p:spPr>
            <a:xfrm>
              <a:off x="9905975" y="2295800"/>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noFill/>
            <a:ln w="0" cap="flat">
              <a:solidFill>
                <a:srgbClr val="D1E4F7"/>
              </a:solidFill>
              <a:prstDash val="solid"/>
              <a:miter/>
            </a:ln>
          </p:spPr>
          <p:txBody>
            <a:bodyPr rtlCol="0" anchor="ctr"/>
            <a:lstStyle/>
            <a:p>
              <a:endParaRPr lang="nl-NL" dirty="0"/>
            </a:p>
          </p:txBody>
        </p:sp>
        <p:sp>
          <p:nvSpPr>
            <p:cNvPr id="20" name="Vrije vorm: vorm 18">
              <a:extLst>
                <a:ext uri="{FF2B5EF4-FFF2-40B4-BE49-F238E27FC236}">
                  <a16:creationId xmlns:a16="http://schemas.microsoft.com/office/drawing/2014/main" id="{23AF75C3-7660-CDC9-64BF-2397504B8386}"/>
                </a:ext>
              </a:extLst>
            </p:cNvPr>
            <p:cNvSpPr/>
            <p:nvPr userDrawn="1"/>
          </p:nvSpPr>
          <p:spPr>
            <a:xfrm flipH="1">
              <a:off x="9905231" y="4581825"/>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a:p>
          </p:txBody>
        </p:sp>
      </p:grpSp>
    </p:spTree>
    <p:extLst>
      <p:ext uri="{BB962C8B-B14F-4D97-AF65-F5344CB8AC3E}">
        <p14:creationId xmlns:p14="http://schemas.microsoft.com/office/powerpoint/2010/main" val="3819593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ight end 1">
    <p:spTree>
      <p:nvGrpSpPr>
        <p:cNvPr id="1" name=""/>
        <p:cNvGrpSpPr/>
        <p:nvPr/>
      </p:nvGrpSpPr>
      <p:grpSpPr>
        <a:xfrm>
          <a:off x="0" y="0"/>
          <a:ext cx="0" cy="0"/>
          <a:chOff x="0" y="0"/>
          <a:chExt cx="0" cy="0"/>
        </a:xfrm>
      </p:grpSpPr>
      <p:grpSp>
        <p:nvGrpSpPr>
          <p:cNvPr id="40" name="Groep 39">
            <a:extLst>
              <a:ext uri="{FF2B5EF4-FFF2-40B4-BE49-F238E27FC236}">
                <a16:creationId xmlns:a16="http://schemas.microsoft.com/office/drawing/2014/main" id="{CEECD2BF-9A47-1D71-56C2-A9741D6E7672}"/>
              </a:ext>
            </a:extLst>
          </p:cNvPr>
          <p:cNvGrpSpPr/>
          <p:nvPr/>
        </p:nvGrpSpPr>
        <p:grpSpPr>
          <a:xfrm>
            <a:off x="0" y="0"/>
            <a:ext cx="12194630" cy="4879630"/>
            <a:chOff x="0" y="0"/>
            <a:chExt cx="12194630" cy="4879630"/>
          </a:xfrm>
        </p:grpSpPr>
        <p:sp>
          <p:nvSpPr>
            <p:cNvPr id="16" name="Vrije vorm: vorm 15">
              <a:extLst>
                <a:ext uri="{FF2B5EF4-FFF2-40B4-BE49-F238E27FC236}">
                  <a16:creationId xmlns:a16="http://schemas.microsoft.com/office/drawing/2014/main" id="{4A604E13-2276-D5DE-3D58-6EFB8E3967FB}"/>
                </a:ext>
              </a:extLst>
            </p:cNvPr>
            <p:cNvSpPr/>
            <p:nvPr/>
          </p:nvSpPr>
          <p:spPr>
            <a:xfrm>
              <a:off x="0" y="2439819"/>
              <a:ext cx="2439811" cy="2439811"/>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rgbClr val="00A143"/>
            </a:solidFill>
            <a:ln w="0" cap="flat">
              <a:noFill/>
              <a:prstDash val="solid"/>
              <a:miter/>
            </a:ln>
          </p:spPr>
          <p:txBody>
            <a:bodyPr rtlCol="0" anchor="ctr"/>
            <a:lstStyle/>
            <a:p>
              <a:endParaRPr lang="nl-NL"/>
            </a:p>
          </p:txBody>
        </p:sp>
        <p:sp>
          <p:nvSpPr>
            <p:cNvPr id="17" name="Vrije vorm: vorm 16">
              <a:extLst>
                <a:ext uri="{FF2B5EF4-FFF2-40B4-BE49-F238E27FC236}">
                  <a16:creationId xmlns:a16="http://schemas.microsoft.com/office/drawing/2014/main" id="{50B16225-2A86-355A-C1EF-3C85ECF0C92D}"/>
                </a:ext>
              </a:extLst>
            </p:cNvPr>
            <p:cNvSpPr/>
            <p:nvPr/>
          </p:nvSpPr>
          <p:spPr>
            <a:xfrm rot="2700000">
              <a:off x="7672321" y="2796523"/>
              <a:ext cx="1725199" cy="1725199"/>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932E4208-D2A2-676D-678E-A1239FD82EAD}"/>
                </a:ext>
              </a:extLst>
            </p:cNvPr>
            <p:cNvSpPr/>
            <p:nvPr/>
          </p:nvSpPr>
          <p:spPr>
            <a:xfrm>
              <a:off x="7311261" y="8"/>
              <a:ext cx="2439811" cy="2439811"/>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3"/>
            </a:solidFill>
            <a:ln w="0" cap="flat">
              <a:noFill/>
              <a:prstDash val="solid"/>
              <a:miter/>
            </a:ln>
          </p:spPr>
          <p:txBody>
            <a:bodyPr rtlCol="0" anchor="ctr"/>
            <a:lstStyle/>
            <a:p>
              <a:endParaRPr lang="nl-NL"/>
            </a:p>
          </p:txBody>
        </p:sp>
        <p:sp>
          <p:nvSpPr>
            <p:cNvPr id="20" name="Vrije vorm: vorm 19">
              <a:extLst>
                <a:ext uri="{FF2B5EF4-FFF2-40B4-BE49-F238E27FC236}">
                  <a16:creationId xmlns:a16="http://schemas.microsoft.com/office/drawing/2014/main" id="{3E396590-C55C-AB05-C09C-CBC7682089C4}"/>
                </a:ext>
              </a:extLst>
            </p:cNvPr>
            <p:cNvSpPr/>
            <p:nvPr/>
          </p:nvSpPr>
          <p:spPr>
            <a:xfrm rot="10800000">
              <a:off x="4872558"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a:p>
          </p:txBody>
        </p:sp>
        <p:sp>
          <p:nvSpPr>
            <p:cNvPr id="25" name="Vrije vorm: vorm 24">
              <a:extLst>
                <a:ext uri="{FF2B5EF4-FFF2-40B4-BE49-F238E27FC236}">
                  <a16:creationId xmlns:a16="http://schemas.microsoft.com/office/drawing/2014/main" id="{AF90BB61-5185-C0DC-63FB-D081F17674B4}"/>
                </a:ext>
              </a:extLst>
            </p:cNvPr>
            <p:cNvSpPr/>
            <p:nvPr/>
          </p:nvSpPr>
          <p:spPr>
            <a:xfrm rot="10800000">
              <a:off x="4875204" y="2439816"/>
              <a:ext cx="2439813" cy="2439814"/>
            </a:xfrm>
            <a:custGeom>
              <a:avLst/>
              <a:gdLst>
                <a:gd name="connsiteX0" fmla="*/ 1 w 2286027"/>
                <a:gd name="connsiteY0" fmla="*/ 2286028 h 2286028"/>
                <a:gd name="connsiteX1" fmla="*/ 1 w 2286027"/>
                <a:gd name="connsiteY1" fmla="*/ 2285457 h 2286028"/>
                <a:gd name="connsiteX2" fmla="*/ 1 w 2286027"/>
                <a:gd name="connsiteY2" fmla="*/ 2 h 2286028"/>
                <a:gd name="connsiteX3" fmla="*/ 285709 w 2286027"/>
                <a:gd name="connsiteY3" fmla="*/ 285709 h 2286028"/>
                <a:gd name="connsiteX4" fmla="*/ 0 w 2286027"/>
                <a:gd name="connsiteY4" fmla="*/ 0 h 2286028"/>
                <a:gd name="connsiteX5" fmla="*/ 2286026 w 2286027"/>
                <a:gd name="connsiteY5" fmla="*/ 0 h 2286028"/>
                <a:gd name="connsiteX6" fmla="*/ 1143300 w 2286027"/>
                <a:gd name="connsiteY6" fmla="*/ 1142728 h 2286028"/>
                <a:gd name="connsiteX7" fmla="*/ 2286027 w 2286027"/>
                <a:gd name="connsiteY7" fmla="*/ 2285457 h 2286028"/>
                <a:gd name="connsiteX8" fmla="*/ 572 w 2286027"/>
                <a:gd name="connsiteY8" fmla="*/ 2285457 h 228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27" h="2286028">
                  <a:moveTo>
                    <a:pt x="1" y="2286028"/>
                  </a:moveTo>
                  <a:lnTo>
                    <a:pt x="1" y="2285457"/>
                  </a:lnTo>
                  <a:lnTo>
                    <a:pt x="1" y="2"/>
                  </a:lnTo>
                  <a:lnTo>
                    <a:pt x="285709" y="285709"/>
                  </a:lnTo>
                  <a:lnTo>
                    <a:pt x="0" y="0"/>
                  </a:lnTo>
                  <a:lnTo>
                    <a:pt x="2286026" y="0"/>
                  </a:lnTo>
                  <a:lnTo>
                    <a:pt x="1143300" y="1142728"/>
                  </a:lnTo>
                  <a:lnTo>
                    <a:pt x="2286027" y="2285457"/>
                  </a:lnTo>
                  <a:lnTo>
                    <a:pt x="572" y="2285457"/>
                  </a:lnTo>
                  <a:close/>
                </a:path>
              </a:pathLst>
            </a:custGeom>
            <a:solidFill>
              <a:srgbClr val="FBB70C"/>
            </a:solidFill>
            <a:ln w="0" cap="flat">
              <a:noFill/>
              <a:prstDash val="solid"/>
              <a:miter/>
            </a:ln>
          </p:spPr>
          <p:txBody>
            <a:bodyPr wrap="square" rtlCol="0" anchor="ctr">
              <a:noAutofit/>
            </a:bodyPr>
            <a:lstStyle/>
            <a:p>
              <a:endParaRPr lang="nl-NL"/>
            </a:p>
          </p:txBody>
        </p:sp>
        <p:sp>
          <p:nvSpPr>
            <p:cNvPr id="11" name="Vrije vorm: vorm 10">
              <a:extLst>
                <a:ext uri="{FF2B5EF4-FFF2-40B4-BE49-F238E27FC236}">
                  <a16:creationId xmlns:a16="http://schemas.microsoft.com/office/drawing/2014/main" id="{ACB0736F-C937-0D79-5740-25E3AEBA6F2D}"/>
                </a:ext>
              </a:extLst>
            </p:cNvPr>
            <p:cNvSpPr/>
            <p:nvPr/>
          </p:nvSpPr>
          <p:spPr>
            <a:xfrm>
              <a:off x="0" y="0"/>
              <a:ext cx="4872558" cy="2440421"/>
            </a:xfrm>
            <a:custGeom>
              <a:avLst/>
              <a:gdLst>
                <a:gd name="connsiteX0" fmla="*/ 2279394 w 4565431"/>
                <a:gd name="connsiteY0" fmla="*/ 0 h 2286596"/>
                <a:gd name="connsiteX1" fmla="*/ 2279964 w 4565431"/>
                <a:gd name="connsiteY1" fmla="*/ 570 h 2286596"/>
                <a:gd name="connsiteX2" fmla="*/ 2286026 w 4565431"/>
                <a:gd name="connsiteY2" fmla="*/ 570 h 2286596"/>
                <a:gd name="connsiteX3" fmla="*/ 2286026 w 4565431"/>
                <a:gd name="connsiteY3" fmla="*/ 6632 h 2286596"/>
                <a:gd name="connsiteX4" fmla="*/ 4565431 w 4565431"/>
                <a:gd name="connsiteY4" fmla="*/ 2286036 h 2286596"/>
                <a:gd name="connsiteX5" fmla="*/ 2286026 w 4565431"/>
                <a:gd name="connsiteY5" fmla="*/ 2286036 h 2286596"/>
                <a:gd name="connsiteX6" fmla="*/ 2286026 w 4565431"/>
                <a:gd name="connsiteY6" fmla="*/ 2286596 h 2286596"/>
                <a:gd name="connsiteX7" fmla="*/ 0 w 4565431"/>
                <a:gd name="connsiteY7" fmla="*/ 2286596 h 2286596"/>
                <a:gd name="connsiteX8" fmla="*/ 0 w 4565431"/>
                <a:gd name="connsiteY8" fmla="*/ 570 h 2286596"/>
                <a:gd name="connsiteX9" fmla="*/ 2279394 w 4565431"/>
                <a:gd name="connsiteY9" fmla="*/ 570 h 228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65431" h="2286596">
                  <a:moveTo>
                    <a:pt x="2279394" y="0"/>
                  </a:moveTo>
                  <a:lnTo>
                    <a:pt x="2279964" y="570"/>
                  </a:lnTo>
                  <a:lnTo>
                    <a:pt x="2286026" y="570"/>
                  </a:lnTo>
                  <a:lnTo>
                    <a:pt x="2286026" y="6632"/>
                  </a:lnTo>
                  <a:lnTo>
                    <a:pt x="4565431" y="2286036"/>
                  </a:lnTo>
                  <a:lnTo>
                    <a:pt x="2286026" y="2286036"/>
                  </a:lnTo>
                  <a:lnTo>
                    <a:pt x="2286026" y="2286596"/>
                  </a:lnTo>
                  <a:lnTo>
                    <a:pt x="0" y="2286596"/>
                  </a:lnTo>
                  <a:lnTo>
                    <a:pt x="0" y="570"/>
                  </a:lnTo>
                  <a:lnTo>
                    <a:pt x="2279394" y="570"/>
                  </a:lnTo>
                  <a:close/>
                </a:path>
              </a:pathLst>
            </a:custGeom>
            <a:solidFill>
              <a:schemeClr val="accent2"/>
            </a:solidFill>
            <a:ln w="0" cap="flat">
              <a:noFill/>
              <a:prstDash val="solid"/>
              <a:miter/>
            </a:ln>
          </p:spPr>
          <p:txBody>
            <a:bodyPr wrap="square" rtlCol="0" anchor="ctr">
              <a:noAutofit/>
            </a:bodyPr>
            <a:lstStyle/>
            <a:p>
              <a:endParaRPr lang="nl-NL"/>
            </a:p>
          </p:txBody>
        </p:sp>
        <p:sp>
          <p:nvSpPr>
            <p:cNvPr id="10" name="Vrije vorm: vorm 9">
              <a:extLst>
                <a:ext uri="{FF2B5EF4-FFF2-40B4-BE49-F238E27FC236}">
                  <a16:creationId xmlns:a16="http://schemas.microsoft.com/office/drawing/2014/main" id="{5B3C7FC6-6A7E-E043-68F3-56D53C32BB11}"/>
                </a:ext>
              </a:extLst>
            </p:cNvPr>
            <p:cNvSpPr/>
            <p:nvPr/>
          </p:nvSpPr>
          <p:spPr>
            <a:xfrm>
              <a:off x="9752177" y="0"/>
              <a:ext cx="2439823" cy="243982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solidFill>
              <a:schemeClr val="accent6"/>
            </a:solidFill>
            <a:ln w="0" cap="flat">
              <a:noFill/>
              <a:prstDash val="solid"/>
              <a:miter/>
            </a:ln>
          </p:spPr>
          <p:txBody>
            <a:bodyPr rtlCol="0" anchor="ctr"/>
            <a:lstStyle/>
            <a:p>
              <a:endParaRPr lang="nl-NL"/>
            </a:p>
          </p:txBody>
        </p:sp>
        <p:sp>
          <p:nvSpPr>
            <p:cNvPr id="12" name="Vrije vorm: vorm 11">
              <a:extLst>
                <a:ext uri="{FF2B5EF4-FFF2-40B4-BE49-F238E27FC236}">
                  <a16:creationId xmlns:a16="http://schemas.microsoft.com/office/drawing/2014/main" id="{AFDE8D17-CD25-7646-CC4C-27DFCCFB0280}"/>
                </a:ext>
              </a:extLst>
            </p:cNvPr>
            <p:cNvSpPr/>
            <p:nvPr/>
          </p:nvSpPr>
          <p:spPr>
            <a:xfrm rot="10800000">
              <a:off x="6092462"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A7945D03-EA2E-4FB5-8E42-F59066C61B3E}"/>
                </a:ext>
              </a:extLst>
            </p:cNvPr>
            <p:cNvSpPr/>
            <p:nvPr/>
          </p:nvSpPr>
          <p:spPr>
            <a:xfrm rot="10800000">
              <a:off x="2436503" y="2439818"/>
              <a:ext cx="2439811" cy="2439811"/>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26" name="Vrije vorm: vorm 25">
              <a:extLst>
                <a:ext uri="{FF2B5EF4-FFF2-40B4-BE49-F238E27FC236}">
                  <a16:creationId xmlns:a16="http://schemas.microsoft.com/office/drawing/2014/main" id="{B2516F00-7ED7-FE84-D266-6A5DACB99F01}"/>
                </a:ext>
              </a:extLst>
            </p:cNvPr>
            <p:cNvSpPr/>
            <p:nvPr/>
          </p:nvSpPr>
          <p:spPr>
            <a:xfrm rot="5400000">
              <a:off x="9144314"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28" name="Vrije vorm: vorm 27">
              <a:extLst>
                <a:ext uri="{FF2B5EF4-FFF2-40B4-BE49-F238E27FC236}">
                  <a16:creationId xmlns:a16="http://schemas.microsoft.com/office/drawing/2014/main" id="{A1C734B7-E992-C88B-C79D-5443B20BFF34}"/>
                </a:ext>
              </a:extLst>
            </p:cNvPr>
            <p:cNvSpPr/>
            <p:nvPr/>
          </p:nvSpPr>
          <p:spPr>
            <a:xfrm rot="16200000">
              <a:off x="10364772"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grpSp>
      <p:sp>
        <p:nvSpPr>
          <p:cNvPr id="30" name="Tijdelijke aanduiding voor tekst 26">
            <a:extLst>
              <a:ext uri="{FF2B5EF4-FFF2-40B4-BE49-F238E27FC236}">
                <a16:creationId xmlns:a16="http://schemas.microsoft.com/office/drawing/2014/main" id="{040DDA4E-DCB6-FDBA-CC4C-07183759BBE8}"/>
              </a:ext>
            </a:extLst>
          </p:cNvPr>
          <p:cNvSpPr>
            <a:spLocks noGrp="1"/>
          </p:cNvSpPr>
          <p:nvPr>
            <p:ph type="body" sz="quarter" idx="10" hasCustomPrompt="1"/>
          </p:nvPr>
        </p:nvSpPr>
        <p:spPr>
          <a:xfrm>
            <a:off x="1497496" y="5902566"/>
            <a:ext cx="5814872" cy="562370"/>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Click </a:t>
            </a:r>
            <a:r>
              <a:rPr lang="nl-NL" err="1"/>
              <a:t>to</a:t>
            </a:r>
            <a:r>
              <a:rPr lang="nl-NL"/>
              <a:t> </a:t>
            </a:r>
            <a:r>
              <a:rPr lang="nl-NL" err="1"/>
              <a:t>add</a:t>
            </a:r>
            <a:br>
              <a:rPr lang="nl-NL"/>
            </a:br>
            <a:r>
              <a:rPr lang="nl-NL"/>
              <a:t>contact information</a:t>
            </a:r>
          </a:p>
        </p:txBody>
      </p:sp>
      <p:pic>
        <p:nvPicPr>
          <p:cNvPr id="32" name="Graphic 31">
            <a:extLst>
              <a:ext uri="{FF2B5EF4-FFF2-40B4-BE49-F238E27FC236}">
                <a16:creationId xmlns:a16="http://schemas.microsoft.com/office/drawing/2014/main" id="{A334C4DC-FB10-F75D-671B-5C7FE03C0D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82075" y="5902685"/>
            <a:ext cx="914400" cy="485775"/>
          </a:xfrm>
          <a:prstGeom prst="rect">
            <a:avLst/>
          </a:prstGeom>
        </p:spPr>
      </p:pic>
      <p:sp>
        <p:nvSpPr>
          <p:cNvPr id="36" name="Vrije vorm: vorm 35">
            <a:extLst>
              <a:ext uri="{FF2B5EF4-FFF2-40B4-BE49-F238E27FC236}">
                <a16:creationId xmlns:a16="http://schemas.microsoft.com/office/drawing/2014/main" id="{457BF113-0FED-881D-D3F9-480737E7A0DD}"/>
              </a:ext>
            </a:extLst>
          </p:cNvPr>
          <p:cNvSpPr>
            <a:spLocks noChangeAspect="1"/>
          </p:cNvSpPr>
          <p:nvPr/>
        </p:nvSpPr>
        <p:spPr>
          <a:xfrm>
            <a:off x="791995" y="5902566"/>
            <a:ext cx="487174" cy="485893"/>
          </a:xfrm>
          <a:custGeom>
            <a:avLst/>
            <a:gdLst>
              <a:gd name="connsiteX0" fmla="*/ 1257492 w 2520001"/>
              <a:gd name="connsiteY0" fmla="*/ 0 h 2513375"/>
              <a:gd name="connsiteX1" fmla="*/ 1887492 w 2520001"/>
              <a:gd name="connsiteY1" fmla="*/ 630000 h 2513375"/>
              <a:gd name="connsiteX2" fmla="*/ 1384459 w 2520001"/>
              <a:gd name="connsiteY2" fmla="*/ 1247201 h 2513375"/>
              <a:gd name="connsiteX3" fmla="*/ 1302120 w 2520001"/>
              <a:gd name="connsiteY3" fmla="*/ 1255502 h 2513375"/>
              <a:gd name="connsiteX4" fmla="*/ 1388821 w 2520001"/>
              <a:gd name="connsiteY4" fmla="*/ 1259881 h 2513375"/>
              <a:gd name="connsiteX5" fmla="*/ 2520001 w 2520001"/>
              <a:gd name="connsiteY5" fmla="*/ 2513375 h 2513375"/>
              <a:gd name="connsiteX6" fmla="*/ 0 w 2520001"/>
              <a:gd name="connsiteY6" fmla="*/ 2513375 h 2513375"/>
              <a:gd name="connsiteX7" fmla="*/ 1131180 w 2520001"/>
              <a:gd name="connsiteY7" fmla="*/ 1259881 h 2513375"/>
              <a:gd name="connsiteX8" fmla="*/ 1214539 w 2520001"/>
              <a:gd name="connsiteY8" fmla="*/ 1255671 h 2513375"/>
              <a:gd name="connsiteX9" fmla="*/ 1130525 w 2520001"/>
              <a:gd name="connsiteY9" fmla="*/ 1247201 h 2513375"/>
              <a:gd name="connsiteX10" fmla="*/ 627492 w 2520001"/>
              <a:gd name="connsiteY10" fmla="*/ 630000 h 2513375"/>
              <a:gd name="connsiteX11" fmla="*/ 1257492 w 2520001"/>
              <a:gd name="connsiteY11" fmla="*/ 0 h 25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0001" h="2513375">
                <a:moveTo>
                  <a:pt x="1257492" y="0"/>
                </a:moveTo>
                <a:cubicBezTo>
                  <a:pt x="1605432" y="0"/>
                  <a:pt x="1887492" y="282061"/>
                  <a:pt x="1887492" y="630000"/>
                </a:cubicBezTo>
                <a:cubicBezTo>
                  <a:pt x="1887492" y="934447"/>
                  <a:pt x="1671540" y="1188456"/>
                  <a:pt x="1384459" y="1247201"/>
                </a:cubicBezTo>
                <a:lnTo>
                  <a:pt x="1302120" y="1255502"/>
                </a:lnTo>
                <a:lnTo>
                  <a:pt x="1388821" y="1259881"/>
                </a:lnTo>
                <a:cubicBezTo>
                  <a:pt x="2024152" y="1324410"/>
                  <a:pt x="2520001" y="1861030"/>
                  <a:pt x="2520001" y="2513375"/>
                </a:cubicBezTo>
                <a:lnTo>
                  <a:pt x="0" y="2513375"/>
                </a:lnTo>
                <a:cubicBezTo>
                  <a:pt x="0" y="1861030"/>
                  <a:pt x="495849" y="1324410"/>
                  <a:pt x="1131180" y="1259881"/>
                </a:cubicBezTo>
                <a:lnTo>
                  <a:pt x="1214539" y="1255671"/>
                </a:lnTo>
                <a:lnTo>
                  <a:pt x="1130525" y="1247201"/>
                </a:lnTo>
                <a:cubicBezTo>
                  <a:pt x="843445" y="1188456"/>
                  <a:pt x="627492" y="934447"/>
                  <a:pt x="627492" y="630000"/>
                </a:cubicBezTo>
                <a:cubicBezTo>
                  <a:pt x="627492" y="282061"/>
                  <a:pt x="909553" y="0"/>
                  <a:pt x="1257492" y="0"/>
                </a:cubicBezTo>
                <a:close/>
              </a:path>
            </a:pathLst>
          </a:custGeom>
          <a:solidFill>
            <a:schemeClr val="accent1"/>
          </a:solidFill>
          <a:ln w="0" cap="flat">
            <a:noFill/>
            <a:prstDash val="solid"/>
            <a:miter/>
          </a:ln>
        </p:spPr>
        <p:txBody>
          <a:bodyPr wrap="square" rtlCol="0" anchor="ctr">
            <a:noAutofit/>
          </a:bodyPr>
          <a:lstStyle/>
          <a:p>
            <a:endParaRPr lang="nl-NL"/>
          </a:p>
        </p:txBody>
      </p:sp>
    </p:spTree>
    <p:extLst>
      <p:ext uri="{BB962C8B-B14F-4D97-AF65-F5344CB8AC3E}">
        <p14:creationId xmlns:p14="http://schemas.microsoft.com/office/powerpoint/2010/main" val="30285225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ight end 2">
    <p:spTree>
      <p:nvGrpSpPr>
        <p:cNvPr id="1" name=""/>
        <p:cNvGrpSpPr/>
        <p:nvPr/>
      </p:nvGrpSpPr>
      <p:grpSpPr>
        <a:xfrm>
          <a:off x="0" y="0"/>
          <a:ext cx="0" cy="0"/>
          <a:chOff x="0" y="0"/>
          <a:chExt cx="0" cy="0"/>
        </a:xfrm>
      </p:grpSpPr>
      <p:pic>
        <p:nvPicPr>
          <p:cNvPr id="32" name="Graphic 31">
            <a:extLst>
              <a:ext uri="{FF2B5EF4-FFF2-40B4-BE49-F238E27FC236}">
                <a16:creationId xmlns:a16="http://schemas.microsoft.com/office/drawing/2014/main" id="{A334C4DC-FB10-F75D-671B-5C7FE03C0D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82075" y="5902685"/>
            <a:ext cx="914400" cy="485775"/>
          </a:xfrm>
          <a:prstGeom prst="rect">
            <a:avLst/>
          </a:prstGeom>
        </p:spPr>
      </p:pic>
      <p:grpSp>
        <p:nvGrpSpPr>
          <p:cNvPr id="9" name="Groep 8">
            <a:extLst>
              <a:ext uri="{FF2B5EF4-FFF2-40B4-BE49-F238E27FC236}">
                <a16:creationId xmlns:a16="http://schemas.microsoft.com/office/drawing/2014/main" id="{7B919BA6-3D2A-88FF-45AB-AC9063EC3022}"/>
              </a:ext>
            </a:extLst>
          </p:cNvPr>
          <p:cNvGrpSpPr/>
          <p:nvPr/>
        </p:nvGrpSpPr>
        <p:grpSpPr>
          <a:xfrm>
            <a:off x="0" y="0"/>
            <a:ext cx="12192000" cy="3488945"/>
            <a:chOff x="1356" y="0"/>
            <a:chExt cx="12828299" cy="3671033"/>
          </a:xfrm>
        </p:grpSpPr>
        <p:sp>
          <p:nvSpPr>
            <p:cNvPr id="16" name="Vrije vorm: vorm 15">
              <a:extLst>
                <a:ext uri="{FF2B5EF4-FFF2-40B4-BE49-F238E27FC236}">
                  <a16:creationId xmlns:a16="http://schemas.microsoft.com/office/drawing/2014/main" id="{4A604E13-2276-D5DE-3D58-6EFB8E3967FB}"/>
                </a:ext>
              </a:extLst>
            </p:cNvPr>
            <p:cNvSpPr/>
            <p:nvPr/>
          </p:nvSpPr>
          <p:spPr>
            <a:xfrm>
              <a:off x="3667990" y="3321"/>
              <a:ext cx="1833441" cy="1833440"/>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chemeClr val="accent2"/>
            </a:solidFill>
            <a:ln w="0" cap="flat">
              <a:noFill/>
              <a:prstDash val="solid"/>
              <a:miter/>
            </a:ln>
          </p:spPr>
          <p:txBody>
            <a:bodyPr rtlCol="0" anchor="ctr"/>
            <a:lstStyle/>
            <a:p>
              <a:endParaRPr lang="nl-NL"/>
            </a:p>
          </p:txBody>
        </p:sp>
        <p:sp>
          <p:nvSpPr>
            <p:cNvPr id="17" name="Vrije vorm: vorm 16">
              <a:extLst>
                <a:ext uri="{FF2B5EF4-FFF2-40B4-BE49-F238E27FC236}">
                  <a16:creationId xmlns:a16="http://schemas.microsoft.com/office/drawing/2014/main" id="{50B16225-2A86-355A-C1EF-3C85ECF0C92D}"/>
                </a:ext>
              </a:extLst>
            </p:cNvPr>
            <p:cNvSpPr/>
            <p:nvPr/>
          </p:nvSpPr>
          <p:spPr>
            <a:xfrm rot="2700000">
              <a:off x="270079" y="264774"/>
              <a:ext cx="1296432" cy="1296432"/>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932E4208-D2A2-676D-678E-A1239FD82EAD}"/>
                </a:ext>
              </a:extLst>
            </p:cNvPr>
            <p:cNvSpPr/>
            <p:nvPr/>
          </p:nvSpPr>
          <p:spPr>
            <a:xfrm>
              <a:off x="10996214" y="3321"/>
              <a:ext cx="1833441" cy="1833440"/>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4"/>
            </a:solidFill>
            <a:ln w="0" cap="flat">
              <a:noFill/>
              <a:prstDash val="solid"/>
              <a:miter/>
            </a:ln>
          </p:spPr>
          <p:txBody>
            <a:bodyPr rtlCol="0" anchor="ctr"/>
            <a:lstStyle/>
            <a:p>
              <a:endParaRPr lang="nl-NL"/>
            </a:p>
          </p:txBody>
        </p:sp>
        <p:sp>
          <p:nvSpPr>
            <p:cNvPr id="20" name="Vrije vorm: vorm 19">
              <a:extLst>
                <a:ext uri="{FF2B5EF4-FFF2-40B4-BE49-F238E27FC236}">
                  <a16:creationId xmlns:a16="http://schemas.microsoft.com/office/drawing/2014/main" id="{3E396590-C55C-AB05-C09C-CBC7682089C4}"/>
                </a:ext>
              </a:extLst>
            </p:cNvPr>
            <p:cNvSpPr/>
            <p:nvPr/>
          </p:nvSpPr>
          <p:spPr>
            <a:xfrm>
              <a:off x="1834784" y="1833442"/>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3"/>
            </a:solidFill>
            <a:ln w="0" cap="flat">
              <a:noFill/>
              <a:prstDash val="solid"/>
              <a:miter/>
            </a:ln>
          </p:spPr>
          <p:txBody>
            <a:bodyPr rtlCol="0" anchor="ctr"/>
            <a:lstStyle/>
            <a:p>
              <a:endParaRPr lang="nl-NL"/>
            </a:p>
          </p:txBody>
        </p:sp>
        <p:sp>
          <p:nvSpPr>
            <p:cNvPr id="25" name="Vrije vorm: vorm 24">
              <a:extLst>
                <a:ext uri="{FF2B5EF4-FFF2-40B4-BE49-F238E27FC236}">
                  <a16:creationId xmlns:a16="http://schemas.microsoft.com/office/drawing/2014/main" id="{AF90BB61-5185-C0DC-63FB-D081F17674B4}"/>
                </a:ext>
              </a:extLst>
            </p:cNvPr>
            <p:cNvSpPr/>
            <p:nvPr/>
          </p:nvSpPr>
          <p:spPr>
            <a:xfrm rot="10800000">
              <a:off x="9157238" y="1837590"/>
              <a:ext cx="1833442" cy="1833443"/>
            </a:xfrm>
            <a:custGeom>
              <a:avLst/>
              <a:gdLst>
                <a:gd name="connsiteX0" fmla="*/ 1 w 2286027"/>
                <a:gd name="connsiteY0" fmla="*/ 2286028 h 2286028"/>
                <a:gd name="connsiteX1" fmla="*/ 1 w 2286027"/>
                <a:gd name="connsiteY1" fmla="*/ 2285457 h 2286028"/>
                <a:gd name="connsiteX2" fmla="*/ 1 w 2286027"/>
                <a:gd name="connsiteY2" fmla="*/ 2 h 2286028"/>
                <a:gd name="connsiteX3" fmla="*/ 285709 w 2286027"/>
                <a:gd name="connsiteY3" fmla="*/ 285709 h 2286028"/>
                <a:gd name="connsiteX4" fmla="*/ 0 w 2286027"/>
                <a:gd name="connsiteY4" fmla="*/ 0 h 2286028"/>
                <a:gd name="connsiteX5" fmla="*/ 2286026 w 2286027"/>
                <a:gd name="connsiteY5" fmla="*/ 0 h 2286028"/>
                <a:gd name="connsiteX6" fmla="*/ 1143300 w 2286027"/>
                <a:gd name="connsiteY6" fmla="*/ 1142728 h 2286028"/>
                <a:gd name="connsiteX7" fmla="*/ 2286027 w 2286027"/>
                <a:gd name="connsiteY7" fmla="*/ 2285457 h 2286028"/>
                <a:gd name="connsiteX8" fmla="*/ 572 w 2286027"/>
                <a:gd name="connsiteY8" fmla="*/ 2285457 h 228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27" h="2286028">
                  <a:moveTo>
                    <a:pt x="1" y="2286028"/>
                  </a:moveTo>
                  <a:lnTo>
                    <a:pt x="1" y="2285457"/>
                  </a:lnTo>
                  <a:lnTo>
                    <a:pt x="1" y="2"/>
                  </a:lnTo>
                  <a:lnTo>
                    <a:pt x="285709" y="285709"/>
                  </a:lnTo>
                  <a:lnTo>
                    <a:pt x="0" y="0"/>
                  </a:lnTo>
                  <a:lnTo>
                    <a:pt x="2286026" y="0"/>
                  </a:lnTo>
                  <a:lnTo>
                    <a:pt x="1143300" y="1142728"/>
                  </a:lnTo>
                  <a:lnTo>
                    <a:pt x="2286027" y="2285457"/>
                  </a:lnTo>
                  <a:lnTo>
                    <a:pt x="572" y="2285457"/>
                  </a:lnTo>
                  <a:close/>
                </a:path>
              </a:pathLst>
            </a:custGeom>
            <a:solidFill>
              <a:schemeClr val="accent1"/>
            </a:solidFill>
            <a:ln w="0" cap="flat">
              <a:noFill/>
              <a:prstDash val="solid"/>
              <a:miter/>
            </a:ln>
          </p:spPr>
          <p:txBody>
            <a:bodyPr wrap="square" rtlCol="0" anchor="ctr">
              <a:noAutofit/>
            </a:bodyPr>
            <a:lstStyle/>
            <a:p>
              <a:endParaRPr lang="nl-NL"/>
            </a:p>
          </p:txBody>
        </p:sp>
        <p:sp>
          <p:nvSpPr>
            <p:cNvPr id="11" name="Vrije vorm: vorm 10">
              <a:extLst>
                <a:ext uri="{FF2B5EF4-FFF2-40B4-BE49-F238E27FC236}">
                  <a16:creationId xmlns:a16="http://schemas.microsoft.com/office/drawing/2014/main" id="{ACB0736F-C937-0D79-5740-25E3AEBA6F2D}"/>
                </a:ext>
              </a:extLst>
            </p:cNvPr>
            <p:cNvSpPr/>
            <p:nvPr/>
          </p:nvSpPr>
          <p:spPr>
            <a:xfrm>
              <a:off x="5501203" y="3069"/>
              <a:ext cx="3661573" cy="1833899"/>
            </a:xfrm>
            <a:custGeom>
              <a:avLst/>
              <a:gdLst>
                <a:gd name="connsiteX0" fmla="*/ 2279394 w 4565431"/>
                <a:gd name="connsiteY0" fmla="*/ 0 h 2286596"/>
                <a:gd name="connsiteX1" fmla="*/ 2279964 w 4565431"/>
                <a:gd name="connsiteY1" fmla="*/ 570 h 2286596"/>
                <a:gd name="connsiteX2" fmla="*/ 2286026 w 4565431"/>
                <a:gd name="connsiteY2" fmla="*/ 570 h 2286596"/>
                <a:gd name="connsiteX3" fmla="*/ 2286026 w 4565431"/>
                <a:gd name="connsiteY3" fmla="*/ 6632 h 2286596"/>
                <a:gd name="connsiteX4" fmla="*/ 4565431 w 4565431"/>
                <a:gd name="connsiteY4" fmla="*/ 2286036 h 2286596"/>
                <a:gd name="connsiteX5" fmla="*/ 2286026 w 4565431"/>
                <a:gd name="connsiteY5" fmla="*/ 2286036 h 2286596"/>
                <a:gd name="connsiteX6" fmla="*/ 2286026 w 4565431"/>
                <a:gd name="connsiteY6" fmla="*/ 2286596 h 2286596"/>
                <a:gd name="connsiteX7" fmla="*/ 0 w 4565431"/>
                <a:gd name="connsiteY7" fmla="*/ 2286596 h 2286596"/>
                <a:gd name="connsiteX8" fmla="*/ 0 w 4565431"/>
                <a:gd name="connsiteY8" fmla="*/ 570 h 2286596"/>
                <a:gd name="connsiteX9" fmla="*/ 2279394 w 4565431"/>
                <a:gd name="connsiteY9" fmla="*/ 570 h 228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65431" h="2286596">
                  <a:moveTo>
                    <a:pt x="2279394" y="0"/>
                  </a:moveTo>
                  <a:lnTo>
                    <a:pt x="2279964" y="570"/>
                  </a:lnTo>
                  <a:lnTo>
                    <a:pt x="2286026" y="570"/>
                  </a:lnTo>
                  <a:lnTo>
                    <a:pt x="2286026" y="6632"/>
                  </a:lnTo>
                  <a:lnTo>
                    <a:pt x="4565431" y="2286036"/>
                  </a:lnTo>
                  <a:lnTo>
                    <a:pt x="2286026" y="2286036"/>
                  </a:lnTo>
                  <a:lnTo>
                    <a:pt x="2286026" y="2286596"/>
                  </a:lnTo>
                  <a:lnTo>
                    <a:pt x="0" y="2286596"/>
                  </a:lnTo>
                  <a:lnTo>
                    <a:pt x="0" y="570"/>
                  </a:lnTo>
                  <a:lnTo>
                    <a:pt x="2279394" y="570"/>
                  </a:lnTo>
                  <a:close/>
                </a:path>
              </a:pathLst>
            </a:custGeom>
            <a:solidFill>
              <a:schemeClr val="accent3"/>
            </a:solidFill>
            <a:ln w="0" cap="flat">
              <a:noFill/>
              <a:prstDash val="solid"/>
              <a:miter/>
            </a:ln>
          </p:spPr>
          <p:txBody>
            <a:bodyPr wrap="square" rtlCol="0" anchor="ctr">
              <a:noAutofit/>
            </a:bodyPr>
            <a:lstStyle/>
            <a:p>
              <a:endParaRPr lang="nl-NL"/>
            </a:p>
          </p:txBody>
        </p:sp>
        <p:sp>
          <p:nvSpPr>
            <p:cNvPr id="10" name="Vrije vorm: vorm 9">
              <a:extLst>
                <a:ext uri="{FF2B5EF4-FFF2-40B4-BE49-F238E27FC236}">
                  <a16:creationId xmlns:a16="http://schemas.microsoft.com/office/drawing/2014/main" id="{5B3C7FC6-6A7E-E043-68F3-56D53C32BB11}"/>
                </a:ext>
              </a:extLst>
            </p:cNvPr>
            <p:cNvSpPr/>
            <p:nvPr/>
          </p:nvSpPr>
          <p:spPr>
            <a:xfrm>
              <a:off x="1835005" y="0"/>
              <a:ext cx="1833450" cy="1833450"/>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solidFill>
              <a:schemeClr val="accent6"/>
            </a:solidFill>
            <a:ln w="0" cap="flat">
              <a:noFill/>
              <a:prstDash val="solid"/>
              <a:miter/>
            </a:ln>
          </p:spPr>
          <p:txBody>
            <a:bodyPr rtlCol="0" anchor="ctr"/>
            <a:lstStyle/>
            <a:p>
              <a:endParaRPr lang="nl-NL"/>
            </a:p>
          </p:txBody>
        </p:sp>
        <p:sp>
          <p:nvSpPr>
            <p:cNvPr id="12" name="Vrije vorm: vorm 11">
              <a:extLst>
                <a:ext uri="{FF2B5EF4-FFF2-40B4-BE49-F238E27FC236}">
                  <a16:creationId xmlns:a16="http://schemas.microsoft.com/office/drawing/2014/main" id="{AFDE8D17-CD25-7646-CC4C-27DFCCFB0280}"/>
                </a:ext>
              </a:extLst>
            </p:cNvPr>
            <p:cNvSpPr/>
            <p:nvPr/>
          </p:nvSpPr>
          <p:spPr>
            <a:xfrm>
              <a:off x="2751503" y="1833442"/>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3"/>
            </a:solidFill>
            <a:ln w="0"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A7945D03-EA2E-4FB5-8E42-F59066C61B3E}"/>
                </a:ext>
              </a:extLst>
            </p:cNvPr>
            <p:cNvSpPr/>
            <p:nvPr/>
          </p:nvSpPr>
          <p:spPr>
            <a:xfrm rot="10800000">
              <a:off x="1356" y="1829706"/>
              <a:ext cx="1833441" cy="1833440"/>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26" name="Vrije vorm: vorm 25">
              <a:extLst>
                <a:ext uri="{FF2B5EF4-FFF2-40B4-BE49-F238E27FC236}">
                  <a16:creationId xmlns:a16="http://schemas.microsoft.com/office/drawing/2014/main" id="{B2516F00-7ED7-FE84-D266-6A5DACB99F01}"/>
                </a:ext>
              </a:extLst>
            </p:cNvPr>
            <p:cNvSpPr/>
            <p:nvPr/>
          </p:nvSpPr>
          <p:spPr>
            <a:xfrm rot="10800000">
              <a:off x="3667990" y="1837176"/>
              <a:ext cx="1833440" cy="916720"/>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28" name="Vrije vorm: vorm 27">
              <a:extLst>
                <a:ext uri="{FF2B5EF4-FFF2-40B4-BE49-F238E27FC236}">
                  <a16:creationId xmlns:a16="http://schemas.microsoft.com/office/drawing/2014/main" id="{A1C734B7-E992-C88B-C79D-5443B20BFF34}"/>
                </a:ext>
              </a:extLst>
            </p:cNvPr>
            <p:cNvSpPr/>
            <p:nvPr/>
          </p:nvSpPr>
          <p:spPr>
            <a:xfrm rot="10800000">
              <a:off x="3667990" y="2754312"/>
              <a:ext cx="1833440" cy="916720"/>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4" name="Vrije vorm: vorm 3">
              <a:extLst>
                <a:ext uri="{FF2B5EF4-FFF2-40B4-BE49-F238E27FC236}">
                  <a16:creationId xmlns:a16="http://schemas.microsoft.com/office/drawing/2014/main" id="{60FE7206-1049-6B41-788A-BAEC3C020AFA}"/>
                </a:ext>
              </a:extLst>
            </p:cNvPr>
            <p:cNvSpPr/>
            <p:nvPr/>
          </p:nvSpPr>
          <p:spPr>
            <a:xfrm rot="10800000">
              <a:off x="9162776" y="3528"/>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5"/>
            </a:solidFill>
            <a:ln w="0" cap="flat">
              <a:noFill/>
              <a:prstDash val="solid"/>
              <a:miter/>
            </a:ln>
          </p:spPr>
          <p:txBody>
            <a:bodyPr rtlCol="0" anchor="ctr"/>
            <a:lstStyle/>
            <a:p>
              <a:endParaRPr lang="nl-NL"/>
            </a:p>
          </p:txBody>
        </p:sp>
        <p:sp>
          <p:nvSpPr>
            <p:cNvPr id="5" name="Vrije vorm: vorm 4">
              <a:extLst>
                <a:ext uri="{FF2B5EF4-FFF2-40B4-BE49-F238E27FC236}">
                  <a16:creationId xmlns:a16="http://schemas.microsoft.com/office/drawing/2014/main" id="{9437E92E-F83D-DC2C-C47E-E48C4727AA40}"/>
                </a:ext>
              </a:extLst>
            </p:cNvPr>
            <p:cNvSpPr/>
            <p:nvPr/>
          </p:nvSpPr>
          <p:spPr>
            <a:xfrm rot="10800000">
              <a:off x="10079495" y="3528"/>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5"/>
            </a:solidFill>
            <a:ln w="0" cap="flat">
              <a:noFill/>
              <a:prstDash val="solid"/>
              <a:miter/>
            </a:ln>
          </p:spPr>
          <p:txBody>
            <a:bodyPr rtlCol="0" anchor="ctr"/>
            <a:lstStyle/>
            <a:p>
              <a:endParaRPr lang="nl-NL"/>
            </a:p>
          </p:txBody>
        </p:sp>
        <p:sp>
          <p:nvSpPr>
            <p:cNvPr id="6" name="Vrije vorm: vorm 5">
              <a:extLst>
                <a:ext uri="{FF2B5EF4-FFF2-40B4-BE49-F238E27FC236}">
                  <a16:creationId xmlns:a16="http://schemas.microsoft.com/office/drawing/2014/main" id="{F0FFA529-C256-1DCB-0625-15A90B8D7075}"/>
                </a:ext>
              </a:extLst>
            </p:cNvPr>
            <p:cNvSpPr/>
            <p:nvPr/>
          </p:nvSpPr>
          <p:spPr>
            <a:xfrm>
              <a:off x="5496143" y="1829706"/>
              <a:ext cx="1833441" cy="1833440"/>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6"/>
            </a:solidFill>
            <a:ln w="0" cap="flat">
              <a:noFill/>
              <a:prstDash val="solid"/>
              <a:miter/>
            </a:ln>
          </p:spPr>
          <p:txBody>
            <a:bodyPr rtlCol="0" anchor="ctr"/>
            <a:lstStyle/>
            <a:p>
              <a:endParaRPr lang="nl-NL"/>
            </a:p>
          </p:txBody>
        </p:sp>
        <p:sp>
          <p:nvSpPr>
            <p:cNvPr id="7" name="Vrije vorm: vorm 6">
              <a:extLst>
                <a:ext uri="{FF2B5EF4-FFF2-40B4-BE49-F238E27FC236}">
                  <a16:creationId xmlns:a16="http://schemas.microsoft.com/office/drawing/2014/main" id="{529262A7-C1B8-3CF7-463A-90C66ED978DA}"/>
                </a:ext>
              </a:extLst>
            </p:cNvPr>
            <p:cNvSpPr/>
            <p:nvPr/>
          </p:nvSpPr>
          <p:spPr>
            <a:xfrm rot="10800000">
              <a:off x="7329335" y="1837593"/>
              <a:ext cx="1833441" cy="1833440"/>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8" name="Vrije vorm: vorm 7">
              <a:extLst>
                <a:ext uri="{FF2B5EF4-FFF2-40B4-BE49-F238E27FC236}">
                  <a16:creationId xmlns:a16="http://schemas.microsoft.com/office/drawing/2014/main" id="{DC8F7948-952E-29E1-9A9B-D5BE31C3C9A8}"/>
                </a:ext>
              </a:extLst>
            </p:cNvPr>
            <p:cNvSpPr/>
            <p:nvPr/>
          </p:nvSpPr>
          <p:spPr>
            <a:xfrm rot="2700000">
              <a:off x="11259110" y="2098206"/>
              <a:ext cx="1296432" cy="1296432"/>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grpSp>
      <p:sp>
        <p:nvSpPr>
          <p:cNvPr id="14" name="Tijdelijke aanduiding voor titel 1">
            <a:extLst>
              <a:ext uri="{FF2B5EF4-FFF2-40B4-BE49-F238E27FC236}">
                <a16:creationId xmlns:a16="http://schemas.microsoft.com/office/drawing/2014/main" id="{43FB04AE-16F6-AE58-CA2D-5E7F84259734}"/>
              </a:ext>
            </a:extLst>
          </p:cNvPr>
          <p:cNvSpPr>
            <a:spLocks noGrp="1"/>
          </p:cNvSpPr>
          <p:nvPr>
            <p:ph type="title" hasCustomPrompt="1"/>
          </p:nvPr>
        </p:nvSpPr>
        <p:spPr>
          <a:xfrm>
            <a:off x="792000" y="4272986"/>
            <a:ext cx="5304000" cy="1872586"/>
          </a:xfrm>
          <a:prstGeom prst="rect">
            <a:avLst/>
          </a:prstGeom>
        </p:spPr>
        <p:txBody>
          <a:bodyPr vert="horz" lIns="91440" tIns="45720" rIns="91440" bIns="45720" rtlCol="0" anchor="t">
            <a:normAutofit/>
          </a:bodyPr>
          <a:lstStyle>
            <a:lvl1pPr>
              <a:defRPr/>
            </a:lvl1pPr>
          </a:lstStyle>
          <a:p>
            <a:r>
              <a:rPr lang="en-US"/>
              <a:t>Click to edit Master title style</a:t>
            </a:r>
            <a:endParaRPr lang="nl-NL"/>
          </a:p>
        </p:txBody>
      </p:sp>
      <p:sp>
        <p:nvSpPr>
          <p:cNvPr id="18" name="Tijdelijke aanduiding voor tekst 26">
            <a:extLst>
              <a:ext uri="{FF2B5EF4-FFF2-40B4-BE49-F238E27FC236}">
                <a16:creationId xmlns:a16="http://schemas.microsoft.com/office/drawing/2014/main" id="{1DE097B5-F977-F334-5086-11E8A78C6B88}"/>
              </a:ext>
            </a:extLst>
          </p:cNvPr>
          <p:cNvSpPr>
            <a:spLocks noGrp="1"/>
          </p:cNvSpPr>
          <p:nvPr>
            <p:ph type="body" sz="quarter" idx="10" hasCustomPrompt="1"/>
          </p:nvPr>
        </p:nvSpPr>
        <p:spPr>
          <a:xfrm>
            <a:off x="7670003" y="4268857"/>
            <a:ext cx="3726472" cy="1296000"/>
          </a:xfrm>
          <a:prstGeom prst="rect">
            <a:avLst/>
          </a:prstGeom>
        </p:spPr>
        <p:txBody>
          <a:bodyPr anchor="t">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Click </a:t>
            </a:r>
            <a:r>
              <a:rPr lang="nl-NL" err="1"/>
              <a:t>to</a:t>
            </a:r>
            <a:r>
              <a:rPr lang="nl-NL"/>
              <a:t> </a:t>
            </a:r>
            <a:r>
              <a:rPr lang="nl-NL" err="1"/>
              <a:t>add</a:t>
            </a:r>
            <a:br>
              <a:rPr lang="nl-NL"/>
            </a:br>
            <a:r>
              <a:rPr lang="nl-NL"/>
              <a:t>contact information</a:t>
            </a:r>
          </a:p>
        </p:txBody>
      </p:sp>
      <p:sp>
        <p:nvSpPr>
          <p:cNvPr id="21" name="Vrije vorm: vorm 20">
            <a:extLst>
              <a:ext uri="{FF2B5EF4-FFF2-40B4-BE49-F238E27FC236}">
                <a16:creationId xmlns:a16="http://schemas.microsoft.com/office/drawing/2014/main" id="{08347D6B-4806-152E-DD72-B44EFF6FE605}"/>
              </a:ext>
            </a:extLst>
          </p:cNvPr>
          <p:cNvSpPr>
            <a:spLocks noChangeAspect="1"/>
          </p:cNvSpPr>
          <p:nvPr/>
        </p:nvSpPr>
        <p:spPr>
          <a:xfrm>
            <a:off x="6964502" y="4268857"/>
            <a:ext cx="487174" cy="485893"/>
          </a:xfrm>
          <a:custGeom>
            <a:avLst/>
            <a:gdLst>
              <a:gd name="connsiteX0" fmla="*/ 1257492 w 2520001"/>
              <a:gd name="connsiteY0" fmla="*/ 0 h 2513375"/>
              <a:gd name="connsiteX1" fmla="*/ 1887492 w 2520001"/>
              <a:gd name="connsiteY1" fmla="*/ 630000 h 2513375"/>
              <a:gd name="connsiteX2" fmla="*/ 1384459 w 2520001"/>
              <a:gd name="connsiteY2" fmla="*/ 1247201 h 2513375"/>
              <a:gd name="connsiteX3" fmla="*/ 1302120 w 2520001"/>
              <a:gd name="connsiteY3" fmla="*/ 1255502 h 2513375"/>
              <a:gd name="connsiteX4" fmla="*/ 1388821 w 2520001"/>
              <a:gd name="connsiteY4" fmla="*/ 1259881 h 2513375"/>
              <a:gd name="connsiteX5" fmla="*/ 2520001 w 2520001"/>
              <a:gd name="connsiteY5" fmla="*/ 2513375 h 2513375"/>
              <a:gd name="connsiteX6" fmla="*/ 0 w 2520001"/>
              <a:gd name="connsiteY6" fmla="*/ 2513375 h 2513375"/>
              <a:gd name="connsiteX7" fmla="*/ 1131180 w 2520001"/>
              <a:gd name="connsiteY7" fmla="*/ 1259881 h 2513375"/>
              <a:gd name="connsiteX8" fmla="*/ 1214539 w 2520001"/>
              <a:gd name="connsiteY8" fmla="*/ 1255671 h 2513375"/>
              <a:gd name="connsiteX9" fmla="*/ 1130525 w 2520001"/>
              <a:gd name="connsiteY9" fmla="*/ 1247201 h 2513375"/>
              <a:gd name="connsiteX10" fmla="*/ 627492 w 2520001"/>
              <a:gd name="connsiteY10" fmla="*/ 630000 h 2513375"/>
              <a:gd name="connsiteX11" fmla="*/ 1257492 w 2520001"/>
              <a:gd name="connsiteY11" fmla="*/ 0 h 25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0001" h="2513375">
                <a:moveTo>
                  <a:pt x="1257492" y="0"/>
                </a:moveTo>
                <a:cubicBezTo>
                  <a:pt x="1605432" y="0"/>
                  <a:pt x="1887492" y="282061"/>
                  <a:pt x="1887492" y="630000"/>
                </a:cubicBezTo>
                <a:cubicBezTo>
                  <a:pt x="1887492" y="934447"/>
                  <a:pt x="1671540" y="1188456"/>
                  <a:pt x="1384459" y="1247201"/>
                </a:cubicBezTo>
                <a:lnTo>
                  <a:pt x="1302120" y="1255502"/>
                </a:lnTo>
                <a:lnTo>
                  <a:pt x="1388821" y="1259881"/>
                </a:lnTo>
                <a:cubicBezTo>
                  <a:pt x="2024152" y="1324410"/>
                  <a:pt x="2520001" y="1861030"/>
                  <a:pt x="2520001" y="2513375"/>
                </a:cubicBezTo>
                <a:lnTo>
                  <a:pt x="0" y="2513375"/>
                </a:lnTo>
                <a:cubicBezTo>
                  <a:pt x="0" y="1861030"/>
                  <a:pt x="495849" y="1324410"/>
                  <a:pt x="1131180" y="1259881"/>
                </a:cubicBezTo>
                <a:lnTo>
                  <a:pt x="1214539" y="1255671"/>
                </a:lnTo>
                <a:lnTo>
                  <a:pt x="1130525" y="1247201"/>
                </a:lnTo>
                <a:cubicBezTo>
                  <a:pt x="843445" y="1188456"/>
                  <a:pt x="627492" y="934447"/>
                  <a:pt x="627492" y="630000"/>
                </a:cubicBezTo>
                <a:cubicBezTo>
                  <a:pt x="627492" y="282061"/>
                  <a:pt x="909553" y="0"/>
                  <a:pt x="1257492" y="0"/>
                </a:cubicBezTo>
                <a:close/>
              </a:path>
            </a:pathLst>
          </a:custGeom>
          <a:solidFill>
            <a:schemeClr val="accent1"/>
          </a:solidFill>
          <a:ln w="0" cap="flat">
            <a:noFill/>
            <a:prstDash val="solid"/>
            <a:miter/>
          </a:ln>
        </p:spPr>
        <p:txBody>
          <a:bodyPr wrap="square" rtlCol="0" anchor="ctr">
            <a:noAutofit/>
          </a:bodyPr>
          <a:lstStyle/>
          <a:p>
            <a:endParaRPr lang="nl-NL"/>
          </a:p>
        </p:txBody>
      </p:sp>
    </p:spTree>
    <p:extLst>
      <p:ext uri="{BB962C8B-B14F-4D97-AF65-F5344CB8AC3E}">
        <p14:creationId xmlns:p14="http://schemas.microsoft.com/office/powerpoint/2010/main" val="12308660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ark end 1">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3B92E722-A1F2-E192-63DB-1754A87ED2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82075" y="5902566"/>
            <a:ext cx="914400" cy="485775"/>
          </a:xfrm>
          <a:prstGeom prst="rect">
            <a:avLst/>
          </a:prstGeom>
        </p:spPr>
      </p:pic>
      <p:sp>
        <p:nvSpPr>
          <p:cNvPr id="30" name="Tijdelijke aanduiding voor tekst 26">
            <a:extLst>
              <a:ext uri="{FF2B5EF4-FFF2-40B4-BE49-F238E27FC236}">
                <a16:creationId xmlns:a16="http://schemas.microsoft.com/office/drawing/2014/main" id="{040DDA4E-DCB6-FDBA-CC4C-07183759BBE8}"/>
              </a:ext>
            </a:extLst>
          </p:cNvPr>
          <p:cNvSpPr>
            <a:spLocks noGrp="1"/>
          </p:cNvSpPr>
          <p:nvPr>
            <p:ph type="body" sz="quarter" idx="10" hasCustomPrompt="1"/>
          </p:nvPr>
        </p:nvSpPr>
        <p:spPr>
          <a:xfrm>
            <a:off x="1497496" y="5902566"/>
            <a:ext cx="5814872" cy="562370"/>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Click </a:t>
            </a:r>
            <a:r>
              <a:rPr lang="nl-NL" err="1"/>
              <a:t>to</a:t>
            </a:r>
            <a:r>
              <a:rPr lang="nl-NL"/>
              <a:t> </a:t>
            </a:r>
            <a:r>
              <a:rPr lang="nl-NL" err="1"/>
              <a:t>add</a:t>
            </a:r>
            <a:br>
              <a:rPr lang="nl-NL"/>
            </a:br>
            <a:r>
              <a:rPr lang="nl-NL"/>
              <a:t>contact information</a:t>
            </a:r>
          </a:p>
        </p:txBody>
      </p:sp>
      <p:sp>
        <p:nvSpPr>
          <p:cNvPr id="36" name="Vrije vorm: vorm 35">
            <a:extLst>
              <a:ext uri="{FF2B5EF4-FFF2-40B4-BE49-F238E27FC236}">
                <a16:creationId xmlns:a16="http://schemas.microsoft.com/office/drawing/2014/main" id="{457BF113-0FED-881D-D3F9-480737E7A0DD}"/>
              </a:ext>
            </a:extLst>
          </p:cNvPr>
          <p:cNvSpPr>
            <a:spLocks noChangeAspect="1"/>
          </p:cNvSpPr>
          <p:nvPr/>
        </p:nvSpPr>
        <p:spPr>
          <a:xfrm>
            <a:off x="791995" y="5902566"/>
            <a:ext cx="487174" cy="485893"/>
          </a:xfrm>
          <a:custGeom>
            <a:avLst/>
            <a:gdLst>
              <a:gd name="connsiteX0" fmla="*/ 1257492 w 2520001"/>
              <a:gd name="connsiteY0" fmla="*/ 0 h 2513375"/>
              <a:gd name="connsiteX1" fmla="*/ 1887492 w 2520001"/>
              <a:gd name="connsiteY1" fmla="*/ 630000 h 2513375"/>
              <a:gd name="connsiteX2" fmla="*/ 1384459 w 2520001"/>
              <a:gd name="connsiteY2" fmla="*/ 1247201 h 2513375"/>
              <a:gd name="connsiteX3" fmla="*/ 1302120 w 2520001"/>
              <a:gd name="connsiteY3" fmla="*/ 1255502 h 2513375"/>
              <a:gd name="connsiteX4" fmla="*/ 1388821 w 2520001"/>
              <a:gd name="connsiteY4" fmla="*/ 1259881 h 2513375"/>
              <a:gd name="connsiteX5" fmla="*/ 2520001 w 2520001"/>
              <a:gd name="connsiteY5" fmla="*/ 2513375 h 2513375"/>
              <a:gd name="connsiteX6" fmla="*/ 0 w 2520001"/>
              <a:gd name="connsiteY6" fmla="*/ 2513375 h 2513375"/>
              <a:gd name="connsiteX7" fmla="*/ 1131180 w 2520001"/>
              <a:gd name="connsiteY7" fmla="*/ 1259881 h 2513375"/>
              <a:gd name="connsiteX8" fmla="*/ 1214539 w 2520001"/>
              <a:gd name="connsiteY8" fmla="*/ 1255671 h 2513375"/>
              <a:gd name="connsiteX9" fmla="*/ 1130525 w 2520001"/>
              <a:gd name="connsiteY9" fmla="*/ 1247201 h 2513375"/>
              <a:gd name="connsiteX10" fmla="*/ 627492 w 2520001"/>
              <a:gd name="connsiteY10" fmla="*/ 630000 h 2513375"/>
              <a:gd name="connsiteX11" fmla="*/ 1257492 w 2520001"/>
              <a:gd name="connsiteY11" fmla="*/ 0 h 25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0001" h="2513375">
                <a:moveTo>
                  <a:pt x="1257492" y="0"/>
                </a:moveTo>
                <a:cubicBezTo>
                  <a:pt x="1605432" y="0"/>
                  <a:pt x="1887492" y="282061"/>
                  <a:pt x="1887492" y="630000"/>
                </a:cubicBezTo>
                <a:cubicBezTo>
                  <a:pt x="1887492" y="934447"/>
                  <a:pt x="1671540" y="1188456"/>
                  <a:pt x="1384459" y="1247201"/>
                </a:cubicBezTo>
                <a:lnTo>
                  <a:pt x="1302120" y="1255502"/>
                </a:lnTo>
                <a:lnTo>
                  <a:pt x="1388821" y="1259881"/>
                </a:lnTo>
                <a:cubicBezTo>
                  <a:pt x="2024152" y="1324410"/>
                  <a:pt x="2520001" y="1861030"/>
                  <a:pt x="2520001" y="2513375"/>
                </a:cubicBezTo>
                <a:lnTo>
                  <a:pt x="0" y="2513375"/>
                </a:lnTo>
                <a:cubicBezTo>
                  <a:pt x="0" y="1861030"/>
                  <a:pt x="495849" y="1324410"/>
                  <a:pt x="1131180" y="1259881"/>
                </a:cubicBezTo>
                <a:lnTo>
                  <a:pt x="1214539" y="1255671"/>
                </a:lnTo>
                <a:lnTo>
                  <a:pt x="1130525" y="1247201"/>
                </a:lnTo>
                <a:cubicBezTo>
                  <a:pt x="843445" y="1188456"/>
                  <a:pt x="627492" y="934447"/>
                  <a:pt x="627492" y="630000"/>
                </a:cubicBezTo>
                <a:cubicBezTo>
                  <a:pt x="627492" y="282061"/>
                  <a:pt x="909553" y="0"/>
                  <a:pt x="1257492" y="0"/>
                </a:cubicBezTo>
                <a:close/>
              </a:path>
            </a:pathLst>
          </a:custGeom>
          <a:solidFill>
            <a:schemeClr val="accent1"/>
          </a:solidFill>
          <a:ln w="0" cap="flat">
            <a:noFill/>
            <a:prstDash val="solid"/>
            <a:miter/>
          </a:ln>
        </p:spPr>
        <p:txBody>
          <a:bodyPr wrap="square" rtlCol="0" anchor="ctr">
            <a:noAutofit/>
          </a:bodyPr>
          <a:lstStyle/>
          <a:p>
            <a:endParaRPr lang="nl-NL"/>
          </a:p>
        </p:txBody>
      </p:sp>
      <p:grpSp>
        <p:nvGrpSpPr>
          <p:cNvPr id="23" name="Groep 22">
            <a:extLst>
              <a:ext uri="{FF2B5EF4-FFF2-40B4-BE49-F238E27FC236}">
                <a16:creationId xmlns:a16="http://schemas.microsoft.com/office/drawing/2014/main" id="{EEB7A8C9-A0CF-CA2C-72EC-3DAFC8609B0F}"/>
              </a:ext>
            </a:extLst>
          </p:cNvPr>
          <p:cNvGrpSpPr/>
          <p:nvPr/>
        </p:nvGrpSpPr>
        <p:grpSpPr>
          <a:xfrm>
            <a:off x="0" y="0"/>
            <a:ext cx="12194630" cy="4879630"/>
            <a:chOff x="0" y="0"/>
            <a:chExt cx="12194630" cy="4879630"/>
          </a:xfrm>
        </p:grpSpPr>
        <p:sp>
          <p:nvSpPr>
            <p:cNvPr id="24" name="Vrije vorm: vorm 23">
              <a:extLst>
                <a:ext uri="{FF2B5EF4-FFF2-40B4-BE49-F238E27FC236}">
                  <a16:creationId xmlns:a16="http://schemas.microsoft.com/office/drawing/2014/main" id="{399869FA-D253-8BB4-38AA-1B852323535C}"/>
                </a:ext>
              </a:extLst>
            </p:cNvPr>
            <p:cNvSpPr/>
            <p:nvPr/>
          </p:nvSpPr>
          <p:spPr>
            <a:xfrm>
              <a:off x="0" y="2439819"/>
              <a:ext cx="2439811" cy="2439811"/>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rgbClr val="00A143"/>
            </a:solidFill>
            <a:ln w="0" cap="flat">
              <a:noFill/>
              <a:prstDash val="solid"/>
              <a:miter/>
            </a:ln>
          </p:spPr>
          <p:txBody>
            <a:bodyPr rtlCol="0" anchor="ctr"/>
            <a:lstStyle/>
            <a:p>
              <a:endParaRPr lang="nl-NL"/>
            </a:p>
          </p:txBody>
        </p:sp>
        <p:sp>
          <p:nvSpPr>
            <p:cNvPr id="27" name="Vrije vorm: vorm 26">
              <a:extLst>
                <a:ext uri="{FF2B5EF4-FFF2-40B4-BE49-F238E27FC236}">
                  <a16:creationId xmlns:a16="http://schemas.microsoft.com/office/drawing/2014/main" id="{C35772DD-53DE-CFEB-1FAC-4D509FC0FA36}"/>
                </a:ext>
              </a:extLst>
            </p:cNvPr>
            <p:cNvSpPr/>
            <p:nvPr/>
          </p:nvSpPr>
          <p:spPr>
            <a:xfrm rot="2700000">
              <a:off x="7672321" y="2796523"/>
              <a:ext cx="1725199" cy="1725199"/>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sp>
          <p:nvSpPr>
            <p:cNvPr id="29" name="Vrije vorm: vorm 28">
              <a:extLst>
                <a:ext uri="{FF2B5EF4-FFF2-40B4-BE49-F238E27FC236}">
                  <a16:creationId xmlns:a16="http://schemas.microsoft.com/office/drawing/2014/main" id="{EBF7AA89-4192-DE80-15A1-6176A69496A6}"/>
                </a:ext>
              </a:extLst>
            </p:cNvPr>
            <p:cNvSpPr/>
            <p:nvPr/>
          </p:nvSpPr>
          <p:spPr>
            <a:xfrm>
              <a:off x="7311261" y="8"/>
              <a:ext cx="2439811" cy="2439811"/>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3"/>
            </a:solidFill>
            <a:ln w="0" cap="flat">
              <a:noFill/>
              <a:prstDash val="solid"/>
              <a:miter/>
            </a:ln>
          </p:spPr>
          <p:txBody>
            <a:bodyPr rtlCol="0" anchor="ctr"/>
            <a:lstStyle/>
            <a:p>
              <a:endParaRPr lang="nl-NL"/>
            </a:p>
          </p:txBody>
        </p:sp>
        <p:sp>
          <p:nvSpPr>
            <p:cNvPr id="31" name="Vrije vorm: vorm 30">
              <a:extLst>
                <a:ext uri="{FF2B5EF4-FFF2-40B4-BE49-F238E27FC236}">
                  <a16:creationId xmlns:a16="http://schemas.microsoft.com/office/drawing/2014/main" id="{8CA819EA-8739-A14D-2D18-5C32F4FF0FED}"/>
                </a:ext>
              </a:extLst>
            </p:cNvPr>
            <p:cNvSpPr/>
            <p:nvPr/>
          </p:nvSpPr>
          <p:spPr>
            <a:xfrm rot="10800000">
              <a:off x="4872558"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a:p>
          </p:txBody>
        </p:sp>
        <p:sp>
          <p:nvSpPr>
            <p:cNvPr id="33" name="Vrije vorm: vorm 32">
              <a:extLst>
                <a:ext uri="{FF2B5EF4-FFF2-40B4-BE49-F238E27FC236}">
                  <a16:creationId xmlns:a16="http://schemas.microsoft.com/office/drawing/2014/main" id="{F369B62F-76FA-B585-4EB8-4F2B669BB002}"/>
                </a:ext>
              </a:extLst>
            </p:cNvPr>
            <p:cNvSpPr/>
            <p:nvPr/>
          </p:nvSpPr>
          <p:spPr>
            <a:xfrm rot="10800000">
              <a:off x="4875204" y="2439816"/>
              <a:ext cx="2439813" cy="2439814"/>
            </a:xfrm>
            <a:custGeom>
              <a:avLst/>
              <a:gdLst>
                <a:gd name="connsiteX0" fmla="*/ 1 w 2286027"/>
                <a:gd name="connsiteY0" fmla="*/ 2286028 h 2286028"/>
                <a:gd name="connsiteX1" fmla="*/ 1 w 2286027"/>
                <a:gd name="connsiteY1" fmla="*/ 2285457 h 2286028"/>
                <a:gd name="connsiteX2" fmla="*/ 1 w 2286027"/>
                <a:gd name="connsiteY2" fmla="*/ 2 h 2286028"/>
                <a:gd name="connsiteX3" fmla="*/ 285709 w 2286027"/>
                <a:gd name="connsiteY3" fmla="*/ 285709 h 2286028"/>
                <a:gd name="connsiteX4" fmla="*/ 0 w 2286027"/>
                <a:gd name="connsiteY4" fmla="*/ 0 h 2286028"/>
                <a:gd name="connsiteX5" fmla="*/ 2286026 w 2286027"/>
                <a:gd name="connsiteY5" fmla="*/ 0 h 2286028"/>
                <a:gd name="connsiteX6" fmla="*/ 1143300 w 2286027"/>
                <a:gd name="connsiteY6" fmla="*/ 1142728 h 2286028"/>
                <a:gd name="connsiteX7" fmla="*/ 2286027 w 2286027"/>
                <a:gd name="connsiteY7" fmla="*/ 2285457 h 2286028"/>
                <a:gd name="connsiteX8" fmla="*/ 572 w 2286027"/>
                <a:gd name="connsiteY8" fmla="*/ 2285457 h 228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27" h="2286028">
                  <a:moveTo>
                    <a:pt x="1" y="2286028"/>
                  </a:moveTo>
                  <a:lnTo>
                    <a:pt x="1" y="2285457"/>
                  </a:lnTo>
                  <a:lnTo>
                    <a:pt x="1" y="2"/>
                  </a:lnTo>
                  <a:lnTo>
                    <a:pt x="285709" y="285709"/>
                  </a:lnTo>
                  <a:lnTo>
                    <a:pt x="0" y="0"/>
                  </a:lnTo>
                  <a:lnTo>
                    <a:pt x="2286026" y="0"/>
                  </a:lnTo>
                  <a:lnTo>
                    <a:pt x="1143300" y="1142728"/>
                  </a:lnTo>
                  <a:lnTo>
                    <a:pt x="2286027" y="2285457"/>
                  </a:lnTo>
                  <a:lnTo>
                    <a:pt x="572" y="2285457"/>
                  </a:lnTo>
                  <a:close/>
                </a:path>
              </a:pathLst>
            </a:custGeom>
            <a:solidFill>
              <a:srgbClr val="FBB70C"/>
            </a:solidFill>
            <a:ln w="0" cap="flat">
              <a:noFill/>
              <a:prstDash val="solid"/>
              <a:miter/>
            </a:ln>
          </p:spPr>
          <p:txBody>
            <a:bodyPr wrap="square" rtlCol="0" anchor="ctr">
              <a:noAutofit/>
            </a:bodyPr>
            <a:lstStyle/>
            <a:p>
              <a:endParaRPr lang="nl-NL"/>
            </a:p>
          </p:txBody>
        </p:sp>
        <p:sp>
          <p:nvSpPr>
            <p:cNvPr id="34" name="Vrije vorm: vorm 33">
              <a:extLst>
                <a:ext uri="{FF2B5EF4-FFF2-40B4-BE49-F238E27FC236}">
                  <a16:creationId xmlns:a16="http://schemas.microsoft.com/office/drawing/2014/main" id="{E54444B7-1442-E4D6-0F66-19D1AF25DD78}"/>
                </a:ext>
              </a:extLst>
            </p:cNvPr>
            <p:cNvSpPr/>
            <p:nvPr/>
          </p:nvSpPr>
          <p:spPr>
            <a:xfrm>
              <a:off x="0" y="0"/>
              <a:ext cx="4872558" cy="2440421"/>
            </a:xfrm>
            <a:custGeom>
              <a:avLst/>
              <a:gdLst>
                <a:gd name="connsiteX0" fmla="*/ 2279394 w 4565431"/>
                <a:gd name="connsiteY0" fmla="*/ 0 h 2286596"/>
                <a:gd name="connsiteX1" fmla="*/ 2279964 w 4565431"/>
                <a:gd name="connsiteY1" fmla="*/ 570 h 2286596"/>
                <a:gd name="connsiteX2" fmla="*/ 2286026 w 4565431"/>
                <a:gd name="connsiteY2" fmla="*/ 570 h 2286596"/>
                <a:gd name="connsiteX3" fmla="*/ 2286026 w 4565431"/>
                <a:gd name="connsiteY3" fmla="*/ 6632 h 2286596"/>
                <a:gd name="connsiteX4" fmla="*/ 4565431 w 4565431"/>
                <a:gd name="connsiteY4" fmla="*/ 2286036 h 2286596"/>
                <a:gd name="connsiteX5" fmla="*/ 2286026 w 4565431"/>
                <a:gd name="connsiteY5" fmla="*/ 2286036 h 2286596"/>
                <a:gd name="connsiteX6" fmla="*/ 2286026 w 4565431"/>
                <a:gd name="connsiteY6" fmla="*/ 2286596 h 2286596"/>
                <a:gd name="connsiteX7" fmla="*/ 0 w 4565431"/>
                <a:gd name="connsiteY7" fmla="*/ 2286596 h 2286596"/>
                <a:gd name="connsiteX8" fmla="*/ 0 w 4565431"/>
                <a:gd name="connsiteY8" fmla="*/ 570 h 2286596"/>
                <a:gd name="connsiteX9" fmla="*/ 2279394 w 4565431"/>
                <a:gd name="connsiteY9" fmla="*/ 570 h 228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65431" h="2286596">
                  <a:moveTo>
                    <a:pt x="2279394" y="0"/>
                  </a:moveTo>
                  <a:lnTo>
                    <a:pt x="2279964" y="570"/>
                  </a:lnTo>
                  <a:lnTo>
                    <a:pt x="2286026" y="570"/>
                  </a:lnTo>
                  <a:lnTo>
                    <a:pt x="2286026" y="6632"/>
                  </a:lnTo>
                  <a:lnTo>
                    <a:pt x="4565431" y="2286036"/>
                  </a:lnTo>
                  <a:lnTo>
                    <a:pt x="2286026" y="2286036"/>
                  </a:lnTo>
                  <a:lnTo>
                    <a:pt x="2286026" y="2286596"/>
                  </a:lnTo>
                  <a:lnTo>
                    <a:pt x="0" y="2286596"/>
                  </a:lnTo>
                  <a:lnTo>
                    <a:pt x="0" y="570"/>
                  </a:lnTo>
                  <a:lnTo>
                    <a:pt x="2279394" y="570"/>
                  </a:lnTo>
                  <a:close/>
                </a:path>
              </a:pathLst>
            </a:custGeom>
            <a:solidFill>
              <a:schemeClr val="accent2"/>
            </a:solidFill>
            <a:ln w="0" cap="flat">
              <a:noFill/>
              <a:prstDash val="solid"/>
              <a:miter/>
            </a:ln>
          </p:spPr>
          <p:txBody>
            <a:bodyPr wrap="square" rtlCol="0" anchor="ctr">
              <a:noAutofit/>
            </a:bodyPr>
            <a:lstStyle/>
            <a:p>
              <a:endParaRPr lang="nl-NL"/>
            </a:p>
          </p:txBody>
        </p:sp>
        <p:sp>
          <p:nvSpPr>
            <p:cNvPr id="35" name="Vrije vorm: vorm 34">
              <a:extLst>
                <a:ext uri="{FF2B5EF4-FFF2-40B4-BE49-F238E27FC236}">
                  <a16:creationId xmlns:a16="http://schemas.microsoft.com/office/drawing/2014/main" id="{B9542184-1726-825C-0E63-9970ACBF8780}"/>
                </a:ext>
              </a:extLst>
            </p:cNvPr>
            <p:cNvSpPr/>
            <p:nvPr/>
          </p:nvSpPr>
          <p:spPr>
            <a:xfrm>
              <a:off x="9752177" y="0"/>
              <a:ext cx="2439823" cy="243982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solidFill>
              <a:schemeClr val="accent6"/>
            </a:solidFill>
            <a:ln w="0" cap="flat">
              <a:noFill/>
              <a:prstDash val="solid"/>
              <a:miter/>
            </a:ln>
          </p:spPr>
          <p:txBody>
            <a:bodyPr rtlCol="0" anchor="ctr"/>
            <a:lstStyle/>
            <a:p>
              <a:endParaRPr lang="nl-NL"/>
            </a:p>
          </p:txBody>
        </p:sp>
        <p:sp>
          <p:nvSpPr>
            <p:cNvPr id="37" name="Vrije vorm: vorm 36">
              <a:extLst>
                <a:ext uri="{FF2B5EF4-FFF2-40B4-BE49-F238E27FC236}">
                  <a16:creationId xmlns:a16="http://schemas.microsoft.com/office/drawing/2014/main" id="{338163DE-406C-D74C-77C8-EB0938CE5415}"/>
                </a:ext>
              </a:extLst>
            </p:cNvPr>
            <p:cNvSpPr/>
            <p:nvPr/>
          </p:nvSpPr>
          <p:spPr>
            <a:xfrm rot="10800000">
              <a:off x="6092462"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a:p>
          </p:txBody>
        </p:sp>
        <p:sp>
          <p:nvSpPr>
            <p:cNvPr id="38" name="Vrije vorm: vorm 37">
              <a:extLst>
                <a:ext uri="{FF2B5EF4-FFF2-40B4-BE49-F238E27FC236}">
                  <a16:creationId xmlns:a16="http://schemas.microsoft.com/office/drawing/2014/main" id="{D4AA38CC-0CF1-283A-A334-0A47D8A86A74}"/>
                </a:ext>
              </a:extLst>
            </p:cNvPr>
            <p:cNvSpPr/>
            <p:nvPr/>
          </p:nvSpPr>
          <p:spPr>
            <a:xfrm rot="10800000">
              <a:off x="2436503" y="2439818"/>
              <a:ext cx="2439811" cy="2439811"/>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39" name="Vrije vorm: vorm 38">
              <a:extLst>
                <a:ext uri="{FF2B5EF4-FFF2-40B4-BE49-F238E27FC236}">
                  <a16:creationId xmlns:a16="http://schemas.microsoft.com/office/drawing/2014/main" id="{A9CE4EB0-A0FC-4DF3-14C1-33C6C3363551}"/>
                </a:ext>
              </a:extLst>
            </p:cNvPr>
            <p:cNvSpPr/>
            <p:nvPr/>
          </p:nvSpPr>
          <p:spPr>
            <a:xfrm rot="5400000">
              <a:off x="9144314"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40" name="Vrije vorm: vorm 39">
              <a:extLst>
                <a:ext uri="{FF2B5EF4-FFF2-40B4-BE49-F238E27FC236}">
                  <a16:creationId xmlns:a16="http://schemas.microsoft.com/office/drawing/2014/main" id="{5721DBB0-BD72-473D-5AEA-59403DC4F6B8}"/>
                </a:ext>
              </a:extLst>
            </p:cNvPr>
            <p:cNvSpPr/>
            <p:nvPr/>
          </p:nvSpPr>
          <p:spPr>
            <a:xfrm rot="16200000">
              <a:off x="10364772"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grpSp>
    </p:spTree>
    <p:extLst>
      <p:ext uri="{BB962C8B-B14F-4D97-AF65-F5344CB8AC3E}">
        <p14:creationId xmlns:p14="http://schemas.microsoft.com/office/powerpoint/2010/main" val="3046726964"/>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ark end 2">
    <p:bg>
      <p:bgRef idx="1001">
        <a:schemeClr val="bg1"/>
      </p:bgRef>
    </p:bg>
    <p:spTree>
      <p:nvGrpSpPr>
        <p:cNvPr id="1" name=""/>
        <p:cNvGrpSpPr/>
        <p:nvPr/>
      </p:nvGrpSpPr>
      <p:grpSpPr>
        <a:xfrm>
          <a:off x="0" y="0"/>
          <a:ext cx="0" cy="0"/>
          <a:chOff x="0" y="0"/>
          <a:chExt cx="0" cy="0"/>
        </a:xfrm>
      </p:grpSpPr>
      <p:grpSp>
        <p:nvGrpSpPr>
          <p:cNvPr id="9" name="Groep 8">
            <a:extLst>
              <a:ext uri="{FF2B5EF4-FFF2-40B4-BE49-F238E27FC236}">
                <a16:creationId xmlns:a16="http://schemas.microsoft.com/office/drawing/2014/main" id="{7B919BA6-3D2A-88FF-45AB-AC9063EC3022}"/>
              </a:ext>
            </a:extLst>
          </p:cNvPr>
          <p:cNvGrpSpPr/>
          <p:nvPr/>
        </p:nvGrpSpPr>
        <p:grpSpPr>
          <a:xfrm>
            <a:off x="0" y="0"/>
            <a:ext cx="12192000" cy="3488945"/>
            <a:chOff x="1356" y="0"/>
            <a:chExt cx="12828299" cy="3671033"/>
          </a:xfrm>
        </p:grpSpPr>
        <p:sp>
          <p:nvSpPr>
            <p:cNvPr id="16" name="Vrije vorm: vorm 15">
              <a:extLst>
                <a:ext uri="{FF2B5EF4-FFF2-40B4-BE49-F238E27FC236}">
                  <a16:creationId xmlns:a16="http://schemas.microsoft.com/office/drawing/2014/main" id="{4A604E13-2276-D5DE-3D58-6EFB8E3967FB}"/>
                </a:ext>
              </a:extLst>
            </p:cNvPr>
            <p:cNvSpPr/>
            <p:nvPr/>
          </p:nvSpPr>
          <p:spPr>
            <a:xfrm>
              <a:off x="3667990" y="3321"/>
              <a:ext cx="1833441" cy="1833440"/>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chemeClr val="accent2"/>
            </a:solidFill>
            <a:ln w="0" cap="flat">
              <a:noFill/>
              <a:prstDash val="solid"/>
              <a:miter/>
            </a:ln>
          </p:spPr>
          <p:txBody>
            <a:bodyPr rtlCol="0" anchor="ctr"/>
            <a:lstStyle/>
            <a:p>
              <a:endParaRPr lang="nl-NL"/>
            </a:p>
          </p:txBody>
        </p:sp>
        <p:sp>
          <p:nvSpPr>
            <p:cNvPr id="17" name="Vrije vorm: vorm 16">
              <a:extLst>
                <a:ext uri="{FF2B5EF4-FFF2-40B4-BE49-F238E27FC236}">
                  <a16:creationId xmlns:a16="http://schemas.microsoft.com/office/drawing/2014/main" id="{50B16225-2A86-355A-C1EF-3C85ECF0C92D}"/>
                </a:ext>
              </a:extLst>
            </p:cNvPr>
            <p:cNvSpPr/>
            <p:nvPr/>
          </p:nvSpPr>
          <p:spPr>
            <a:xfrm rot="2700000">
              <a:off x="270079" y="264774"/>
              <a:ext cx="1296432" cy="1296432"/>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932E4208-D2A2-676D-678E-A1239FD82EAD}"/>
                </a:ext>
              </a:extLst>
            </p:cNvPr>
            <p:cNvSpPr/>
            <p:nvPr/>
          </p:nvSpPr>
          <p:spPr>
            <a:xfrm>
              <a:off x="10996214" y="3321"/>
              <a:ext cx="1833441" cy="1833440"/>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4"/>
            </a:solidFill>
            <a:ln w="0" cap="flat">
              <a:noFill/>
              <a:prstDash val="solid"/>
              <a:miter/>
            </a:ln>
          </p:spPr>
          <p:txBody>
            <a:bodyPr rtlCol="0" anchor="ctr"/>
            <a:lstStyle/>
            <a:p>
              <a:endParaRPr lang="nl-NL"/>
            </a:p>
          </p:txBody>
        </p:sp>
        <p:sp>
          <p:nvSpPr>
            <p:cNvPr id="20" name="Vrije vorm: vorm 19">
              <a:extLst>
                <a:ext uri="{FF2B5EF4-FFF2-40B4-BE49-F238E27FC236}">
                  <a16:creationId xmlns:a16="http://schemas.microsoft.com/office/drawing/2014/main" id="{3E396590-C55C-AB05-C09C-CBC7682089C4}"/>
                </a:ext>
              </a:extLst>
            </p:cNvPr>
            <p:cNvSpPr/>
            <p:nvPr/>
          </p:nvSpPr>
          <p:spPr>
            <a:xfrm>
              <a:off x="1834784" y="1833442"/>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3"/>
            </a:solidFill>
            <a:ln w="0" cap="flat">
              <a:noFill/>
              <a:prstDash val="solid"/>
              <a:miter/>
            </a:ln>
          </p:spPr>
          <p:txBody>
            <a:bodyPr rtlCol="0" anchor="ctr"/>
            <a:lstStyle/>
            <a:p>
              <a:endParaRPr lang="nl-NL"/>
            </a:p>
          </p:txBody>
        </p:sp>
        <p:sp>
          <p:nvSpPr>
            <p:cNvPr id="25" name="Vrije vorm: vorm 24">
              <a:extLst>
                <a:ext uri="{FF2B5EF4-FFF2-40B4-BE49-F238E27FC236}">
                  <a16:creationId xmlns:a16="http://schemas.microsoft.com/office/drawing/2014/main" id="{AF90BB61-5185-C0DC-63FB-D081F17674B4}"/>
                </a:ext>
              </a:extLst>
            </p:cNvPr>
            <p:cNvSpPr/>
            <p:nvPr/>
          </p:nvSpPr>
          <p:spPr>
            <a:xfrm rot="10800000">
              <a:off x="9157238" y="1837590"/>
              <a:ext cx="1833442" cy="1833443"/>
            </a:xfrm>
            <a:custGeom>
              <a:avLst/>
              <a:gdLst>
                <a:gd name="connsiteX0" fmla="*/ 1 w 2286027"/>
                <a:gd name="connsiteY0" fmla="*/ 2286028 h 2286028"/>
                <a:gd name="connsiteX1" fmla="*/ 1 w 2286027"/>
                <a:gd name="connsiteY1" fmla="*/ 2285457 h 2286028"/>
                <a:gd name="connsiteX2" fmla="*/ 1 w 2286027"/>
                <a:gd name="connsiteY2" fmla="*/ 2 h 2286028"/>
                <a:gd name="connsiteX3" fmla="*/ 285709 w 2286027"/>
                <a:gd name="connsiteY3" fmla="*/ 285709 h 2286028"/>
                <a:gd name="connsiteX4" fmla="*/ 0 w 2286027"/>
                <a:gd name="connsiteY4" fmla="*/ 0 h 2286028"/>
                <a:gd name="connsiteX5" fmla="*/ 2286026 w 2286027"/>
                <a:gd name="connsiteY5" fmla="*/ 0 h 2286028"/>
                <a:gd name="connsiteX6" fmla="*/ 1143300 w 2286027"/>
                <a:gd name="connsiteY6" fmla="*/ 1142728 h 2286028"/>
                <a:gd name="connsiteX7" fmla="*/ 2286027 w 2286027"/>
                <a:gd name="connsiteY7" fmla="*/ 2285457 h 2286028"/>
                <a:gd name="connsiteX8" fmla="*/ 572 w 2286027"/>
                <a:gd name="connsiteY8" fmla="*/ 2285457 h 228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27" h="2286028">
                  <a:moveTo>
                    <a:pt x="1" y="2286028"/>
                  </a:moveTo>
                  <a:lnTo>
                    <a:pt x="1" y="2285457"/>
                  </a:lnTo>
                  <a:lnTo>
                    <a:pt x="1" y="2"/>
                  </a:lnTo>
                  <a:lnTo>
                    <a:pt x="285709" y="285709"/>
                  </a:lnTo>
                  <a:lnTo>
                    <a:pt x="0" y="0"/>
                  </a:lnTo>
                  <a:lnTo>
                    <a:pt x="2286026" y="0"/>
                  </a:lnTo>
                  <a:lnTo>
                    <a:pt x="1143300" y="1142728"/>
                  </a:lnTo>
                  <a:lnTo>
                    <a:pt x="2286027" y="2285457"/>
                  </a:lnTo>
                  <a:lnTo>
                    <a:pt x="572" y="2285457"/>
                  </a:lnTo>
                  <a:close/>
                </a:path>
              </a:pathLst>
            </a:custGeom>
            <a:solidFill>
              <a:schemeClr val="accent1"/>
            </a:solidFill>
            <a:ln w="0" cap="flat">
              <a:noFill/>
              <a:prstDash val="solid"/>
              <a:miter/>
            </a:ln>
          </p:spPr>
          <p:txBody>
            <a:bodyPr wrap="square" rtlCol="0" anchor="ctr">
              <a:noAutofit/>
            </a:bodyPr>
            <a:lstStyle/>
            <a:p>
              <a:endParaRPr lang="nl-NL"/>
            </a:p>
          </p:txBody>
        </p:sp>
        <p:sp>
          <p:nvSpPr>
            <p:cNvPr id="11" name="Vrije vorm: vorm 10">
              <a:extLst>
                <a:ext uri="{FF2B5EF4-FFF2-40B4-BE49-F238E27FC236}">
                  <a16:creationId xmlns:a16="http://schemas.microsoft.com/office/drawing/2014/main" id="{ACB0736F-C937-0D79-5740-25E3AEBA6F2D}"/>
                </a:ext>
              </a:extLst>
            </p:cNvPr>
            <p:cNvSpPr/>
            <p:nvPr/>
          </p:nvSpPr>
          <p:spPr>
            <a:xfrm>
              <a:off x="5501203" y="3069"/>
              <a:ext cx="3661573" cy="1833899"/>
            </a:xfrm>
            <a:custGeom>
              <a:avLst/>
              <a:gdLst>
                <a:gd name="connsiteX0" fmla="*/ 2279394 w 4565431"/>
                <a:gd name="connsiteY0" fmla="*/ 0 h 2286596"/>
                <a:gd name="connsiteX1" fmla="*/ 2279964 w 4565431"/>
                <a:gd name="connsiteY1" fmla="*/ 570 h 2286596"/>
                <a:gd name="connsiteX2" fmla="*/ 2286026 w 4565431"/>
                <a:gd name="connsiteY2" fmla="*/ 570 h 2286596"/>
                <a:gd name="connsiteX3" fmla="*/ 2286026 w 4565431"/>
                <a:gd name="connsiteY3" fmla="*/ 6632 h 2286596"/>
                <a:gd name="connsiteX4" fmla="*/ 4565431 w 4565431"/>
                <a:gd name="connsiteY4" fmla="*/ 2286036 h 2286596"/>
                <a:gd name="connsiteX5" fmla="*/ 2286026 w 4565431"/>
                <a:gd name="connsiteY5" fmla="*/ 2286036 h 2286596"/>
                <a:gd name="connsiteX6" fmla="*/ 2286026 w 4565431"/>
                <a:gd name="connsiteY6" fmla="*/ 2286596 h 2286596"/>
                <a:gd name="connsiteX7" fmla="*/ 0 w 4565431"/>
                <a:gd name="connsiteY7" fmla="*/ 2286596 h 2286596"/>
                <a:gd name="connsiteX8" fmla="*/ 0 w 4565431"/>
                <a:gd name="connsiteY8" fmla="*/ 570 h 2286596"/>
                <a:gd name="connsiteX9" fmla="*/ 2279394 w 4565431"/>
                <a:gd name="connsiteY9" fmla="*/ 570 h 228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65431" h="2286596">
                  <a:moveTo>
                    <a:pt x="2279394" y="0"/>
                  </a:moveTo>
                  <a:lnTo>
                    <a:pt x="2279964" y="570"/>
                  </a:lnTo>
                  <a:lnTo>
                    <a:pt x="2286026" y="570"/>
                  </a:lnTo>
                  <a:lnTo>
                    <a:pt x="2286026" y="6632"/>
                  </a:lnTo>
                  <a:lnTo>
                    <a:pt x="4565431" y="2286036"/>
                  </a:lnTo>
                  <a:lnTo>
                    <a:pt x="2286026" y="2286036"/>
                  </a:lnTo>
                  <a:lnTo>
                    <a:pt x="2286026" y="2286596"/>
                  </a:lnTo>
                  <a:lnTo>
                    <a:pt x="0" y="2286596"/>
                  </a:lnTo>
                  <a:lnTo>
                    <a:pt x="0" y="570"/>
                  </a:lnTo>
                  <a:lnTo>
                    <a:pt x="2279394" y="570"/>
                  </a:lnTo>
                  <a:close/>
                </a:path>
              </a:pathLst>
            </a:custGeom>
            <a:solidFill>
              <a:schemeClr val="accent3"/>
            </a:solidFill>
            <a:ln w="0" cap="flat">
              <a:noFill/>
              <a:prstDash val="solid"/>
              <a:miter/>
            </a:ln>
          </p:spPr>
          <p:txBody>
            <a:bodyPr wrap="square" rtlCol="0" anchor="ctr">
              <a:noAutofit/>
            </a:bodyPr>
            <a:lstStyle/>
            <a:p>
              <a:endParaRPr lang="nl-NL"/>
            </a:p>
          </p:txBody>
        </p:sp>
        <p:sp>
          <p:nvSpPr>
            <p:cNvPr id="10" name="Vrije vorm: vorm 9">
              <a:extLst>
                <a:ext uri="{FF2B5EF4-FFF2-40B4-BE49-F238E27FC236}">
                  <a16:creationId xmlns:a16="http://schemas.microsoft.com/office/drawing/2014/main" id="{5B3C7FC6-6A7E-E043-68F3-56D53C32BB11}"/>
                </a:ext>
              </a:extLst>
            </p:cNvPr>
            <p:cNvSpPr/>
            <p:nvPr/>
          </p:nvSpPr>
          <p:spPr>
            <a:xfrm>
              <a:off x="1835005" y="0"/>
              <a:ext cx="1833450" cy="1833450"/>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solidFill>
              <a:schemeClr val="accent6"/>
            </a:solidFill>
            <a:ln w="0" cap="flat">
              <a:noFill/>
              <a:prstDash val="solid"/>
              <a:miter/>
            </a:ln>
          </p:spPr>
          <p:txBody>
            <a:bodyPr rtlCol="0" anchor="ctr"/>
            <a:lstStyle/>
            <a:p>
              <a:endParaRPr lang="nl-NL"/>
            </a:p>
          </p:txBody>
        </p:sp>
        <p:sp>
          <p:nvSpPr>
            <p:cNvPr id="12" name="Vrije vorm: vorm 11">
              <a:extLst>
                <a:ext uri="{FF2B5EF4-FFF2-40B4-BE49-F238E27FC236}">
                  <a16:creationId xmlns:a16="http://schemas.microsoft.com/office/drawing/2014/main" id="{AFDE8D17-CD25-7646-CC4C-27DFCCFB0280}"/>
                </a:ext>
              </a:extLst>
            </p:cNvPr>
            <p:cNvSpPr/>
            <p:nvPr/>
          </p:nvSpPr>
          <p:spPr>
            <a:xfrm>
              <a:off x="2751503" y="1833442"/>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3"/>
            </a:solidFill>
            <a:ln w="0"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A7945D03-EA2E-4FB5-8E42-F59066C61B3E}"/>
                </a:ext>
              </a:extLst>
            </p:cNvPr>
            <p:cNvSpPr/>
            <p:nvPr/>
          </p:nvSpPr>
          <p:spPr>
            <a:xfrm rot="10800000">
              <a:off x="1356" y="1829706"/>
              <a:ext cx="1833441" cy="1833440"/>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26" name="Vrije vorm: vorm 25">
              <a:extLst>
                <a:ext uri="{FF2B5EF4-FFF2-40B4-BE49-F238E27FC236}">
                  <a16:creationId xmlns:a16="http://schemas.microsoft.com/office/drawing/2014/main" id="{B2516F00-7ED7-FE84-D266-6A5DACB99F01}"/>
                </a:ext>
              </a:extLst>
            </p:cNvPr>
            <p:cNvSpPr/>
            <p:nvPr/>
          </p:nvSpPr>
          <p:spPr>
            <a:xfrm rot="10800000">
              <a:off x="3667990" y="1837176"/>
              <a:ext cx="1833440" cy="916720"/>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28" name="Vrije vorm: vorm 27">
              <a:extLst>
                <a:ext uri="{FF2B5EF4-FFF2-40B4-BE49-F238E27FC236}">
                  <a16:creationId xmlns:a16="http://schemas.microsoft.com/office/drawing/2014/main" id="{A1C734B7-E992-C88B-C79D-5443B20BFF34}"/>
                </a:ext>
              </a:extLst>
            </p:cNvPr>
            <p:cNvSpPr/>
            <p:nvPr/>
          </p:nvSpPr>
          <p:spPr>
            <a:xfrm rot="10800000">
              <a:off x="3667990" y="2754312"/>
              <a:ext cx="1833440" cy="916720"/>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4" name="Vrije vorm: vorm 3">
              <a:extLst>
                <a:ext uri="{FF2B5EF4-FFF2-40B4-BE49-F238E27FC236}">
                  <a16:creationId xmlns:a16="http://schemas.microsoft.com/office/drawing/2014/main" id="{60FE7206-1049-6B41-788A-BAEC3C020AFA}"/>
                </a:ext>
              </a:extLst>
            </p:cNvPr>
            <p:cNvSpPr/>
            <p:nvPr/>
          </p:nvSpPr>
          <p:spPr>
            <a:xfrm rot="10800000">
              <a:off x="9162776" y="3528"/>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5"/>
            </a:solidFill>
            <a:ln w="0" cap="flat">
              <a:noFill/>
              <a:prstDash val="solid"/>
              <a:miter/>
            </a:ln>
          </p:spPr>
          <p:txBody>
            <a:bodyPr rtlCol="0" anchor="ctr"/>
            <a:lstStyle/>
            <a:p>
              <a:endParaRPr lang="nl-NL"/>
            </a:p>
          </p:txBody>
        </p:sp>
        <p:sp>
          <p:nvSpPr>
            <p:cNvPr id="5" name="Vrije vorm: vorm 4">
              <a:extLst>
                <a:ext uri="{FF2B5EF4-FFF2-40B4-BE49-F238E27FC236}">
                  <a16:creationId xmlns:a16="http://schemas.microsoft.com/office/drawing/2014/main" id="{9437E92E-F83D-DC2C-C47E-E48C4727AA40}"/>
                </a:ext>
              </a:extLst>
            </p:cNvPr>
            <p:cNvSpPr/>
            <p:nvPr/>
          </p:nvSpPr>
          <p:spPr>
            <a:xfrm rot="10800000">
              <a:off x="10079495" y="3528"/>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5"/>
            </a:solidFill>
            <a:ln w="0" cap="flat">
              <a:noFill/>
              <a:prstDash val="solid"/>
              <a:miter/>
            </a:ln>
          </p:spPr>
          <p:txBody>
            <a:bodyPr rtlCol="0" anchor="ctr"/>
            <a:lstStyle/>
            <a:p>
              <a:endParaRPr lang="nl-NL"/>
            </a:p>
          </p:txBody>
        </p:sp>
        <p:sp>
          <p:nvSpPr>
            <p:cNvPr id="6" name="Vrije vorm: vorm 5">
              <a:extLst>
                <a:ext uri="{FF2B5EF4-FFF2-40B4-BE49-F238E27FC236}">
                  <a16:creationId xmlns:a16="http://schemas.microsoft.com/office/drawing/2014/main" id="{F0FFA529-C256-1DCB-0625-15A90B8D7075}"/>
                </a:ext>
              </a:extLst>
            </p:cNvPr>
            <p:cNvSpPr/>
            <p:nvPr/>
          </p:nvSpPr>
          <p:spPr>
            <a:xfrm>
              <a:off x="5496143" y="1829706"/>
              <a:ext cx="1833441" cy="1833440"/>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6"/>
            </a:solidFill>
            <a:ln w="0" cap="flat">
              <a:noFill/>
              <a:prstDash val="solid"/>
              <a:miter/>
            </a:ln>
          </p:spPr>
          <p:txBody>
            <a:bodyPr rtlCol="0" anchor="ctr"/>
            <a:lstStyle/>
            <a:p>
              <a:endParaRPr lang="nl-NL"/>
            </a:p>
          </p:txBody>
        </p:sp>
        <p:sp>
          <p:nvSpPr>
            <p:cNvPr id="7" name="Vrije vorm: vorm 6">
              <a:extLst>
                <a:ext uri="{FF2B5EF4-FFF2-40B4-BE49-F238E27FC236}">
                  <a16:creationId xmlns:a16="http://schemas.microsoft.com/office/drawing/2014/main" id="{529262A7-C1B8-3CF7-463A-90C66ED978DA}"/>
                </a:ext>
              </a:extLst>
            </p:cNvPr>
            <p:cNvSpPr/>
            <p:nvPr/>
          </p:nvSpPr>
          <p:spPr>
            <a:xfrm rot="10800000">
              <a:off x="7329335" y="1837593"/>
              <a:ext cx="1833441" cy="1833440"/>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8" name="Vrije vorm: vorm 7">
              <a:extLst>
                <a:ext uri="{FF2B5EF4-FFF2-40B4-BE49-F238E27FC236}">
                  <a16:creationId xmlns:a16="http://schemas.microsoft.com/office/drawing/2014/main" id="{DC8F7948-952E-29E1-9A9B-D5BE31C3C9A8}"/>
                </a:ext>
              </a:extLst>
            </p:cNvPr>
            <p:cNvSpPr/>
            <p:nvPr/>
          </p:nvSpPr>
          <p:spPr>
            <a:xfrm rot="2700000">
              <a:off x="11259110" y="2098206"/>
              <a:ext cx="1296432" cy="1296432"/>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grpSp>
      <p:sp>
        <p:nvSpPr>
          <p:cNvPr id="14" name="Tijdelijke aanduiding voor titel 1">
            <a:extLst>
              <a:ext uri="{FF2B5EF4-FFF2-40B4-BE49-F238E27FC236}">
                <a16:creationId xmlns:a16="http://schemas.microsoft.com/office/drawing/2014/main" id="{43FB04AE-16F6-AE58-CA2D-5E7F84259734}"/>
              </a:ext>
            </a:extLst>
          </p:cNvPr>
          <p:cNvSpPr>
            <a:spLocks noGrp="1"/>
          </p:cNvSpPr>
          <p:nvPr>
            <p:ph type="title" hasCustomPrompt="1"/>
          </p:nvPr>
        </p:nvSpPr>
        <p:spPr>
          <a:xfrm>
            <a:off x="792000" y="4272986"/>
            <a:ext cx="5304000" cy="1872586"/>
          </a:xfrm>
          <a:prstGeom prst="rect">
            <a:avLst/>
          </a:prstGeom>
        </p:spPr>
        <p:txBody>
          <a:bodyPr vert="horz" lIns="91440" tIns="45720" rIns="91440" bIns="45720" rtlCol="0" anchor="t">
            <a:normAutofit/>
          </a:bodyPr>
          <a:lstStyle>
            <a:lvl1pPr>
              <a:defRPr/>
            </a:lvl1pPr>
          </a:lstStyle>
          <a:p>
            <a:r>
              <a:rPr lang="en-US"/>
              <a:t>Click to edit Master title style</a:t>
            </a:r>
            <a:endParaRPr lang="nl-NL"/>
          </a:p>
        </p:txBody>
      </p:sp>
      <p:sp>
        <p:nvSpPr>
          <p:cNvPr id="18" name="Tijdelijke aanduiding voor tekst 26">
            <a:extLst>
              <a:ext uri="{FF2B5EF4-FFF2-40B4-BE49-F238E27FC236}">
                <a16:creationId xmlns:a16="http://schemas.microsoft.com/office/drawing/2014/main" id="{1DE097B5-F977-F334-5086-11E8A78C6B88}"/>
              </a:ext>
            </a:extLst>
          </p:cNvPr>
          <p:cNvSpPr>
            <a:spLocks noGrp="1"/>
          </p:cNvSpPr>
          <p:nvPr>
            <p:ph type="body" sz="quarter" idx="10" hasCustomPrompt="1"/>
          </p:nvPr>
        </p:nvSpPr>
        <p:spPr>
          <a:xfrm>
            <a:off x="7670003" y="4268857"/>
            <a:ext cx="3726472" cy="1296000"/>
          </a:xfrm>
          <a:prstGeom prst="rect">
            <a:avLst/>
          </a:prstGeom>
        </p:spPr>
        <p:txBody>
          <a:bodyPr anchor="t">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Click </a:t>
            </a:r>
            <a:r>
              <a:rPr lang="nl-NL" err="1"/>
              <a:t>to</a:t>
            </a:r>
            <a:r>
              <a:rPr lang="nl-NL"/>
              <a:t> </a:t>
            </a:r>
            <a:r>
              <a:rPr lang="nl-NL" err="1"/>
              <a:t>add</a:t>
            </a:r>
            <a:br>
              <a:rPr lang="nl-NL"/>
            </a:br>
            <a:r>
              <a:rPr lang="nl-NL"/>
              <a:t>contact information</a:t>
            </a:r>
          </a:p>
        </p:txBody>
      </p:sp>
      <p:sp>
        <p:nvSpPr>
          <p:cNvPr id="21" name="Vrije vorm: vorm 20">
            <a:extLst>
              <a:ext uri="{FF2B5EF4-FFF2-40B4-BE49-F238E27FC236}">
                <a16:creationId xmlns:a16="http://schemas.microsoft.com/office/drawing/2014/main" id="{08347D6B-4806-152E-DD72-B44EFF6FE605}"/>
              </a:ext>
            </a:extLst>
          </p:cNvPr>
          <p:cNvSpPr>
            <a:spLocks noChangeAspect="1"/>
          </p:cNvSpPr>
          <p:nvPr/>
        </p:nvSpPr>
        <p:spPr>
          <a:xfrm>
            <a:off x="6964502" y="4268857"/>
            <a:ext cx="487174" cy="485893"/>
          </a:xfrm>
          <a:custGeom>
            <a:avLst/>
            <a:gdLst>
              <a:gd name="connsiteX0" fmla="*/ 1257492 w 2520001"/>
              <a:gd name="connsiteY0" fmla="*/ 0 h 2513375"/>
              <a:gd name="connsiteX1" fmla="*/ 1887492 w 2520001"/>
              <a:gd name="connsiteY1" fmla="*/ 630000 h 2513375"/>
              <a:gd name="connsiteX2" fmla="*/ 1384459 w 2520001"/>
              <a:gd name="connsiteY2" fmla="*/ 1247201 h 2513375"/>
              <a:gd name="connsiteX3" fmla="*/ 1302120 w 2520001"/>
              <a:gd name="connsiteY3" fmla="*/ 1255502 h 2513375"/>
              <a:gd name="connsiteX4" fmla="*/ 1388821 w 2520001"/>
              <a:gd name="connsiteY4" fmla="*/ 1259881 h 2513375"/>
              <a:gd name="connsiteX5" fmla="*/ 2520001 w 2520001"/>
              <a:gd name="connsiteY5" fmla="*/ 2513375 h 2513375"/>
              <a:gd name="connsiteX6" fmla="*/ 0 w 2520001"/>
              <a:gd name="connsiteY6" fmla="*/ 2513375 h 2513375"/>
              <a:gd name="connsiteX7" fmla="*/ 1131180 w 2520001"/>
              <a:gd name="connsiteY7" fmla="*/ 1259881 h 2513375"/>
              <a:gd name="connsiteX8" fmla="*/ 1214539 w 2520001"/>
              <a:gd name="connsiteY8" fmla="*/ 1255671 h 2513375"/>
              <a:gd name="connsiteX9" fmla="*/ 1130525 w 2520001"/>
              <a:gd name="connsiteY9" fmla="*/ 1247201 h 2513375"/>
              <a:gd name="connsiteX10" fmla="*/ 627492 w 2520001"/>
              <a:gd name="connsiteY10" fmla="*/ 630000 h 2513375"/>
              <a:gd name="connsiteX11" fmla="*/ 1257492 w 2520001"/>
              <a:gd name="connsiteY11" fmla="*/ 0 h 25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0001" h="2513375">
                <a:moveTo>
                  <a:pt x="1257492" y="0"/>
                </a:moveTo>
                <a:cubicBezTo>
                  <a:pt x="1605432" y="0"/>
                  <a:pt x="1887492" y="282061"/>
                  <a:pt x="1887492" y="630000"/>
                </a:cubicBezTo>
                <a:cubicBezTo>
                  <a:pt x="1887492" y="934447"/>
                  <a:pt x="1671540" y="1188456"/>
                  <a:pt x="1384459" y="1247201"/>
                </a:cubicBezTo>
                <a:lnTo>
                  <a:pt x="1302120" y="1255502"/>
                </a:lnTo>
                <a:lnTo>
                  <a:pt x="1388821" y="1259881"/>
                </a:lnTo>
                <a:cubicBezTo>
                  <a:pt x="2024152" y="1324410"/>
                  <a:pt x="2520001" y="1861030"/>
                  <a:pt x="2520001" y="2513375"/>
                </a:cubicBezTo>
                <a:lnTo>
                  <a:pt x="0" y="2513375"/>
                </a:lnTo>
                <a:cubicBezTo>
                  <a:pt x="0" y="1861030"/>
                  <a:pt x="495849" y="1324410"/>
                  <a:pt x="1131180" y="1259881"/>
                </a:cubicBezTo>
                <a:lnTo>
                  <a:pt x="1214539" y="1255671"/>
                </a:lnTo>
                <a:lnTo>
                  <a:pt x="1130525" y="1247201"/>
                </a:lnTo>
                <a:cubicBezTo>
                  <a:pt x="843445" y="1188456"/>
                  <a:pt x="627492" y="934447"/>
                  <a:pt x="627492" y="630000"/>
                </a:cubicBezTo>
                <a:cubicBezTo>
                  <a:pt x="627492" y="282061"/>
                  <a:pt x="909553" y="0"/>
                  <a:pt x="1257492" y="0"/>
                </a:cubicBezTo>
                <a:close/>
              </a:path>
            </a:pathLst>
          </a:custGeom>
          <a:solidFill>
            <a:schemeClr val="accent1"/>
          </a:solidFill>
          <a:ln w="0" cap="flat">
            <a:noFill/>
            <a:prstDash val="solid"/>
            <a:miter/>
          </a:ln>
        </p:spPr>
        <p:txBody>
          <a:bodyPr wrap="square" rtlCol="0" anchor="ctr">
            <a:noAutofit/>
          </a:bodyPr>
          <a:lstStyle/>
          <a:p>
            <a:endParaRPr lang="nl-NL"/>
          </a:p>
        </p:txBody>
      </p:sp>
      <p:pic>
        <p:nvPicPr>
          <p:cNvPr id="2" name="Graphic 1">
            <a:extLst>
              <a:ext uri="{FF2B5EF4-FFF2-40B4-BE49-F238E27FC236}">
                <a16:creationId xmlns:a16="http://schemas.microsoft.com/office/drawing/2014/main" id="{DD344F64-DFA3-C8F2-98AA-971E78FA9F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82075" y="5902566"/>
            <a:ext cx="914400" cy="485775"/>
          </a:xfrm>
          <a:prstGeom prst="rect">
            <a:avLst/>
          </a:prstGeom>
        </p:spPr>
      </p:pic>
    </p:spTree>
    <p:extLst>
      <p:ext uri="{BB962C8B-B14F-4D97-AF65-F5344CB8AC3E}">
        <p14:creationId xmlns:p14="http://schemas.microsoft.com/office/powerpoint/2010/main" val="2316394828"/>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lour pallette">
    <p:spTree>
      <p:nvGrpSpPr>
        <p:cNvPr id="1" name=""/>
        <p:cNvGrpSpPr/>
        <p:nvPr/>
      </p:nvGrpSpPr>
      <p:grpSpPr>
        <a:xfrm>
          <a:off x="0" y="0"/>
          <a:ext cx="0" cy="0"/>
          <a:chOff x="0" y="0"/>
          <a:chExt cx="0" cy="0"/>
        </a:xfrm>
      </p:grpSpPr>
      <p:grpSp>
        <p:nvGrpSpPr>
          <p:cNvPr id="92" name="Group 91">
            <a:extLst>
              <a:ext uri="{FF2B5EF4-FFF2-40B4-BE49-F238E27FC236}">
                <a16:creationId xmlns:a16="http://schemas.microsoft.com/office/drawing/2014/main" id="{03BE2AEF-851A-5CD3-F0D8-384DEFC40B29}"/>
              </a:ext>
            </a:extLst>
          </p:cNvPr>
          <p:cNvGrpSpPr/>
          <p:nvPr userDrawn="1"/>
        </p:nvGrpSpPr>
        <p:grpSpPr>
          <a:xfrm>
            <a:off x="7727993" y="852615"/>
            <a:ext cx="1157989" cy="1157751"/>
            <a:chOff x="6246746" y="852615"/>
            <a:chExt cx="1157989" cy="1157751"/>
          </a:xfrm>
        </p:grpSpPr>
        <p:sp>
          <p:nvSpPr>
            <p:cNvPr id="93" name="Rectangle 92">
              <a:extLst>
                <a:ext uri="{FF2B5EF4-FFF2-40B4-BE49-F238E27FC236}">
                  <a16:creationId xmlns:a16="http://schemas.microsoft.com/office/drawing/2014/main" id="{2370A9F6-178A-6C40-AAE5-A0127F8A31B1}"/>
                </a:ext>
              </a:extLst>
            </p:cNvPr>
            <p:cNvSpPr/>
            <p:nvPr/>
          </p:nvSpPr>
          <p:spPr>
            <a:xfrm>
              <a:off x="6246984" y="852615"/>
              <a:ext cx="1157751" cy="1157751"/>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94" name="TextBox 93">
              <a:extLst>
                <a:ext uri="{FF2B5EF4-FFF2-40B4-BE49-F238E27FC236}">
                  <a16:creationId xmlns:a16="http://schemas.microsoft.com/office/drawing/2014/main" id="{369B011D-1DEE-E404-69B6-5C75F07D3FD4}"/>
                </a:ext>
              </a:extLst>
            </p:cNvPr>
            <p:cNvSpPr txBox="1"/>
            <p:nvPr/>
          </p:nvSpPr>
          <p:spPr>
            <a:xfrm>
              <a:off x="6246746" y="923659"/>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Cherry</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E83050</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232, 48, 80</a:t>
              </a:r>
            </a:p>
          </p:txBody>
        </p:sp>
      </p:grpSp>
      <p:grpSp>
        <p:nvGrpSpPr>
          <p:cNvPr id="95" name="Group 94">
            <a:extLst>
              <a:ext uri="{FF2B5EF4-FFF2-40B4-BE49-F238E27FC236}">
                <a16:creationId xmlns:a16="http://schemas.microsoft.com/office/drawing/2014/main" id="{EB6A635A-AB98-F359-EA06-A2380BC0242E}"/>
              </a:ext>
            </a:extLst>
          </p:cNvPr>
          <p:cNvGrpSpPr/>
          <p:nvPr userDrawn="1"/>
        </p:nvGrpSpPr>
        <p:grpSpPr>
          <a:xfrm>
            <a:off x="10675254" y="852615"/>
            <a:ext cx="1157752" cy="1157751"/>
            <a:chOff x="7724864" y="852615"/>
            <a:chExt cx="1157752" cy="1157751"/>
          </a:xfrm>
          <a:solidFill>
            <a:srgbClr val="FBB60C"/>
          </a:solidFill>
        </p:grpSpPr>
        <p:sp>
          <p:nvSpPr>
            <p:cNvPr id="96" name="Rectangle 95">
              <a:extLst>
                <a:ext uri="{FF2B5EF4-FFF2-40B4-BE49-F238E27FC236}">
                  <a16:creationId xmlns:a16="http://schemas.microsoft.com/office/drawing/2014/main" id="{9AD41EB8-BB22-9019-2DCB-E7053829C9D6}"/>
                </a:ext>
              </a:extLst>
            </p:cNvPr>
            <p:cNvSpPr/>
            <p:nvPr/>
          </p:nvSpPr>
          <p:spPr>
            <a:xfrm>
              <a:off x="7724865" y="852615"/>
              <a:ext cx="1157751" cy="1157751"/>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TextBox 96">
              <a:extLst>
                <a:ext uri="{FF2B5EF4-FFF2-40B4-BE49-F238E27FC236}">
                  <a16:creationId xmlns:a16="http://schemas.microsoft.com/office/drawing/2014/main" id="{2D4C0BA3-E1D1-F65F-323E-E2D6C8EA0E22}"/>
                </a:ext>
              </a:extLst>
            </p:cNvPr>
            <p:cNvSpPr txBox="1"/>
            <p:nvPr/>
          </p:nvSpPr>
          <p:spPr>
            <a:xfrm>
              <a:off x="7724864" y="923659"/>
              <a:ext cx="1157751" cy="507831"/>
            </a:xfrm>
            <a:prstGeom prst="rect">
              <a:avLst/>
            </a:prstGeom>
            <a:grp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Yellow</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F9B418</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249, 180, 24</a:t>
              </a:r>
            </a:p>
          </p:txBody>
        </p:sp>
      </p:grpSp>
      <p:grpSp>
        <p:nvGrpSpPr>
          <p:cNvPr id="98" name="Group 97">
            <a:extLst>
              <a:ext uri="{FF2B5EF4-FFF2-40B4-BE49-F238E27FC236}">
                <a16:creationId xmlns:a16="http://schemas.microsoft.com/office/drawing/2014/main" id="{CEE28DA9-FFD3-5316-B8C4-D36BC8A98B8B}"/>
              </a:ext>
            </a:extLst>
          </p:cNvPr>
          <p:cNvGrpSpPr/>
          <p:nvPr userDrawn="1"/>
        </p:nvGrpSpPr>
        <p:grpSpPr>
          <a:xfrm>
            <a:off x="9183274" y="852615"/>
            <a:ext cx="1166884" cy="1157751"/>
            <a:chOff x="9193612" y="852615"/>
            <a:chExt cx="1166884" cy="1157751"/>
          </a:xfrm>
          <a:solidFill>
            <a:srgbClr val="00A042"/>
          </a:solidFill>
        </p:grpSpPr>
        <p:sp>
          <p:nvSpPr>
            <p:cNvPr id="99" name="Rectangle 98">
              <a:extLst>
                <a:ext uri="{FF2B5EF4-FFF2-40B4-BE49-F238E27FC236}">
                  <a16:creationId xmlns:a16="http://schemas.microsoft.com/office/drawing/2014/main" id="{079EC7CD-6613-125B-C862-21D21C87A887}"/>
                </a:ext>
              </a:extLst>
            </p:cNvPr>
            <p:cNvSpPr/>
            <p:nvPr/>
          </p:nvSpPr>
          <p:spPr>
            <a:xfrm>
              <a:off x="9202745" y="852615"/>
              <a:ext cx="1157751" cy="1157751"/>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00" name="TextBox 99">
              <a:extLst>
                <a:ext uri="{FF2B5EF4-FFF2-40B4-BE49-F238E27FC236}">
                  <a16:creationId xmlns:a16="http://schemas.microsoft.com/office/drawing/2014/main" id="{3AD69E9D-9166-F09A-AD4D-1DF929FCBAA5}"/>
                </a:ext>
              </a:extLst>
            </p:cNvPr>
            <p:cNvSpPr txBox="1"/>
            <p:nvPr/>
          </p:nvSpPr>
          <p:spPr>
            <a:xfrm>
              <a:off x="9193612" y="923659"/>
              <a:ext cx="1157751" cy="507831"/>
            </a:xfrm>
            <a:prstGeom prst="rect">
              <a:avLst/>
            </a:prstGeom>
            <a:grp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Green</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00A14A</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0, 161, 74</a:t>
              </a:r>
            </a:p>
          </p:txBody>
        </p:sp>
      </p:grpSp>
      <p:grpSp>
        <p:nvGrpSpPr>
          <p:cNvPr id="101" name="Group 100">
            <a:extLst>
              <a:ext uri="{FF2B5EF4-FFF2-40B4-BE49-F238E27FC236}">
                <a16:creationId xmlns:a16="http://schemas.microsoft.com/office/drawing/2014/main" id="{9DC910A6-D2E5-6526-DF78-89680E712716}"/>
              </a:ext>
            </a:extLst>
          </p:cNvPr>
          <p:cNvGrpSpPr/>
          <p:nvPr userDrawn="1"/>
        </p:nvGrpSpPr>
        <p:grpSpPr>
          <a:xfrm>
            <a:off x="6240609" y="852615"/>
            <a:ext cx="1180805" cy="1157751"/>
            <a:chOff x="10657810" y="852615"/>
            <a:chExt cx="1180805" cy="1157751"/>
          </a:xfrm>
        </p:grpSpPr>
        <p:sp>
          <p:nvSpPr>
            <p:cNvPr id="102" name="Rectangle 101">
              <a:extLst>
                <a:ext uri="{FF2B5EF4-FFF2-40B4-BE49-F238E27FC236}">
                  <a16:creationId xmlns:a16="http://schemas.microsoft.com/office/drawing/2014/main" id="{324B9CE7-3F0A-81EA-6575-92A32D3C5360}"/>
                </a:ext>
              </a:extLst>
            </p:cNvPr>
            <p:cNvSpPr/>
            <p:nvPr/>
          </p:nvSpPr>
          <p:spPr>
            <a:xfrm>
              <a:off x="10680864" y="852615"/>
              <a:ext cx="1157751" cy="1157751"/>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03" name="TextBox 102">
              <a:extLst>
                <a:ext uri="{FF2B5EF4-FFF2-40B4-BE49-F238E27FC236}">
                  <a16:creationId xmlns:a16="http://schemas.microsoft.com/office/drawing/2014/main" id="{B370FBF5-3D21-CCF2-0900-68911790F7B3}"/>
                </a:ext>
              </a:extLst>
            </p:cNvPr>
            <p:cNvSpPr txBox="1"/>
            <p:nvPr/>
          </p:nvSpPr>
          <p:spPr>
            <a:xfrm>
              <a:off x="10657810" y="923659"/>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Blue</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1F448F</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31, 68, 143</a:t>
              </a:r>
            </a:p>
          </p:txBody>
        </p:sp>
      </p:grpSp>
      <p:grpSp>
        <p:nvGrpSpPr>
          <p:cNvPr id="104" name="Group 103">
            <a:extLst>
              <a:ext uri="{FF2B5EF4-FFF2-40B4-BE49-F238E27FC236}">
                <a16:creationId xmlns:a16="http://schemas.microsoft.com/office/drawing/2014/main" id="{17A4AD49-940C-1CE8-4A79-3ED82C54DD37}"/>
              </a:ext>
            </a:extLst>
          </p:cNvPr>
          <p:cNvGrpSpPr/>
          <p:nvPr userDrawn="1"/>
        </p:nvGrpSpPr>
        <p:grpSpPr>
          <a:xfrm>
            <a:off x="7727993" y="2290431"/>
            <a:ext cx="1157989" cy="1157751"/>
            <a:chOff x="6246746" y="2290431"/>
            <a:chExt cx="1157989" cy="1157751"/>
          </a:xfrm>
        </p:grpSpPr>
        <p:sp>
          <p:nvSpPr>
            <p:cNvPr id="105" name="Rectangle 104">
              <a:extLst>
                <a:ext uri="{FF2B5EF4-FFF2-40B4-BE49-F238E27FC236}">
                  <a16:creationId xmlns:a16="http://schemas.microsoft.com/office/drawing/2014/main" id="{CC1F798C-CDEA-7805-0D73-0390355E879D}"/>
                </a:ext>
              </a:extLst>
            </p:cNvPr>
            <p:cNvSpPr/>
            <p:nvPr/>
          </p:nvSpPr>
          <p:spPr>
            <a:xfrm>
              <a:off x="6246984" y="2290431"/>
              <a:ext cx="1157751" cy="1157751"/>
            </a:xfrm>
            <a:prstGeom prst="rect">
              <a:avLst/>
            </a:prstGeom>
            <a:solidFill>
              <a:srgbClr val="EC4D6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106" name="TextBox 105">
              <a:extLst>
                <a:ext uri="{FF2B5EF4-FFF2-40B4-BE49-F238E27FC236}">
                  <a16:creationId xmlns:a16="http://schemas.microsoft.com/office/drawing/2014/main" id="{193154A9-0542-45AA-A58F-4F9D60D9556D}"/>
                </a:ext>
              </a:extLst>
            </p:cNvPr>
            <p:cNvSpPr txBox="1"/>
            <p:nvPr/>
          </p:nvSpPr>
          <p:spPr>
            <a:xfrm>
              <a:off x="6246746"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EC4D6A</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236, 77, 106</a:t>
              </a:r>
            </a:p>
          </p:txBody>
        </p:sp>
      </p:grpSp>
      <p:grpSp>
        <p:nvGrpSpPr>
          <p:cNvPr id="107" name="Group 106">
            <a:extLst>
              <a:ext uri="{FF2B5EF4-FFF2-40B4-BE49-F238E27FC236}">
                <a16:creationId xmlns:a16="http://schemas.microsoft.com/office/drawing/2014/main" id="{CDDD5F8A-9650-3E67-03E9-A44A8D246515}"/>
              </a:ext>
            </a:extLst>
          </p:cNvPr>
          <p:cNvGrpSpPr/>
          <p:nvPr userDrawn="1"/>
        </p:nvGrpSpPr>
        <p:grpSpPr>
          <a:xfrm>
            <a:off x="10675254" y="2290431"/>
            <a:ext cx="1157752" cy="1157751"/>
            <a:chOff x="7724864" y="2290431"/>
            <a:chExt cx="1157752" cy="1157751"/>
          </a:xfrm>
        </p:grpSpPr>
        <p:sp>
          <p:nvSpPr>
            <p:cNvPr id="108" name="Rectangle 107">
              <a:extLst>
                <a:ext uri="{FF2B5EF4-FFF2-40B4-BE49-F238E27FC236}">
                  <a16:creationId xmlns:a16="http://schemas.microsoft.com/office/drawing/2014/main" id="{C35E3A8B-32E8-80FF-2BCE-7C0B28E93AE6}"/>
                </a:ext>
              </a:extLst>
            </p:cNvPr>
            <p:cNvSpPr/>
            <p:nvPr/>
          </p:nvSpPr>
          <p:spPr>
            <a:xfrm>
              <a:off x="7724865" y="2290431"/>
              <a:ext cx="1157751" cy="1157751"/>
            </a:xfrm>
            <a:prstGeom prst="rect">
              <a:avLst/>
            </a:prstGeom>
            <a:solidFill>
              <a:srgbClr val="FCC847"/>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09" name="TextBox 108">
              <a:extLst>
                <a:ext uri="{FF2B5EF4-FFF2-40B4-BE49-F238E27FC236}">
                  <a16:creationId xmlns:a16="http://schemas.microsoft.com/office/drawing/2014/main" id="{16984E9C-5CF9-5204-862A-063B101D67CF}"/>
                </a:ext>
              </a:extLst>
            </p:cNvPr>
            <p:cNvSpPr txBox="1"/>
            <p:nvPr/>
          </p:nvSpPr>
          <p:spPr>
            <a:xfrm>
              <a:off x="7724864"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FCC747</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252, 199, 71</a:t>
              </a:r>
            </a:p>
          </p:txBody>
        </p:sp>
      </p:grpSp>
      <p:grpSp>
        <p:nvGrpSpPr>
          <p:cNvPr id="110" name="Group 109">
            <a:extLst>
              <a:ext uri="{FF2B5EF4-FFF2-40B4-BE49-F238E27FC236}">
                <a16:creationId xmlns:a16="http://schemas.microsoft.com/office/drawing/2014/main" id="{2170E26A-C809-3B16-2B18-6695D0019F48}"/>
              </a:ext>
            </a:extLst>
          </p:cNvPr>
          <p:cNvGrpSpPr/>
          <p:nvPr userDrawn="1"/>
        </p:nvGrpSpPr>
        <p:grpSpPr>
          <a:xfrm>
            <a:off x="9183274" y="2290431"/>
            <a:ext cx="1166884" cy="1157751"/>
            <a:chOff x="9193612" y="2290431"/>
            <a:chExt cx="1166884" cy="1157751"/>
          </a:xfrm>
        </p:grpSpPr>
        <p:sp>
          <p:nvSpPr>
            <p:cNvPr id="111" name="Rectangle 110">
              <a:extLst>
                <a:ext uri="{FF2B5EF4-FFF2-40B4-BE49-F238E27FC236}">
                  <a16:creationId xmlns:a16="http://schemas.microsoft.com/office/drawing/2014/main" id="{8A43E915-8824-1770-C539-C04DE445F3FB}"/>
                </a:ext>
              </a:extLst>
            </p:cNvPr>
            <p:cNvSpPr/>
            <p:nvPr/>
          </p:nvSpPr>
          <p:spPr>
            <a:xfrm>
              <a:off x="9202745" y="2290431"/>
              <a:ext cx="1157751" cy="1157751"/>
            </a:xfrm>
            <a:prstGeom prst="rect">
              <a:avLst/>
            </a:prstGeom>
            <a:solidFill>
              <a:srgbClr val="24AF5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12" name="TextBox 111">
              <a:extLst>
                <a:ext uri="{FF2B5EF4-FFF2-40B4-BE49-F238E27FC236}">
                  <a16:creationId xmlns:a16="http://schemas.microsoft.com/office/drawing/2014/main" id="{0452372A-4EEA-80F2-56A1-C8111D1F1F63}"/>
                </a:ext>
              </a:extLst>
            </p:cNvPr>
            <p:cNvSpPr txBox="1"/>
            <p:nvPr/>
          </p:nvSpPr>
          <p:spPr>
            <a:xfrm>
              <a:off x="9193612"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1AAF5E</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26, 175, 94</a:t>
              </a:r>
            </a:p>
          </p:txBody>
        </p:sp>
      </p:grpSp>
      <p:grpSp>
        <p:nvGrpSpPr>
          <p:cNvPr id="113" name="Group 112">
            <a:extLst>
              <a:ext uri="{FF2B5EF4-FFF2-40B4-BE49-F238E27FC236}">
                <a16:creationId xmlns:a16="http://schemas.microsoft.com/office/drawing/2014/main" id="{B3938410-BDC1-E842-2088-B9E908CD5E48}"/>
              </a:ext>
            </a:extLst>
          </p:cNvPr>
          <p:cNvGrpSpPr/>
          <p:nvPr userDrawn="1"/>
        </p:nvGrpSpPr>
        <p:grpSpPr>
          <a:xfrm>
            <a:off x="6240609" y="2290431"/>
            <a:ext cx="1180805" cy="1157751"/>
            <a:chOff x="10657810" y="2290431"/>
            <a:chExt cx="1180805" cy="1157751"/>
          </a:xfrm>
        </p:grpSpPr>
        <p:sp>
          <p:nvSpPr>
            <p:cNvPr id="114" name="Rectangle 113">
              <a:extLst>
                <a:ext uri="{FF2B5EF4-FFF2-40B4-BE49-F238E27FC236}">
                  <a16:creationId xmlns:a16="http://schemas.microsoft.com/office/drawing/2014/main" id="{8804E110-8C8A-F5CC-0126-00AA6436A625}"/>
                </a:ext>
              </a:extLst>
            </p:cNvPr>
            <p:cNvSpPr/>
            <p:nvPr/>
          </p:nvSpPr>
          <p:spPr>
            <a:xfrm>
              <a:off x="10680864" y="2290431"/>
              <a:ext cx="1157751" cy="1157751"/>
            </a:xfrm>
            <a:prstGeom prst="rect">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15" name="TextBox 114">
              <a:extLst>
                <a:ext uri="{FF2B5EF4-FFF2-40B4-BE49-F238E27FC236}">
                  <a16:creationId xmlns:a16="http://schemas.microsoft.com/office/drawing/2014/main" id="{CAFEC10C-8651-8819-CDB9-4534B70B6824}"/>
                </a:ext>
              </a:extLst>
            </p:cNvPr>
            <p:cNvSpPr txBox="1"/>
            <p:nvPr/>
          </p:nvSpPr>
          <p:spPr>
            <a:xfrm>
              <a:off x="10657810"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24539F</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36, 83, 159</a:t>
              </a:r>
            </a:p>
          </p:txBody>
        </p:sp>
      </p:grpSp>
      <p:grpSp>
        <p:nvGrpSpPr>
          <p:cNvPr id="116" name="Group 115">
            <a:extLst>
              <a:ext uri="{FF2B5EF4-FFF2-40B4-BE49-F238E27FC236}">
                <a16:creationId xmlns:a16="http://schemas.microsoft.com/office/drawing/2014/main" id="{BD009F3D-7D88-8AC0-1F3B-FB1B83D7B84E}"/>
              </a:ext>
            </a:extLst>
          </p:cNvPr>
          <p:cNvGrpSpPr/>
          <p:nvPr userDrawn="1"/>
        </p:nvGrpSpPr>
        <p:grpSpPr>
          <a:xfrm>
            <a:off x="7727993" y="3728247"/>
            <a:ext cx="1157989" cy="1157751"/>
            <a:chOff x="6246746" y="3728247"/>
            <a:chExt cx="1157989" cy="1157751"/>
          </a:xfrm>
        </p:grpSpPr>
        <p:sp>
          <p:nvSpPr>
            <p:cNvPr id="117" name="Rectangle 116">
              <a:extLst>
                <a:ext uri="{FF2B5EF4-FFF2-40B4-BE49-F238E27FC236}">
                  <a16:creationId xmlns:a16="http://schemas.microsoft.com/office/drawing/2014/main" id="{318608CD-CD48-4981-82AF-6E3EC6A7B226}"/>
                </a:ext>
              </a:extLst>
            </p:cNvPr>
            <p:cNvSpPr/>
            <p:nvPr/>
          </p:nvSpPr>
          <p:spPr>
            <a:xfrm>
              <a:off x="6246984" y="3728247"/>
              <a:ext cx="1157751" cy="1157751"/>
            </a:xfrm>
            <a:prstGeom prst="rect">
              <a:avLst/>
            </a:prstGeom>
            <a:solidFill>
              <a:srgbClr val="F6AAB9"/>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118" name="TextBox 117">
              <a:extLst>
                <a:ext uri="{FF2B5EF4-FFF2-40B4-BE49-F238E27FC236}">
                  <a16:creationId xmlns:a16="http://schemas.microsoft.com/office/drawing/2014/main" id="{CCFC2645-DC48-B2F6-D1F4-B9225B822761}"/>
                </a:ext>
              </a:extLst>
            </p:cNvPr>
            <p:cNvSpPr txBox="1"/>
            <p:nvPr/>
          </p:nvSpPr>
          <p:spPr>
            <a:xfrm>
              <a:off x="6246746"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HEX #</a:t>
              </a:r>
              <a:r>
                <a:rPr kumimoji="0" lang="en-GB" sz="900" b="0" i="0" u="none" strike="noStrike" kern="0" cap="none" spc="0" normalizeH="0" baseline="0" noProof="0">
                  <a:ln>
                    <a:noFill/>
                  </a:ln>
                  <a:solidFill>
                    <a:srgbClr val="E82E4F"/>
                  </a:solidFill>
                  <a:effectLst/>
                  <a:uLnTx/>
                  <a:uFillTx/>
                  <a:latin typeface="Trebuchet MS"/>
                </a:rPr>
                <a:t>F6AAB9</a:t>
              </a:r>
              <a:endParaRPr kumimoji="0" lang="en-BE" sz="900" b="0" i="0" u="none" strike="noStrike" kern="0" cap="none" spc="0" normalizeH="0" baseline="0" noProof="0">
                <a:ln>
                  <a:noFill/>
                </a:ln>
                <a:solidFill>
                  <a:srgbClr val="E82E4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RBG 246, 170, 185</a:t>
              </a:r>
            </a:p>
          </p:txBody>
        </p:sp>
      </p:grpSp>
      <p:grpSp>
        <p:nvGrpSpPr>
          <p:cNvPr id="119" name="Group 118">
            <a:extLst>
              <a:ext uri="{FF2B5EF4-FFF2-40B4-BE49-F238E27FC236}">
                <a16:creationId xmlns:a16="http://schemas.microsoft.com/office/drawing/2014/main" id="{73049C6E-01B4-8060-D48F-D1CBD3025DBD}"/>
              </a:ext>
            </a:extLst>
          </p:cNvPr>
          <p:cNvGrpSpPr/>
          <p:nvPr userDrawn="1"/>
        </p:nvGrpSpPr>
        <p:grpSpPr>
          <a:xfrm>
            <a:off x="10675254" y="3728247"/>
            <a:ext cx="1157752" cy="1157751"/>
            <a:chOff x="7724864" y="3728247"/>
            <a:chExt cx="1157752" cy="1157751"/>
          </a:xfrm>
        </p:grpSpPr>
        <p:sp>
          <p:nvSpPr>
            <p:cNvPr id="120" name="Rectangle 119">
              <a:extLst>
                <a:ext uri="{FF2B5EF4-FFF2-40B4-BE49-F238E27FC236}">
                  <a16:creationId xmlns:a16="http://schemas.microsoft.com/office/drawing/2014/main" id="{14A9CA36-CEBD-419F-9812-7C42EB7EEF98}"/>
                </a:ext>
              </a:extLst>
            </p:cNvPr>
            <p:cNvSpPr/>
            <p:nvPr/>
          </p:nvSpPr>
          <p:spPr>
            <a:xfrm>
              <a:off x="7724865" y="3728247"/>
              <a:ext cx="1157751" cy="1157751"/>
            </a:xfrm>
            <a:prstGeom prst="rect">
              <a:avLst/>
            </a:prstGeom>
            <a:solidFill>
              <a:srgbClr val="FEE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21" name="TextBox 120">
              <a:extLst>
                <a:ext uri="{FF2B5EF4-FFF2-40B4-BE49-F238E27FC236}">
                  <a16:creationId xmlns:a16="http://schemas.microsoft.com/office/drawing/2014/main" id="{0A8F0623-5C87-922A-FAD7-6772B982BDD7}"/>
                </a:ext>
              </a:extLst>
            </p:cNvPr>
            <p:cNvSpPr txBox="1"/>
            <p:nvPr/>
          </p:nvSpPr>
          <p:spPr>
            <a:xfrm>
              <a:off x="7724864"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HEX #</a:t>
              </a:r>
              <a:r>
                <a:rPr kumimoji="0" lang="en-GB" sz="900" b="0" i="0" u="none" strike="noStrike" kern="0" cap="none" spc="0" normalizeH="0" baseline="0" noProof="0">
                  <a:ln>
                    <a:noFill/>
                  </a:ln>
                  <a:solidFill>
                    <a:srgbClr val="FBB60C"/>
                  </a:solidFill>
                  <a:effectLst/>
                  <a:uLnTx/>
                  <a:uFillTx/>
                  <a:latin typeface="Trebuchet MS"/>
                </a:rPr>
                <a:t>FCE39B</a:t>
              </a:r>
              <a:endParaRPr kumimoji="0" lang="en-BE" sz="900" b="0" i="0" u="none" strike="noStrike" kern="0" cap="none" spc="0" normalizeH="0" baseline="0" noProof="0">
                <a:ln>
                  <a:noFill/>
                </a:ln>
                <a:solidFill>
                  <a:srgbClr val="FBB60C"/>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RBG 252, 227, 155</a:t>
              </a:r>
            </a:p>
          </p:txBody>
        </p:sp>
      </p:grpSp>
      <p:grpSp>
        <p:nvGrpSpPr>
          <p:cNvPr id="122" name="Group 121">
            <a:extLst>
              <a:ext uri="{FF2B5EF4-FFF2-40B4-BE49-F238E27FC236}">
                <a16:creationId xmlns:a16="http://schemas.microsoft.com/office/drawing/2014/main" id="{8E2E373A-6727-2E08-B8F3-4E59CEBAEE00}"/>
              </a:ext>
            </a:extLst>
          </p:cNvPr>
          <p:cNvGrpSpPr/>
          <p:nvPr userDrawn="1"/>
        </p:nvGrpSpPr>
        <p:grpSpPr>
          <a:xfrm>
            <a:off x="9183274" y="3728247"/>
            <a:ext cx="1166884" cy="1157751"/>
            <a:chOff x="9193612" y="3728247"/>
            <a:chExt cx="1166884" cy="1157751"/>
          </a:xfrm>
        </p:grpSpPr>
        <p:sp>
          <p:nvSpPr>
            <p:cNvPr id="123" name="Rectangle 122">
              <a:extLst>
                <a:ext uri="{FF2B5EF4-FFF2-40B4-BE49-F238E27FC236}">
                  <a16:creationId xmlns:a16="http://schemas.microsoft.com/office/drawing/2014/main" id="{87908CCF-3634-5E7C-E71E-66D89FE904FD}"/>
                </a:ext>
              </a:extLst>
            </p:cNvPr>
            <p:cNvSpPr/>
            <p:nvPr/>
          </p:nvSpPr>
          <p:spPr>
            <a:xfrm>
              <a:off x="9202745" y="3728247"/>
              <a:ext cx="1157751" cy="1157751"/>
            </a:xfrm>
            <a:prstGeom prst="rect">
              <a:avLst/>
            </a:prstGeom>
            <a:solidFill>
              <a:srgbClr val="9AD9B5"/>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24" name="TextBox 123">
              <a:extLst>
                <a:ext uri="{FF2B5EF4-FFF2-40B4-BE49-F238E27FC236}">
                  <a16:creationId xmlns:a16="http://schemas.microsoft.com/office/drawing/2014/main" id="{7485EC48-9AA9-4CBF-A780-980B25308F32}"/>
                </a:ext>
              </a:extLst>
            </p:cNvPr>
            <p:cNvSpPr txBox="1"/>
            <p:nvPr/>
          </p:nvSpPr>
          <p:spPr>
            <a:xfrm>
              <a:off x="9193612"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HEX #</a:t>
              </a:r>
              <a:r>
                <a:rPr kumimoji="0" lang="en-GB" sz="900" b="0" i="0" u="none" strike="noStrike" kern="0" cap="none" spc="0" normalizeH="0" baseline="0" noProof="0">
                  <a:ln>
                    <a:noFill/>
                  </a:ln>
                  <a:solidFill>
                    <a:srgbClr val="00A042"/>
                  </a:solidFill>
                  <a:effectLst/>
                  <a:uLnTx/>
                  <a:uFillTx/>
                  <a:latin typeface="Trebuchet MS"/>
                </a:rPr>
                <a:t>9BD3B3</a:t>
              </a:r>
              <a:endParaRPr kumimoji="0" lang="en-BE" sz="900" b="0" i="0" u="none" strike="noStrike" kern="0" cap="none" spc="0" normalizeH="0" baseline="0" noProof="0">
                <a:ln>
                  <a:noFill/>
                </a:ln>
                <a:solidFill>
                  <a:srgbClr val="00A042"/>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RBG 155, 211, 179</a:t>
              </a:r>
            </a:p>
          </p:txBody>
        </p:sp>
      </p:grpSp>
      <p:grpSp>
        <p:nvGrpSpPr>
          <p:cNvPr id="125" name="Group 124">
            <a:extLst>
              <a:ext uri="{FF2B5EF4-FFF2-40B4-BE49-F238E27FC236}">
                <a16:creationId xmlns:a16="http://schemas.microsoft.com/office/drawing/2014/main" id="{8869230E-2142-F51D-0FD0-64A78B69E64B}"/>
              </a:ext>
            </a:extLst>
          </p:cNvPr>
          <p:cNvGrpSpPr/>
          <p:nvPr userDrawn="1"/>
        </p:nvGrpSpPr>
        <p:grpSpPr>
          <a:xfrm>
            <a:off x="6240609" y="3728247"/>
            <a:ext cx="1180805" cy="1157751"/>
            <a:chOff x="10657810" y="3728247"/>
            <a:chExt cx="1180805" cy="1157751"/>
          </a:xfrm>
        </p:grpSpPr>
        <p:sp>
          <p:nvSpPr>
            <p:cNvPr id="126" name="Rectangle 125">
              <a:extLst>
                <a:ext uri="{FF2B5EF4-FFF2-40B4-BE49-F238E27FC236}">
                  <a16:creationId xmlns:a16="http://schemas.microsoft.com/office/drawing/2014/main" id="{F1B82D66-E377-EBDA-E8B9-F5C832CD7F6B}"/>
                </a:ext>
              </a:extLst>
            </p:cNvPr>
            <p:cNvSpPr/>
            <p:nvPr/>
          </p:nvSpPr>
          <p:spPr>
            <a:xfrm>
              <a:off x="10680864" y="3728247"/>
              <a:ext cx="1157751" cy="1157751"/>
            </a:xfrm>
            <a:prstGeom prst="rect">
              <a:avLst/>
            </a:prstGeom>
            <a:solidFill>
              <a:srgbClr val="A0B2D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27" name="TextBox 126">
              <a:extLst>
                <a:ext uri="{FF2B5EF4-FFF2-40B4-BE49-F238E27FC236}">
                  <a16:creationId xmlns:a16="http://schemas.microsoft.com/office/drawing/2014/main" id="{BFCBB728-3951-5C1C-62F5-26C1AE97F0C0}"/>
                </a:ext>
              </a:extLst>
            </p:cNvPr>
            <p:cNvSpPr txBox="1"/>
            <p:nvPr/>
          </p:nvSpPr>
          <p:spPr>
            <a:xfrm>
              <a:off x="10657810"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HEX #</a:t>
              </a:r>
              <a:r>
                <a:rPr kumimoji="0" lang="en-GB" sz="900" b="0" i="0" u="none" strike="noStrike" kern="0" cap="none" spc="0" normalizeH="0" baseline="0" noProof="0">
                  <a:ln>
                    <a:noFill/>
                  </a:ln>
                  <a:solidFill>
                    <a:srgbClr val="123F93"/>
                  </a:solidFill>
                  <a:effectLst/>
                  <a:uLnTx/>
                  <a:uFillTx/>
                  <a:latin typeface="Trebuchet MS"/>
                </a:rPr>
                <a:t>A1B2D5</a:t>
              </a:r>
              <a:endParaRPr kumimoji="0" lang="en-BE" sz="900" b="0" i="0" u="none" strike="noStrike" kern="0" cap="none" spc="0" normalizeH="0" baseline="0" noProof="0">
                <a:ln>
                  <a:noFill/>
                </a:ln>
                <a:solidFill>
                  <a:srgbClr val="123F93"/>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RBG 161, 178, 213</a:t>
              </a:r>
            </a:p>
          </p:txBody>
        </p:sp>
      </p:grpSp>
      <p:grpSp>
        <p:nvGrpSpPr>
          <p:cNvPr id="128" name="Group 127">
            <a:extLst>
              <a:ext uri="{FF2B5EF4-FFF2-40B4-BE49-F238E27FC236}">
                <a16:creationId xmlns:a16="http://schemas.microsoft.com/office/drawing/2014/main" id="{823DB28C-ABC4-2C05-2DAE-6A29628DFCC3}"/>
              </a:ext>
            </a:extLst>
          </p:cNvPr>
          <p:cNvGrpSpPr/>
          <p:nvPr userDrawn="1"/>
        </p:nvGrpSpPr>
        <p:grpSpPr>
          <a:xfrm>
            <a:off x="7727993" y="5166063"/>
            <a:ext cx="1157989" cy="1157751"/>
            <a:chOff x="6246746" y="5166063"/>
            <a:chExt cx="1157989" cy="1157751"/>
          </a:xfrm>
        </p:grpSpPr>
        <p:sp>
          <p:nvSpPr>
            <p:cNvPr id="129" name="Rectangle 128">
              <a:extLst>
                <a:ext uri="{FF2B5EF4-FFF2-40B4-BE49-F238E27FC236}">
                  <a16:creationId xmlns:a16="http://schemas.microsoft.com/office/drawing/2014/main" id="{4B0CDA3E-5E9E-055D-CAC4-8B4ED630879B}"/>
                </a:ext>
              </a:extLst>
            </p:cNvPr>
            <p:cNvSpPr/>
            <p:nvPr/>
          </p:nvSpPr>
          <p:spPr>
            <a:xfrm>
              <a:off x="6246984" y="5166063"/>
              <a:ext cx="1157751" cy="1157751"/>
            </a:xfrm>
            <a:prstGeom prst="rect">
              <a:avLst/>
            </a:prstGeom>
            <a:solidFill>
              <a:srgbClr val="FDE3E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130" name="TextBox 129">
              <a:extLst>
                <a:ext uri="{FF2B5EF4-FFF2-40B4-BE49-F238E27FC236}">
                  <a16:creationId xmlns:a16="http://schemas.microsoft.com/office/drawing/2014/main" id="{533C72BC-C7BF-6DC4-74A6-01E3A6C05957}"/>
                </a:ext>
              </a:extLst>
            </p:cNvPr>
            <p:cNvSpPr txBox="1"/>
            <p:nvPr/>
          </p:nvSpPr>
          <p:spPr>
            <a:xfrm>
              <a:off x="6246746"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HEX #</a:t>
              </a:r>
              <a:r>
                <a:rPr kumimoji="0" lang="en-GB" sz="900" b="0" i="0" u="none" strike="noStrike" kern="0" cap="none" spc="0" normalizeH="0" baseline="0" noProof="0">
                  <a:ln>
                    <a:noFill/>
                  </a:ln>
                  <a:solidFill>
                    <a:srgbClr val="E82E4F"/>
                  </a:solidFill>
                  <a:effectLst/>
                  <a:uLnTx/>
                  <a:uFillTx/>
                  <a:latin typeface="Trebuchet MS"/>
                </a:rPr>
                <a:t>FCE3E6</a:t>
              </a:r>
              <a:endParaRPr kumimoji="0" lang="en-BE" sz="900" b="0" i="0" u="none" strike="noStrike" kern="0" cap="none" spc="0" normalizeH="0" baseline="0" noProof="0">
                <a:ln>
                  <a:noFill/>
                </a:ln>
                <a:solidFill>
                  <a:srgbClr val="E82E4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RBG 252, 227, 230</a:t>
              </a:r>
            </a:p>
          </p:txBody>
        </p:sp>
      </p:grpSp>
      <p:grpSp>
        <p:nvGrpSpPr>
          <p:cNvPr id="131" name="Group 130">
            <a:extLst>
              <a:ext uri="{FF2B5EF4-FFF2-40B4-BE49-F238E27FC236}">
                <a16:creationId xmlns:a16="http://schemas.microsoft.com/office/drawing/2014/main" id="{57DB6025-8834-49DA-097D-5ED53D43A56E}"/>
              </a:ext>
            </a:extLst>
          </p:cNvPr>
          <p:cNvGrpSpPr/>
          <p:nvPr userDrawn="1"/>
        </p:nvGrpSpPr>
        <p:grpSpPr>
          <a:xfrm>
            <a:off x="10675254" y="5166063"/>
            <a:ext cx="1157752" cy="1157751"/>
            <a:chOff x="7724864" y="5166063"/>
            <a:chExt cx="1157752" cy="1157751"/>
          </a:xfrm>
        </p:grpSpPr>
        <p:sp>
          <p:nvSpPr>
            <p:cNvPr id="132" name="Rectangle 131">
              <a:extLst>
                <a:ext uri="{FF2B5EF4-FFF2-40B4-BE49-F238E27FC236}">
                  <a16:creationId xmlns:a16="http://schemas.microsoft.com/office/drawing/2014/main" id="{A187A1F1-6851-A6A0-B99F-B743F3DDB93E}"/>
                </a:ext>
              </a:extLst>
            </p:cNvPr>
            <p:cNvSpPr/>
            <p:nvPr/>
          </p:nvSpPr>
          <p:spPr>
            <a:xfrm>
              <a:off x="7724865" y="5166063"/>
              <a:ext cx="1157751" cy="1157751"/>
            </a:xfrm>
            <a:prstGeom prst="rect">
              <a:avLst/>
            </a:prstGeom>
            <a:solidFill>
              <a:srgbClr val="FEF4C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33" name="TextBox 132">
              <a:extLst>
                <a:ext uri="{FF2B5EF4-FFF2-40B4-BE49-F238E27FC236}">
                  <a16:creationId xmlns:a16="http://schemas.microsoft.com/office/drawing/2014/main" id="{854B9D6B-3130-FC8F-1CA0-995392C9BEDE}"/>
                </a:ext>
              </a:extLst>
            </p:cNvPr>
            <p:cNvSpPr txBox="1"/>
            <p:nvPr/>
          </p:nvSpPr>
          <p:spPr>
            <a:xfrm>
              <a:off x="7724864"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HEX #</a:t>
              </a:r>
              <a:r>
                <a:rPr kumimoji="0" lang="en-GB" sz="900" b="0" i="0" u="none" strike="noStrike" kern="0" cap="none" spc="0" normalizeH="0" baseline="0" noProof="0">
                  <a:ln>
                    <a:noFill/>
                  </a:ln>
                  <a:solidFill>
                    <a:srgbClr val="FBB60C"/>
                  </a:solidFill>
                  <a:effectLst/>
                  <a:uLnTx/>
                  <a:uFillTx/>
                  <a:latin typeface="Trebuchet MS"/>
                </a:rPr>
                <a:t>FEF4CF</a:t>
              </a:r>
              <a:endParaRPr kumimoji="0" lang="en-BE" sz="900" b="0" i="0" u="none" strike="noStrike" kern="0" cap="none" spc="0" normalizeH="0" baseline="0" noProof="0">
                <a:ln>
                  <a:noFill/>
                </a:ln>
                <a:solidFill>
                  <a:srgbClr val="FBB60C"/>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RBG 252, 244, 207</a:t>
              </a:r>
            </a:p>
          </p:txBody>
        </p:sp>
      </p:grpSp>
      <p:grpSp>
        <p:nvGrpSpPr>
          <p:cNvPr id="134" name="Group 133">
            <a:extLst>
              <a:ext uri="{FF2B5EF4-FFF2-40B4-BE49-F238E27FC236}">
                <a16:creationId xmlns:a16="http://schemas.microsoft.com/office/drawing/2014/main" id="{91DFDE82-8AC3-129D-9AD2-786B5D303298}"/>
              </a:ext>
            </a:extLst>
          </p:cNvPr>
          <p:cNvGrpSpPr/>
          <p:nvPr userDrawn="1"/>
        </p:nvGrpSpPr>
        <p:grpSpPr>
          <a:xfrm>
            <a:off x="9183274" y="5166063"/>
            <a:ext cx="1166884" cy="1157751"/>
            <a:chOff x="9193612" y="5166063"/>
            <a:chExt cx="1166884" cy="1157751"/>
          </a:xfrm>
        </p:grpSpPr>
        <p:sp>
          <p:nvSpPr>
            <p:cNvPr id="135" name="Rectangle 134">
              <a:extLst>
                <a:ext uri="{FF2B5EF4-FFF2-40B4-BE49-F238E27FC236}">
                  <a16:creationId xmlns:a16="http://schemas.microsoft.com/office/drawing/2014/main" id="{ABCC0CEC-82BC-8865-EAF3-4F5C0B8B2D80}"/>
                </a:ext>
              </a:extLst>
            </p:cNvPr>
            <p:cNvSpPr/>
            <p:nvPr/>
          </p:nvSpPr>
          <p:spPr>
            <a:xfrm>
              <a:off x="9202745" y="5166063"/>
              <a:ext cx="1157751" cy="1157751"/>
            </a:xfrm>
            <a:prstGeom prst="rect">
              <a:avLst/>
            </a:prstGeom>
            <a:solidFill>
              <a:srgbClr val="D2EFD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36" name="TextBox 135">
              <a:extLst>
                <a:ext uri="{FF2B5EF4-FFF2-40B4-BE49-F238E27FC236}">
                  <a16:creationId xmlns:a16="http://schemas.microsoft.com/office/drawing/2014/main" id="{34E3C415-5EFB-9DC5-8CEB-21D7C9034C30}"/>
                </a:ext>
              </a:extLst>
            </p:cNvPr>
            <p:cNvSpPr txBox="1"/>
            <p:nvPr/>
          </p:nvSpPr>
          <p:spPr>
            <a:xfrm>
              <a:off x="9193612"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HEX #</a:t>
              </a:r>
              <a:r>
                <a:rPr kumimoji="0" lang="en-GB" sz="900" b="0" i="0" u="none" strike="noStrike" kern="0" cap="none" spc="0" normalizeH="0" baseline="0" noProof="0">
                  <a:ln>
                    <a:noFill/>
                  </a:ln>
                  <a:solidFill>
                    <a:srgbClr val="00A042"/>
                  </a:solidFill>
                  <a:effectLst/>
                  <a:uLnTx/>
                  <a:uFillTx/>
                  <a:latin typeface="Trebuchet MS"/>
                </a:rPr>
                <a:t>D1EAD9</a:t>
              </a:r>
              <a:endParaRPr kumimoji="0" lang="en-BE" sz="900" b="0" i="0" u="none" strike="noStrike" kern="0" cap="none" spc="0" normalizeH="0" baseline="0" noProof="0">
                <a:ln>
                  <a:noFill/>
                </a:ln>
                <a:solidFill>
                  <a:srgbClr val="00A042"/>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RBG 209, 234, 217</a:t>
              </a:r>
            </a:p>
          </p:txBody>
        </p:sp>
      </p:grpSp>
      <p:grpSp>
        <p:nvGrpSpPr>
          <p:cNvPr id="137" name="Group 136">
            <a:extLst>
              <a:ext uri="{FF2B5EF4-FFF2-40B4-BE49-F238E27FC236}">
                <a16:creationId xmlns:a16="http://schemas.microsoft.com/office/drawing/2014/main" id="{E1C63C23-5AA2-310A-D204-F2CB361979F9}"/>
              </a:ext>
            </a:extLst>
          </p:cNvPr>
          <p:cNvGrpSpPr/>
          <p:nvPr userDrawn="1"/>
        </p:nvGrpSpPr>
        <p:grpSpPr>
          <a:xfrm>
            <a:off x="6240609" y="5166063"/>
            <a:ext cx="1180805" cy="1157751"/>
            <a:chOff x="10657810" y="5166063"/>
            <a:chExt cx="1180805" cy="1157751"/>
          </a:xfrm>
        </p:grpSpPr>
        <p:sp>
          <p:nvSpPr>
            <p:cNvPr id="138" name="Rectangle 137">
              <a:extLst>
                <a:ext uri="{FF2B5EF4-FFF2-40B4-BE49-F238E27FC236}">
                  <a16:creationId xmlns:a16="http://schemas.microsoft.com/office/drawing/2014/main" id="{904BC2A1-D5F2-F6FB-86E9-6EDB478030EA}"/>
                </a:ext>
              </a:extLst>
            </p:cNvPr>
            <p:cNvSpPr/>
            <p:nvPr/>
          </p:nvSpPr>
          <p:spPr>
            <a:xfrm>
              <a:off x="10680864" y="5166063"/>
              <a:ext cx="1157751" cy="1157751"/>
            </a:xfrm>
            <a:prstGeom prst="rect">
              <a:avLst/>
            </a:prstGeom>
            <a:solidFill>
              <a:srgbClr val="D4DCEB"/>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39" name="TextBox 138">
              <a:extLst>
                <a:ext uri="{FF2B5EF4-FFF2-40B4-BE49-F238E27FC236}">
                  <a16:creationId xmlns:a16="http://schemas.microsoft.com/office/drawing/2014/main" id="{F9CA65C7-2085-FBBA-8AF6-F6240BCCF342}"/>
                </a:ext>
              </a:extLst>
            </p:cNvPr>
            <p:cNvSpPr txBox="1"/>
            <p:nvPr/>
          </p:nvSpPr>
          <p:spPr>
            <a:xfrm>
              <a:off x="10657810"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HEX #</a:t>
              </a:r>
              <a:r>
                <a:rPr kumimoji="0" lang="en-GB" sz="900" b="0" i="0" u="none" strike="noStrike" kern="0" cap="none" spc="0" normalizeH="0" baseline="0" noProof="0">
                  <a:ln>
                    <a:noFill/>
                  </a:ln>
                  <a:solidFill>
                    <a:srgbClr val="123F93"/>
                  </a:solidFill>
                  <a:effectLst/>
                  <a:uLnTx/>
                  <a:uFillTx/>
                  <a:latin typeface="Trebuchet MS"/>
                </a:rPr>
                <a:t>D5DBEC</a:t>
              </a:r>
              <a:endParaRPr kumimoji="0" lang="en-BE" sz="900" b="0" i="0" u="none" strike="noStrike" kern="0" cap="none" spc="0" normalizeH="0" baseline="0" noProof="0">
                <a:ln>
                  <a:noFill/>
                </a:ln>
                <a:solidFill>
                  <a:srgbClr val="123F93"/>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RBG 213, 219, 236</a:t>
              </a:r>
            </a:p>
          </p:txBody>
        </p:sp>
      </p:grpSp>
      <p:grpSp>
        <p:nvGrpSpPr>
          <p:cNvPr id="140" name="Group 139">
            <a:extLst>
              <a:ext uri="{FF2B5EF4-FFF2-40B4-BE49-F238E27FC236}">
                <a16:creationId xmlns:a16="http://schemas.microsoft.com/office/drawing/2014/main" id="{A8BE84A4-5356-F112-1276-A189ABCDFF1F}"/>
              </a:ext>
            </a:extLst>
          </p:cNvPr>
          <p:cNvGrpSpPr/>
          <p:nvPr userDrawn="1"/>
        </p:nvGrpSpPr>
        <p:grpSpPr>
          <a:xfrm>
            <a:off x="1836087" y="853399"/>
            <a:ext cx="1157751" cy="1157586"/>
            <a:chOff x="376439" y="853399"/>
            <a:chExt cx="1157751" cy="1157586"/>
          </a:xfrm>
          <a:solidFill>
            <a:srgbClr val="ED631C"/>
          </a:solidFill>
        </p:grpSpPr>
        <p:sp>
          <p:nvSpPr>
            <p:cNvPr id="141" name="Rectangle 140">
              <a:extLst>
                <a:ext uri="{FF2B5EF4-FFF2-40B4-BE49-F238E27FC236}">
                  <a16:creationId xmlns:a16="http://schemas.microsoft.com/office/drawing/2014/main" id="{CCA3E6DD-C25E-5425-FE61-EBCD7F2C2CCA}"/>
                </a:ext>
              </a:extLst>
            </p:cNvPr>
            <p:cNvSpPr/>
            <p:nvPr/>
          </p:nvSpPr>
          <p:spPr>
            <a:xfrm>
              <a:off x="376439" y="853399"/>
              <a:ext cx="1157585" cy="1157586"/>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42" name="TextBox 141">
              <a:extLst>
                <a:ext uri="{FF2B5EF4-FFF2-40B4-BE49-F238E27FC236}">
                  <a16:creationId xmlns:a16="http://schemas.microsoft.com/office/drawing/2014/main" id="{62526494-F7B5-DB10-576E-A926A6DB464B}"/>
                </a:ext>
              </a:extLst>
            </p:cNvPr>
            <p:cNvSpPr txBox="1"/>
            <p:nvPr/>
          </p:nvSpPr>
          <p:spPr>
            <a:xfrm>
              <a:off x="376439" y="923659"/>
              <a:ext cx="1157751" cy="507831"/>
            </a:xfrm>
            <a:prstGeom prst="rect">
              <a:avLst/>
            </a:prstGeom>
            <a:grp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Orange</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EC6523</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236, 101, 35</a:t>
              </a:r>
            </a:p>
          </p:txBody>
        </p:sp>
      </p:grpSp>
      <p:grpSp>
        <p:nvGrpSpPr>
          <p:cNvPr id="143" name="Group 142">
            <a:extLst>
              <a:ext uri="{FF2B5EF4-FFF2-40B4-BE49-F238E27FC236}">
                <a16:creationId xmlns:a16="http://schemas.microsoft.com/office/drawing/2014/main" id="{9FB0C566-C72E-E547-F3EC-7593458834E5}"/>
              </a:ext>
            </a:extLst>
          </p:cNvPr>
          <p:cNvGrpSpPr/>
          <p:nvPr userDrawn="1"/>
        </p:nvGrpSpPr>
        <p:grpSpPr>
          <a:xfrm>
            <a:off x="370600" y="853399"/>
            <a:ext cx="1171671" cy="1157586"/>
            <a:chOff x="1840637" y="853399"/>
            <a:chExt cx="1171671" cy="1157586"/>
          </a:xfrm>
          <a:solidFill>
            <a:srgbClr val="01A2A6"/>
          </a:solidFill>
        </p:grpSpPr>
        <p:sp>
          <p:nvSpPr>
            <p:cNvPr id="144" name="Rectangle 143">
              <a:extLst>
                <a:ext uri="{FF2B5EF4-FFF2-40B4-BE49-F238E27FC236}">
                  <a16:creationId xmlns:a16="http://schemas.microsoft.com/office/drawing/2014/main" id="{D4158118-CA67-7346-5541-45893722E9B6}"/>
                </a:ext>
              </a:extLst>
            </p:cNvPr>
            <p:cNvSpPr/>
            <p:nvPr/>
          </p:nvSpPr>
          <p:spPr>
            <a:xfrm>
              <a:off x="1840637" y="853399"/>
              <a:ext cx="1157585" cy="1157586"/>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45" name="TextBox 144">
              <a:extLst>
                <a:ext uri="{FF2B5EF4-FFF2-40B4-BE49-F238E27FC236}">
                  <a16:creationId xmlns:a16="http://schemas.microsoft.com/office/drawing/2014/main" id="{34E2B194-49B2-0E16-FEB7-A9090B505705}"/>
                </a:ext>
              </a:extLst>
            </p:cNvPr>
            <p:cNvSpPr txBox="1"/>
            <p:nvPr/>
          </p:nvSpPr>
          <p:spPr>
            <a:xfrm>
              <a:off x="1854557" y="923659"/>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Aqua</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02A2A7</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 162, 167</a:t>
              </a:r>
            </a:p>
          </p:txBody>
        </p:sp>
      </p:grpSp>
      <p:grpSp>
        <p:nvGrpSpPr>
          <p:cNvPr id="146" name="Group 145">
            <a:extLst>
              <a:ext uri="{FF2B5EF4-FFF2-40B4-BE49-F238E27FC236}">
                <a16:creationId xmlns:a16="http://schemas.microsoft.com/office/drawing/2014/main" id="{C544D0E7-2034-C616-E0D2-968F4754DF2C}"/>
              </a:ext>
            </a:extLst>
          </p:cNvPr>
          <p:cNvGrpSpPr/>
          <p:nvPr userDrawn="1"/>
        </p:nvGrpSpPr>
        <p:grpSpPr>
          <a:xfrm>
            <a:off x="3304834" y="853399"/>
            <a:ext cx="1176222" cy="1157586"/>
            <a:chOff x="3304834" y="853399"/>
            <a:chExt cx="1176222" cy="1157586"/>
          </a:xfrm>
        </p:grpSpPr>
        <p:sp>
          <p:nvSpPr>
            <p:cNvPr id="147" name="Rectangle 146">
              <a:extLst>
                <a:ext uri="{FF2B5EF4-FFF2-40B4-BE49-F238E27FC236}">
                  <a16:creationId xmlns:a16="http://schemas.microsoft.com/office/drawing/2014/main" id="{1EBB3453-6E71-7237-4A8C-1CF311539BF9}"/>
                </a:ext>
              </a:extLst>
            </p:cNvPr>
            <p:cNvSpPr/>
            <p:nvPr/>
          </p:nvSpPr>
          <p:spPr>
            <a:xfrm>
              <a:off x="3304834" y="853399"/>
              <a:ext cx="1157585" cy="1157586"/>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48" name="TextBox 147">
              <a:extLst>
                <a:ext uri="{FF2B5EF4-FFF2-40B4-BE49-F238E27FC236}">
                  <a16:creationId xmlns:a16="http://schemas.microsoft.com/office/drawing/2014/main" id="{0C5EA518-1EE0-15FF-2F3C-5B211954AB69}"/>
                </a:ext>
              </a:extLst>
            </p:cNvPr>
            <p:cNvSpPr txBox="1"/>
            <p:nvPr/>
          </p:nvSpPr>
          <p:spPr>
            <a:xfrm>
              <a:off x="3323305" y="923659"/>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Purple</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693A91</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105, 58, 145</a:t>
              </a:r>
            </a:p>
          </p:txBody>
        </p:sp>
      </p:grpSp>
      <p:grpSp>
        <p:nvGrpSpPr>
          <p:cNvPr id="149" name="Group 148">
            <a:extLst>
              <a:ext uri="{FF2B5EF4-FFF2-40B4-BE49-F238E27FC236}">
                <a16:creationId xmlns:a16="http://schemas.microsoft.com/office/drawing/2014/main" id="{76213278-3DD3-93F9-8010-A3BFC6B1133F}"/>
              </a:ext>
            </a:extLst>
          </p:cNvPr>
          <p:cNvGrpSpPr/>
          <p:nvPr userDrawn="1"/>
        </p:nvGrpSpPr>
        <p:grpSpPr>
          <a:xfrm>
            <a:off x="4769032" y="853399"/>
            <a:ext cx="1176222" cy="1157586"/>
            <a:chOff x="4769032" y="853399"/>
            <a:chExt cx="1176222" cy="1157586"/>
          </a:xfrm>
        </p:grpSpPr>
        <p:sp>
          <p:nvSpPr>
            <p:cNvPr id="150" name="Rectangle 149">
              <a:extLst>
                <a:ext uri="{FF2B5EF4-FFF2-40B4-BE49-F238E27FC236}">
                  <a16:creationId xmlns:a16="http://schemas.microsoft.com/office/drawing/2014/main" id="{D32ED0CB-4AE3-1661-7B0C-A74CE2F6DF3C}"/>
                </a:ext>
              </a:extLst>
            </p:cNvPr>
            <p:cNvSpPr/>
            <p:nvPr/>
          </p:nvSpPr>
          <p:spPr>
            <a:xfrm>
              <a:off x="4769032" y="853399"/>
              <a:ext cx="1157585" cy="1157586"/>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51" name="TextBox 150">
              <a:extLst>
                <a:ext uri="{FF2B5EF4-FFF2-40B4-BE49-F238E27FC236}">
                  <a16:creationId xmlns:a16="http://schemas.microsoft.com/office/drawing/2014/main" id="{CDF27954-9E14-C213-CCFC-68AC2BFBA64F}"/>
                </a:ext>
              </a:extLst>
            </p:cNvPr>
            <p:cNvSpPr txBox="1"/>
            <p:nvPr/>
          </p:nvSpPr>
          <p:spPr>
            <a:xfrm>
              <a:off x="4787503" y="923659"/>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Navy</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14274C</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20, 39, 76</a:t>
              </a:r>
            </a:p>
          </p:txBody>
        </p:sp>
      </p:grpSp>
      <p:grpSp>
        <p:nvGrpSpPr>
          <p:cNvPr id="152" name="Group 151">
            <a:extLst>
              <a:ext uri="{FF2B5EF4-FFF2-40B4-BE49-F238E27FC236}">
                <a16:creationId xmlns:a16="http://schemas.microsoft.com/office/drawing/2014/main" id="{E690DB03-8432-6690-25C5-9FFFAA86A3E2}"/>
              </a:ext>
            </a:extLst>
          </p:cNvPr>
          <p:cNvGrpSpPr/>
          <p:nvPr userDrawn="1"/>
        </p:nvGrpSpPr>
        <p:grpSpPr>
          <a:xfrm>
            <a:off x="1836087" y="2291009"/>
            <a:ext cx="1157751" cy="1157586"/>
            <a:chOff x="376439" y="2291009"/>
            <a:chExt cx="1157751" cy="1157586"/>
          </a:xfrm>
        </p:grpSpPr>
        <p:sp>
          <p:nvSpPr>
            <p:cNvPr id="153" name="Rectangle 152">
              <a:extLst>
                <a:ext uri="{FF2B5EF4-FFF2-40B4-BE49-F238E27FC236}">
                  <a16:creationId xmlns:a16="http://schemas.microsoft.com/office/drawing/2014/main" id="{38EE2C4A-49E0-DD2E-8410-80F1BE1DCCAC}"/>
                </a:ext>
              </a:extLst>
            </p:cNvPr>
            <p:cNvSpPr/>
            <p:nvPr/>
          </p:nvSpPr>
          <p:spPr>
            <a:xfrm>
              <a:off x="376439" y="2291009"/>
              <a:ext cx="1157585" cy="1157586"/>
            </a:xfrm>
            <a:prstGeom prst="rect">
              <a:avLst/>
            </a:prstGeom>
            <a:solidFill>
              <a:srgbClr val="E9743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54" name="TextBox 153">
              <a:extLst>
                <a:ext uri="{FF2B5EF4-FFF2-40B4-BE49-F238E27FC236}">
                  <a16:creationId xmlns:a16="http://schemas.microsoft.com/office/drawing/2014/main" id="{ED0D9642-3715-34AF-F018-A2492A410634}"/>
                </a:ext>
              </a:extLst>
            </p:cNvPr>
            <p:cNvSpPr txBox="1"/>
            <p:nvPr/>
          </p:nvSpPr>
          <p:spPr>
            <a:xfrm>
              <a:off x="376439"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EF7739</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239, 119, 57</a:t>
              </a:r>
            </a:p>
          </p:txBody>
        </p:sp>
      </p:grpSp>
      <p:grpSp>
        <p:nvGrpSpPr>
          <p:cNvPr id="155" name="Group 154">
            <a:extLst>
              <a:ext uri="{FF2B5EF4-FFF2-40B4-BE49-F238E27FC236}">
                <a16:creationId xmlns:a16="http://schemas.microsoft.com/office/drawing/2014/main" id="{AF7E330F-BBAB-F949-B3ED-C5429A2E46EF}"/>
              </a:ext>
            </a:extLst>
          </p:cNvPr>
          <p:cNvGrpSpPr/>
          <p:nvPr userDrawn="1"/>
        </p:nvGrpSpPr>
        <p:grpSpPr>
          <a:xfrm>
            <a:off x="370600" y="2291009"/>
            <a:ext cx="1171671" cy="1157586"/>
            <a:chOff x="1840637" y="2291009"/>
            <a:chExt cx="1171671" cy="1157586"/>
          </a:xfrm>
        </p:grpSpPr>
        <p:sp>
          <p:nvSpPr>
            <p:cNvPr id="156" name="Rectangle 155">
              <a:extLst>
                <a:ext uri="{FF2B5EF4-FFF2-40B4-BE49-F238E27FC236}">
                  <a16:creationId xmlns:a16="http://schemas.microsoft.com/office/drawing/2014/main" id="{17C1CA45-88AD-7B1E-EAE6-5AD992FEEB78}"/>
                </a:ext>
              </a:extLst>
            </p:cNvPr>
            <p:cNvSpPr/>
            <p:nvPr/>
          </p:nvSpPr>
          <p:spPr>
            <a:xfrm>
              <a:off x="1840637" y="2291009"/>
              <a:ext cx="1157585" cy="1157586"/>
            </a:xfrm>
            <a:prstGeom prst="rect">
              <a:avLst/>
            </a:prstGeom>
            <a:solidFill>
              <a:srgbClr val="31B5B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57" name="TextBox 156">
              <a:extLst>
                <a:ext uri="{FF2B5EF4-FFF2-40B4-BE49-F238E27FC236}">
                  <a16:creationId xmlns:a16="http://schemas.microsoft.com/office/drawing/2014/main" id="{A38D979B-FD0B-5D36-EA69-305796F87234}"/>
                </a:ext>
              </a:extLst>
            </p:cNvPr>
            <p:cNvSpPr txBox="1"/>
            <p:nvPr/>
          </p:nvSpPr>
          <p:spPr>
            <a:xfrm>
              <a:off x="1854557"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29B3B8</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41, 179, 184</a:t>
              </a:r>
            </a:p>
          </p:txBody>
        </p:sp>
      </p:grpSp>
      <p:grpSp>
        <p:nvGrpSpPr>
          <p:cNvPr id="158" name="Group 157">
            <a:extLst>
              <a:ext uri="{FF2B5EF4-FFF2-40B4-BE49-F238E27FC236}">
                <a16:creationId xmlns:a16="http://schemas.microsoft.com/office/drawing/2014/main" id="{B990B448-1F0E-2C07-995D-48A5D3A38D8C}"/>
              </a:ext>
            </a:extLst>
          </p:cNvPr>
          <p:cNvGrpSpPr/>
          <p:nvPr userDrawn="1"/>
        </p:nvGrpSpPr>
        <p:grpSpPr>
          <a:xfrm>
            <a:off x="3304834" y="2291009"/>
            <a:ext cx="1176222" cy="1157586"/>
            <a:chOff x="3304834" y="2291009"/>
            <a:chExt cx="1176222" cy="1157586"/>
          </a:xfrm>
        </p:grpSpPr>
        <p:sp>
          <p:nvSpPr>
            <p:cNvPr id="159" name="Rectangle 158">
              <a:extLst>
                <a:ext uri="{FF2B5EF4-FFF2-40B4-BE49-F238E27FC236}">
                  <a16:creationId xmlns:a16="http://schemas.microsoft.com/office/drawing/2014/main" id="{B9BCE863-2EC9-F5D7-4061-23C9141B41BD}"/>
                </a:ext>
              </a:extLst>
            </p:cNvPr>
            <p:cNvSpPr/>
            <p:nvPr/>
          </p:nvSpPr>
          <p:spPr>
            <a:xfrm>
              <a:off x="3304834" y="2291009"/>
              <a:ext cx="1157585" cy="1157586"/>
            </a:xfrm>
            <a:prstGeom prst="rect">
              <a:avLst/>
            </a:prstGeom>
            <a:solidFill>
              <a:srgbClr val="784B9B"/>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60" name="TextBox 159">
              <a:extLst>
                <a:ext uri="{FF2B5EF4-FFF2-40B4-BE49-F238E27FC236}">
                  <a16:creationId xmlns:a16="http://schemas.microsoft.com/office/drawing/2014/main" id="{B4CB55E9-93D5-67D8-72BD-FDE40B121F5E}"/>
                </a:ext>
              </a:extLst>
            </p:cNvPr>
            <p:cNvSpPr txBox="1"/>
            <p:nvPr/>
          </p:nvSpPr>
          <p:spPr>
            <a:xfrm>
              <a:off x="3323305"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784B9A</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120, 75, 154</a:t>
              </a:r>
            </a:p>
          </p:txBody>
        </p:sp>
      </p:grpSp>
      <p:grpSp>
        <p:nvGrpSpPr>
          <p:cNvPr id="161" name="Group 160">
            <a:extLst>
              <a:ext uri="{FF2B5EF4-FFF2-40B4-BE49-F238E27FC236}">
                <a16:creationId xmlns:a16="http://schemas.microsoft.com/office/drawing/2014/main" id="{F2765C52-3FE8-D4BE-1FBD-CC7F546F11B8}"/>
              </a:ext>
            </a:extLst>
          </p:cNvPr>
          <p:cNvGrpSpPr/>
          <p:nvPr userDrawn="1"/>
        </p:nvGrpSpPr>
        <p:grpSpPr>
          <a:xfrm>
            <a:off x="1836087" y="3728619"/>
            <a:ext cx="1157751" cy="1157586"/>
            <a:chOff x="376439" y="3728619"/>
            <a:chExt cx="1157751" cy="1157586"/>
          </a:xfrm>
        </p:grpSpPr>
        <p:sp>
          <p:nvSpPr>
            <p:cNvPr id="162" name="Rectangle 161">
              <a:extLst>
                <a:ext uri="{FF2B5EF4-FFF2-40B4-BE49-F238E27FC236}">
                  <a16:creationId xmlns:a16="http://schemas.microsoft.com/office/drawing/2014/main" id="{6A22ED64-8ABB-762E-EE0B-77B66C15AE6E}"/>
                </a:ext>
              </a:extLst>
            </p:cNvPr>
            <p:cNvSpPr/>
            <p:nvPr/>
          </p:nvSpPr>
          <p:spPr>
            <a:xfrm>
              <a:off x="376439" y="3728619"/>
              <a:ext cx="1157585" cy="1157586"/>
            </a:xfrm>
            <a:prstGeom prst="rect">
              <a:avLst/>
            </a:prstGeom>
            <a:solidFill>
              <a:srgbClr val="F9C1A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63" name="TextBox 162">
              <a:extLst>
                <a:ext uri="{FF2B5EF4-FFF2-40B4-BE49-F238E27FC236}">
                  <a16:creationId xmlns:a16="http://schemas.microsoft.com/office/drawing/2014/main" id="{9751C58B-ED92-28A5-D053-FBD1FDE77364}"/>
                </a:ext>
              </a:extLst>
            </p:cNvPr>
            <p:cNvSpPr txBox="1"/>
            <p:nvPr/>
          </p:nvSpPr>
          <p:spPr>
            <a:xfrm>
              <a:off x="376439"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HEX #</a:t>
              </a:r>
              <a:r>
                <a:rPr kumimoji="0" lang="en-GB" sz="900" b="0" i="0" u="none" strike="noStrike" kern="0" cap="none" spc="0" normalizeH="0" baseline="0" noProof="0">
                  <a:ln>
                    <a:noFill/>
                  </a:ln>
                  <a:solidFill>
                    <a:srgbClr val="ED631C"/>
                  </a:solidFill>
                  <a:effectLst/>
                  <a:uLnTx/>
                  <a:uFillTx/>
                  <a:latin typeface="Trebuchet MS"/>
                </a:rPr>
                <a:t>F7C1A3</a:t>
              </a:r>
              <a:endParaRPr kumimoji="0" lang="en-BE" sz="900" b="0" i="0" u="none" strike="noStrike" kern="0" cap="none" spc="0" normalizeH="0" baseline="0" noProof="0">
                <a:ln>
                  <a:noFill/>
                </a:ln>
                <a:solidFill>
                  <a:srgbClr val="ED631C"/>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RBG 247, 193, 163</a:t>
              </a:r>
            </a:p>
          </p:txBody>
        </p:sp>
      </p:grpSp>
      <p:grpSp>
        <p:nvGrpSpPr>
          <p:cNvPr id="164" name="Group 163">
            <a:extLst>
              <a:ext uri="{FF2B5EF4-FFF2-40B4-BE49-F238E27FC236}">
                <a16:creationId xmlns:a16="http://schemas.microsoft.com/office/drawing/2014/main" id="{FE537229-79E4-DB2A-7A02-D05CD44ED788}"/>
              </a:ext>
            </a:extLst>
          </p:cNvPr>
          <p:cNvGrpSpPr/>
          <p:nvPr userDrawn="1"/>
        </p:nvGrpSpPr>
        <p:grpSpPr>
          <a:xfrm>
            <a:off x="370600" y="3728619"/>
            <a:ext cx="1171671" cy="1157586"/>
            <a:chOff x="1840637" y="3728619"/>
            <a:chExt cx="1171671" cy="1157586"/>
          </a:xfrm>
        </p:grpSpPr>
        <p:sp>
          <p:nvSpPr>
            <p:cNvPr id="165" name="Rectangle 164">
              <a:extLst>
                <a:ext uri="{FF2B5EF4-FFF2-40B4-BE49-F238E27FC236}">
                  <a16:creationId xmlns:a16="http://schemas.microsoft.com/office/drawing/2014/main" id="{E74B36FB-E86D-46C6-18B7-600A8187227B}"/>
                </a:ext>
              </a:extLst>
            </p:cNvPr>
            <p:cNvSpPr/>
            <p:nvPr/>
          </p:nvSpPr>
          <p:spPr>
            <a:xfrm>
              <a:off x="1840637" y="3728619"/>
              <a:ext cx="1157585" cy="1157586"/>
            </a:xfrm>
            <a:prstGeom prst="rect">
              <a:avLst/>
            </a:prstGeom>
            <a:solidFill>
              <a:srgbClr val="9ADADA"/>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66" name="TextBox 165">
              <a:extLst>
                <a:ext uri="{FF2B5EF4-FFF2-40B4-BE49-F238E27FC236}">
                  <a16:creationId xmlns:a16="http://schemas.microsoft.com/office/drawing/2014/main" id="{76F86DF7-38F4-2F3D-BA0A-751189AEBA99}"/>
                </a:ext>
              </a:extLst>
            </p:cNvPr>
            <p:cNvSpPr txBox="1"/>
            <p:nvPr/>
          </p:nvSpPr>
          <p:spPr>
            <a:xfrm>
              <a:off x="1854557"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HEX #</a:t>
              </a:r>
              <a:r>
                <a:rPr kumimoji="0" lang="en-GB" sz="900" b="0" i="0" u="none" strike="noStrike" kern="0" cap="none" spc="0" normalizeH="0" baseline="0" noProof="0">
                  <a:ln>
                    <a:noFill/>
                  </a:ln>
                  <a:solidFill>
                    <a:srgbClr val="01A2A6"/>
                  </a:solidFill>
                  <a:effectLst/>
                  <a:uLnTx/>
                  <a:uFillTx/>
                  <a:latin typeface="Trebuchet MS"/>
                </a:rPr>
                <a:t>99D7D6</a:t>
              </a:r>
              <a:endParaRPr kumimoji="0" lang="en-BE" sz="900" b="0" i="0" u="none" strike="noStrike" kern="0" cap="none" spc="0" normalizeH="0" baseline="0" noProof="0">
                <a:ln>
                  <a:noFill/>
                </a:ln>
                <a:solidFill>
                  <a:srgbClr val="01A2A6"/>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RBG 153, 215, 214</a:t>
              </a:r>
            </a:p>
          </p:txBody>
        </p:sp>
      </p:grpSp>
      <p:grpSp>
        <p:nvGrpSpPr>
          <p:cNvPr id="167" name="Group 166">
            <a:extLst>
              <a:ext uri="{FF2B5EF4-FFF2-40B4-BE49-F238E27FC236}">
                <a16:creationId xmlns:a16="http://schemas.microsoft.com/office/drawing/2014/main" id="{F5C6CA3C-A79C-5E2B-7D29-0F989207E639}"/>
              </a:ext>
            </a:extLst>
          </p:cNvPr>
          <p:cNvGrpSpPr/>
          <p:nvPr userDrawn="1"/>
        </p:nvGrpSpPr>
        <p:grpSpPr>
          <a:xfrm>
            <a:off x="3304834" y="3728619"/>
            <a:ext cx="1176222" cy="1157586"/>
            <a:chOff x="3304834" y="3728619"/>
            <a:chExt cx="1176222" cy="1157586"/>
          </a:xfrm>
        </p:grpSpPr>
        <p:sp>
          <p:nvSpPr>
            <p:cNvPr id="168" name="Rectangle 167">
              <a:extLst>
                <a:ext uri="{FF2B5EF4-FFF2-40B4-BE49-F238E27FC236}">
                  <a16:creationId xmlns:a16="http://schemas.microsoft.com/office/drawing/2014/main" id="{CF9984DA-8C32-8723-5C76-EE4C91F27324}"/>
                </a:ext>
              </a:extLst>
            </p:cNvPr>
            <p:cNvSpPr/>
            <p:nvPr/>
          </p:nvSpPr>
          <p:spPr>
            <a:xfrm>
              <a:off x="3304834" y="3728619"/>
              <a:ext cx="1157585" cy="1157586"/>
            </a:xfrm>
            <a:prstGeom prst="rect">
              <a:avLst/>
            </a:prstGeom>
            <a:solidFill>
              <a:srgbClr val="C4AFD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69" name="TextBox 168">
              <a:extLst>
                <a:ext uri="{FF2B5EF4-FFF2-40B4-BE49-F238E27FC236}">
                  <a16:creationId xmlns:a16="http://schemas.microsoft.com/office/drawing/2014/main" id="{9F1ED9B7-47F0-AE53-6C13-61B83DC8DB41}"/>
                </a:ext>
              </a:extLst>
            </p:cNvPr>
            <p:cNvSpPr txBox="1"/>
            <p:nvPr/>
          </p:nvSpPr>
          <p:spPr>
            <a:xfrm>
              <a:off x="3323305"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HEX #</a:t>
              </a:r>
              <a:r>
                <a:rPr kumimoji="0" lang="en-GB" sz="900" b="0" i="0" u="none" strike="noStrike" kern="0" cap="none" spc="0" normalizeH="0" baseline="0" noProof="0">
                  <a:ln>
                    <a:noFill/>
                  </a:ln>
                  <a:solidFill>
                    <a:srgbClr val="68398E"/>
                  </a:solidFill>
                  <a:effectLst/>
                  <a:uLnTx/>
                  <a:uFillTx/>
                  <a:latin typeface="Trebuchet MS"/>
                </a:rPr>
                <a:t>C2AFD0</a:t>
              </a:r>
              <a:endParaRPr kumimoji="0" lang="en-BE" sz="900" b="0" i="0" u="none" strike="noStrike" kern="0" cap="none" spc="0" normalizeH="0" baseline="0" noProof="0">
                <a:ln>
                  <a:noFill/>
                </a:ln>
                <a:solidFill>
                  <a:srgbClr val="68398E"/>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RBG 194, 175, 208</a:t>
              </a:r>
            </a:p>
          </p:txBody>
        </p:sp>
      </p:grpSp>
      <p:grpSp>
        <p:nvGrpSpPr>
          <p:cNvPr id="170" name="Group 169">
            <a:extLst>
              <a:ext uri="{FF2B5EF4-FFF2-40B4-BE49-F238E27FC236}">
                <a16:creationId xmlns:a16="http://schemas.microsoft.com/office/drawing/2014/main" id="{23D0E4C7-4B16-823A-BDD0-0B5C63C1CD79}"/>
              </a:ext>
            </a:extLst>
          </p:cNvPr>
          <p:cNvGrpSpPr/>
          <p:nvPr userDrawn="1"/>
        </p:nvGrpSpPr>
        <p:grpSpPr>
          <a:xfrm>
            <a:off x="1836087" y="5166228"/>
            <a:ext cx="1157751" cy="1157586"/>
            <a:chOff x="376439" y="5166228"/>
            <a:chExt cx="1157751" cy="1157586"/>
          </a:xfrm>
        </p:grpSpPr>
        <p:sp>
          <p:nvSpPr>
            <p:cNvPr id="171" name="Rectangle 170">
              <a:extLst>
                <a:ext uri="{FF2B5EF4-FFF2-40B4-BE49-F238E27FC236}">
                  <a16:creationId xmlns:a16="http://schemas.microsoft.com/office/drawing/2014/main" id="{140E9D31-42AA-019F-A321-BDB9A910CF44}"/>
                </a:ext>
              </a:extLst>
            </p:cNvPr>
            <p:cNvSpPr/>
            <p:nvPr/>
          </p:nvSpPr>
          <p:spPr>
            <a:xfrm>
              <a:off x="376439" y="5166228"/>
              <a:ext cx="1157585" cy="1157586"/>
            </a:xfrm>
            <a:prstGeom prst="rect">
              <a:avLst/>
            </a:prstGeom>
            <a:solidFill>
              <a:srgbClr val="FEE9E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72" name="TextBox 171">
              <a:extLst>
                <a:ext uri="{FF2B5EF4-FFF2-40B4-BE49-F238E27FC236}">
                  <a16:creationId xmlns:a16="http://schemas.microsoft.com/office/drawing/2014/main" id="{34EE826C-D34C-A7E4-7093-92F8F0E6224C}"/>
                </a:ext>
              </a:extLst>
            </p:cNvPr>
            <p:cNvSpPr txBox="1"/>
            <p:nvPr/>
          </p:nvSpPr>
          <p:spPr>
            <a:xfrm>
              <a:off x="376439"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HEX #</a:t>
              </a:r>
              <a:r>
                <a:rPr kumimoji="0" lang="en-GB" sz="900" b="0" i="0" u="none" strike="noStrike" kern="0" cap="none" spc="0" normalizeH="0" baseline="0" noProof="0">
                  <a:ln>
                    <a:noFill/>
                  </a:ln>
                  <a:solidFill>
                    <a:srgbClr val="ED631C"/>
                  </a:solidFill>
                  <a:effectLst/>
                  <a:uLnTx/>
                  <a:uFillTx/>
                  <a:latin typeface="Trebuchet MS"/>
                </a:rPr>
                <a:t>FBE8DF</a:t>
              </a:r>
              <a:endParaRPr kumimoji="0" lang="en-BE" sz="900" b="0" i="0" u="none" strike="noStrike" kern="0" cap="none" spc="0" normalizeH="0" baseline="0" noProof="0">
                <a:ln>
                  <a:noFill/>
                </a:ln>
                <a:solidFill>
                  <a:srgbClr val="ED631C"/>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RBG 251, 232, 223</a:t>
              </a:r>
            </a:p>
          </p:txBody>
        </p:sp>
      </p:grpSp>
      <p:grpSp>
        <p:nvGrpSpPr>
          <p:cNvPr id="173" name="Group 172">
            <a:extLst>
              <a:ext uri="{FF2B5EF4-FFF2-40B4-BE49-F238E27FC236}">
                <a16:creationId xmlns:a16="http://schemas.microsoft.com/office/drawing/2014/main" id="{420924E9-8488-7967-6482-4AD78A93DAF9}"/>
              </a:ext>
            </a:extLst>
          </p:cNvPr>
          <p:cNvGrpSpPr/>
          <p:nvPr userDrawn="1"/>
        </p:nvGrpSpPr>
        <p:grpSpPr>
          <a:xfrm>
            <a:off x="370600" y="5166228"/>
            <a:ext cx="1171671" cy="1157586"/>
            <a:chOff x="1840637" y="5166228"/>
            <a:chExt cx="1171671" cy="1157586"/>
          </a:xfrm>
        </p:grpSpPr>
        <p:sp>
          <p:nvSpPr>
            <p:cNvPr id="174" name="Rectangle 173">
              <a:extLst>
                <a:ext uri="{FF2B5EF4-FFF2-40B4-BE49-F238E27FC236}">
                  <a16:creationId xmlns:a16="http://schemas.microsoft.com/office/drawing/2014/main" id="{E60523DB-AA6A-4006-EFF6-F0863C958527}"/>
                </a:ext>
              </a:extLst>
            </p:cNvPr>
            <p:cNvSpPr/>
            <p:nvPr/>
          </p:nvSpPr>
          <p:spPr>
            <a:xfrm>
              <a:off x="1840637" y="5166228"/>
              <a:ext cx="1157585" cy="1157586"/>
            </a:xfrm>
            <a:prstGeom prst="rect">
              <a:avLst/>
            </a:prstGeom>
            <a:solidFill>
              <a:srgbClr val="CCEDED"/>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75" name="TextBox 174">
              <a:extLst>
                <a:ext uri="{FF2B5EF4-FFF2-40B4-BE49-F238E27FC236}">
                  <a16:creationId xmlns:a16="http://schemas.microsoft.com/office/drawing/2014/main" id="{0A00647C-510D-F21A-6810-C58A82284405}"/>
                </a:ext>
              </a:extLst>
            </p:cNvPr>
            <p:cNvSpPr txBox="1"/>
            <p:nvPr/>
          </p:nvSpPr>
          <p:spPr>
            <a:xfrm>
              <a:off x="1854557"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HEX #</a:t>
              </a:r>
              <a:r>
                <a:rPr kumimoji="0" lang="en-GB" sz="900" b="0" i="0" u="none" strike="noStrike" kern="0" cap="none" spc="0" normalizeH="0" baseline="0" noProof="0">
                  <a:ln>
                    <a:noFill/>
                  </a:ln>
                  <a:solidFill>
                    <a:srgbClr val="01A2A6"/>
                  </a:solidFill>
                  <a:effectLst/>
                  <a:uLnTx/>
                  <a:uFillTx/>
                  <a:latin typeface="Trebuchet MS"/>
                </a:rPr>
                <a:t>CBEAEC</a:t>
              </a:r>
              <a:endParaRPr kumimoji="0" lang="en-BE" sz="900" b="0" i="0" u="none" strike="noStrike" kern="0" cap="none" spc="0" normalizeH="0" baseline="0" noProof="0">
                <a:ln>
                  <a:noFill/>
                </a:ln>
                <a:solidFill>
                  <a:srgbClr val="01A2A6"/>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RBG 203, 234, 236</a:t>
              </a:r>
            </a:p>
          </p:txBody>
        </p:sp>
      </p:grpSp>
      <p:grpSp>
        <p:nvGrpSpPr>
          <p:cNvPr id="176" name="Group 175">
            <a:extLst>
              <a:ext uri="{FF2B5EF4-FFF2-40B4-BE49-F238E27FC236}">
                <a16:creationId xmlns:a16="http://schemas.microsoft.com/office/drawing/2014/main" id="{DECF0907-3618-F21F-110B-E92B78C755BD}"/>
              </a:ext>
            </a:extLst>
          </p:cNvPr>
          <p:cNvGrpSpPr/>
          <p:nvPr userDrawn="1"/>
        </p:nvGrpSpPr>
        <p:grpSpPr>
          <a:xfrm>
            <a:off x="3304834" y="5166228"/>
            <a:ext cx="1176222" cy="1157586"/>
            <a:chOff x="3304834" y="5166228"/>
            <a:chExt cx="1176222" cy="1157586"/>
          </a:xfrm>
        </p:grpSpPr>
        <p:sp>
          <p:nvSpPr>
            <p:cNvPr id="177" name="Rectangle 176">
              <a:extLst>
                <a:ext uri="{FF2B5EF4-FFF2-40B4-BE49-F238E27FC236}">
                  <a16:creationId xmlns:a16="http://schemas.microsoft.com/office/drawing/2014/main" id="{0E43BD74-6820-7F3C-C15B-32357BE46B06}"/>
                </a:ext>
              </a:extLst>
            </p:cNvPr>
            <p:cNvSpPr/>
            <p:nvPr/>
          </p:nvSpPr>
          <p:spPr>
            <a:xfrm>
              <a:off x="3304834" y="5166228"/>
              <a:ext cx="1157585" cy="1157586"/>
            </a:xfrm>
            <a:prstGeom prst="rect">
              <a:avLst/>
            </a:prstGeom>
            <a:solidFill>
              <a:srgbClr val="E5DDE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78" name="TextBox 177">
              <a:extLst>
                <a:ext uri="{FF2B5EF4-FFF2-40B4-BE49-F238E27FC236}">
                  <a16:creationId xmlns:a16="http://schemas.microsoft.com/office/drawing/2014/main" id="{24983622-CC50-0C9F-739C-642FD894B0F2}"/>
                </a:ext>
              </a:extLst>
            </p:cNvPr>
            <p:cNvSpPr txBox="1"/>
            <p:nvPr/>
          </p:nvSpPr>
          <p:spPr>
            <a:xfrm>
              <a:off x="3323305"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HEX #</a:t>
              </a:r>
              <a:r>
                <a:rPr kumimoji="0" lang="en-GB" sz="900" b="0" i="0" u="none" strike="noStrike" kern="0" cap="none" spc="0" normalizeH="0" baseline="0" noProof="0">
                  <a:ln>
                    <a:noFill/>
                  </a:ln>
                  <a:solidFill>
                    <a:srgbClr val="68398E"/>
                  </a:solidFill>
                  <a:effectLst/>
                  <a:uLnTx/>
                  <a:uFillTx/>
                  <a:latin typeface="Trebuchet MS"/>
                </a:rPr>
                <a:t>E3DCEA</a:t>
              </a:r>
              <a:endParaRPr kumimoji="0" lang="en-BE" sz="900" b="0" i="0" u="none" strike="noStrike" kern="0" cap="none" spc="0" normalizeH="0" baseline="0" noProof="0">
                <a:ln>
                  <a:noFill/>
                </a:ln>
                <a:solidFill>
                  <a:srgbClr val="68398E"/>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RBG 227, 220, 234</a:t>
              </a:r>
            </a:p>
          </p:txBody>
        </p:sp>
      </p:grpSp>
      <p:sp>
        <p:nvSpPr>
          <p:cNvPr id="179" name="Text Placeholder 12">
            <a:extLst>
              <a:ext uri="{FF2B5EF4-FFF2-40B4-BE49-F238E27FC236}">
                <a16:creationId xmlns:a16="http://schemas.microsoft.com/office/drawing/2014/main" id="{B0463925-574E-09B3-D12D-13ABC48E0164}"/>
              </a:ext>
            </a:extLst>
          </p:cNvPr>
          <p:cNvSpPr txBox="1">
            <a:spLocks/>
          </p:cNvSpPr>
          <p:nvPr userDrawn="1"/>
        </p:nvSpPr>
        <p:spPr>
          <a:xfrm>
            <a:off x="258047" y="337056"/>
            <a:ext cx="5022042" cy="515559"/>
          </a:xfrm>
          <a:prstGeom prst="rect">
            <a:avLst/>
          </a:prstGeom>
        </p:spPr>
        <p:txBody>
          <a:bodyPr>
            <a:noAutofit/>
          </a:bodyPr>
          <a:lstStyle>
            <a:lvl1pPr marL="228600" indent="-228600" algn="l" defTabSz="914400" rtl="0" eaLnBrk="1" latinLnBrk="0" hangingPunct="1">
              <a:lnSpc>
                <a:spcPct val="90000"/>
              </a:lnSpc>
              <a:spcBef>
                <a:spcPts val="10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1pPr>
            <a:lvl2pPr marL="685800" indent="-228600" algn="l" defTabSz="914400" rtl="0" eaLnBrk="1" latinLnBrk="0" hangingPunct="1">
              <a:lnSpc>
                <a:spcPct val="90000"/>
              </a:lnSpc>
              <a:spcBef>
                <a:spcPts val="5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2pPr>
            <a:lvl3pPr marL="1143000" indent="-228600" algn="l" defTabSz="914400" rtl="0" eaLnBrk="1" latinLnBrk="0" hangingPunct="1">
              <a:lnSpc>
                <a:spcPct val="90000"/>
              </a:lnSpc>
              <a:spcBef>
                <a:spcPts val="5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3pPr>
            <a:lvl4pPr marL="1600200" indent="-228600" algn="l" defTabSz="914400" rtl="0" eaLnBrk="1" latinLnBrk="0" hangingPunct="1">
              <a:lnSpc>
                <a:spcPct val="90000"/>
              </a:lnSpc>
              <a:spcBef>
                <a:spcPts val="500"/>
              </a:spcBef>
              <a:buClr>
                <a:srgbClr val="507AC2"/>
              </a:buClr>
              <a:buFont typeface="Wingdings" panose="05000000000000000000" pitchFamily="2" charset="2"/>
              <a:buChar char="§"/>
              <a:defRPr sz="1400" kern="1200">
                <a:solidFill>
                  <a:schemeClr val="tx1">
                    <a:alpha val="85000"/>
                  </a:schemeClr>
                </a:solidFill>
                <a:latin typeface="+mn-lt"/>
                <a:ea typeface="+mn-ea"/>
                <a:cs typeface="+mn-cs"/>
              </a:defRPr>
            </a:lvl4pPr>
            <a:lvl5pPr marL="2057400" indent="-228600" algn="l" defTabSz="914400" rtl="0" eaLnBrk="1" latinLnBrk="0" hangingPunct="1">
              <a:lnSpc>
                <a:spcPct val="90000"/>
              </a:lnSpc>
              <a:spcBef>
                <a:spcPts val="500"/>
              </a:spcBef>
              <a:buClr>
                <a:srgbClr val="507AC2"/>
              </a:buClr>
              <a:buFont typeface="Wingdings" panose="05000000000000000000" pitchFamily="2" charset="2"/>
              <a:buChar char="§"/>
              <a:defRPr sz="1400" kern="1200">
                <a:solidFill>
                  <a:schemeClr val="tx1">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GB">
                <a:solidFill>
                  <a:srgbClr val="14274C">
                    <a:alpha val="85000"/>
                  </a:srgbClr>
                </a:solidFill>
                <a:latin typeface="Trebuchet MS"/>
              </a:rPr>
              <a:t>Primary </a:t>
            </a:r>
            <a:r>
              <a:rPr lang="en-GB" err="1">
                <a:solidFill>
                  <a:srgbClr val="14274C">
                    <a:alpha val="85000"/>
                  </a:srgbClr>
                </a:solidFill>
                <a:latin typeface="Trebuchet MS"/>
              </a:rPr>
              <a:t>color</a:t>
            </a:r>
            <a:r>
              <a:rPr lang="en-GB">
                <a:solidFill>
                  <a:srgbClr val="14274C">
                    <a:alpha val="85000"/>
                  </a:srgbClr>
                </a:solidFill>
                <a:latin typeface="Trebuchet MS"/>
              </a:rPr>
              <a:t> palette</a:t>
            </a:r>
            <a:endParaRPr lang="en-BE">
              <a:solidFill>
                <a:srgbClr val="14274C">
                  <a:alpha val="85000"/>
                </a:srgbClr>
              </a:solidFill>
              <a:latin typeface="Trebuchet MS"/>
            </a:endParaRPr>
          </a:p>
        </p:txBody>
      </p:sp>
      <p:sp>
        <p:nvSpPr>
          <p:cNvPr id="180" name="Text Placeholder 12">
            <a:extLst>
              <a:ext uri="{FF2B5EF4-FFF2-40B4-BE49-F238E27FC236}">
                <a16:creationId xmlns:a16="http://schemas.microsoft.com/office/drawing/2014/main" id="{638AA2FA-251B-58FB-2CAA-39FF8BF5166B}"/>
              </a:ext>
            </a:extLst>
          </p:cNvPr>
          <p:cNvSpPr txBox="1">
            <a:spLocks/>
          </p:cNvSpPr>
          <p:nvPr userDrawn="1"/>
        </p:nvSpPr>
        <p:spPr>
          <a:xfrm>
            <a:off x="6214643" y="337056"/>
            <a:ext cx="5022042" cy="515559"/>
          </a:xfrm>
          <a:prstGeom prst="rect">
            <a:avLst/>
          </a:prstGeom>
        </p:spPr>
        <p:txBody>
          <a:bodyPr>
            <a:noAutofit/>
          </a:bodyPr>
          <a:lstStyle>
            <a:lvl1pPr marL="228600" indent="-228600" algn="l" defTabSz="914400" rtl="0" eaLnBrk="1" latinLnBrk="0" hangingPunct="1">
              <a:lnSpc>
                <a:spcPct val="90000"/>
              </a:lnSpc>
              <a:spcBef>
                <a:spcPts val="10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1pPr>
            <a:lvl2pPr marL="685800" indent="-228600" algn="l" defTabSz="914400" rtl="0" eaLnBrk="1" latinLnBrk="0" hangingPunct="1">
              <a:lnSpc>
                <a:spcPct val="90000"/>
              </a:lnSpc>
              <a:spcBef>
                <a:spcPts val="5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2pPr>
            <a:lvl3pPr marL="1143000" indent="-228600" algn="l" defTabSz="914400" rtl="0" eaLnBrk="1" latinLnBrk="0" hangingPunct="1">
              <a:lnSpc>
                <a:spcPct val="90000"/>
              </a:lnSpc>
              <a:spcBef>
                <a:spcPts val="5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3pPr>
            <a:lvl4pPr marL="1600200" indent="-228600" algn="l" defTabSz="914400" rtl="0" eaLnBrk="1" latinLnBrk="0" hangingPunct="1">
              <a:lnSpc>
                <a:spcPct val="90000"/>
              </a:lnSpc>
              <a:spcBef>
                <a:spcPts val="500"/>
              </a:spcBef>
              <a:buClr>
                <a:srgbClr val="507AC2"/>
              </a:buClr>
              <a:buFont typeface="Wingdings" panose="05000000000000000000" pitchFamily="2" charset="2"/>
              <a:buChar char="§"/>
              <a:defRPr sz="1400" kern="1200">
                <a:solidFill>
                  <a:schemeClr val="tx1">
                    <a:alpha val="85000"/>
                  </a:schemeClr>
                </a:solidFill>
                <a:latin typeface="+mn-lt"/>
                <a:ea typeface="+mn-ea"/>
                <a:cs typeface="+mn-cs"/>
              </a:defRPr>
            </a:lvl4pPr>
            <a:lvl5pPr marL="2057400" indent="-228600" algn="l" defTabSz="914400" rtl="0" eaLnBrk="1" latinLnBrk="0" hangingPunct="1">
              <a:lnSpc>
                <a:spcPct val="90000"/>
              </a:lnSpc>
              <a:spcBef>
                <a:spcPts val="500"/>
              </a:spcBef>
              <a:buClr>
                <a:srgbClr val="507AC2"/>
              </a:buClr>
              <a:buFont typeface="Wingdings" panose="05000000000000000000" pitchFamily="2" charset="2"/>
              <a:buChar char="§"/>
              <a:defRPr sz="1400" kern="1200">
                <a:solidFill>
                  <a:schemeClr val="tx1">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GB">
                <a:solidFill>
                  <a:srgbClr val="14274C">
                    <a:alpha val="85000"/>
                  </a:srgbClr>
                </a:solidFill>
                <a:latin typeface="Trebuchet MS"/>
              </a:rPr>
              <a:t>Secondary </a:t>
            </a:r>
            <a:r>
              <a:rPr lang="en-GB" err="1">
                <a:solidFill>
                  <a:srgbClr val="14274C">
                    <a:alpha val="85000"/>
                  </a:srgbClr>
                </a:solidFill>
                <a:latin typeface="Trebuchet MS"/>
              </a:rPr>
              <a:t>color</a:t>
            </a:r>
            <a:r>
              <a:rPr lang="en-GB">
                <a:solidFill>
                  <a:srgbClr val="14274C">
                    <a:alpha val="85000"/>
                  </a:srgbClr>
                </a:solidFill>
                <a:latin typeface="Trebuchet MS"/>
              </a:rPr>
              <a:t> palette</a:t>
            </a:r>
            <a:endParaRPr lang="en-BE">
              <a:solidFill>
                <a:srgbClr val="14274C">
                  <a:alpha val="85000"/>
                </a:srgbClr>
              </a:solidFill>
              <a:latin typeface="Trebuchet MS"/>
            </a:endParaRPr>
          </a:p>
        </p:txBody>
      </p:sp>
    </p:spTree>
    <p:extLst>
      <p:ext uri="{BB962C8B-B14F-4D97-AF65-F5344CB8AC3E}">
        <p14:creationId xmlns:p14="http://schemas.microsoft.com/office/powerpoint/2010/main" val="35080854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entre ico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F3D3D95-8514-A990-EE8B-D97C8DC37050}"/>
              </a:ext>
            </a:extLst>
          </p:cNvPr>
          <p:cNvSpPr txBox="1">
            <a:spLocks/>
          </p:cNvSpPr>
          <p:nvPr userDrawn="1"/>
        </p:nvSpPr>
        <p:spPr>
          <a:xfrm>
            <a:off x="792000" y="602673"/>
            <a:ext cx="10608000" cy="7091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BE" sz="3200" b="1" i="0" u="none" strike="noStrike" kern="1200" cap="none" spc="0" normalizeH="0" baseline="0" noProof="0">
                <a:ln>
                  <a:noFill/>
                </a:ln>
                <a:solidFill>
                  <a:srgbClr val="123F93"/>
                </a:solidFill>
                <a:effectLst/>
                <a:uLnTx/>
                <a:uFillTx/>
                <a:latin typeface="Trebuchet MS"/>
                <a:ea typeface="+mj-ea"/>
                <a:cs typeface="+mj-cs"/>
              </a:rPr>
              <a:t>Center icons</a:t>
            </a:r>
          </a:p>
        </p:txBody>
      </p:sp>
      <p:pic>
        <p:nvPicPr>
          <p:cNvPr id="15" name="Content Placeholder 4">
            <a:extLst>
              <a:ext uri="{FF2B5EF4-FFF2-40B4-BE49-F238E27FC236}">
                <a16:creationId xmlns:a16="http://schemas.microsoft.com/office/drawing/2014/main" id="{FB1E0E4B-96C6-4298-BCDE-2FFFD2ECAB0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293247" y="1996228"/>
            <a:ext cx="1549400" cy="1549400"/>
          </a:xfrm>
          <a:prstGeom prst="rect">
            <a:avLst/>
          </a:prstGeom>
        </p:spPr>
      </p:pic>
      <p:pic>
        <p:nvPicPr>
          <p:cNvPr id="16" name="Graphic 15">
            <a:extLst>
              <a:ext uri="{FF2B5EF4-FFF2-40B4-BE49-F238E27FC236}">
                <a16:creationId xmlns:a16="http://schemas.microsoft.com/office/drawing/2014/main" id="{A4494744-34B9-6390-FCC7-785EC6E304B4}"/>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669948" y="1996228"/>
            <a:ext cx="1549400" cy="1549400"/>
          </a:xfrm>
          <a:prstGeom prst="rect">
            <a:avLst/>
          </a:prstGeom>
        </p:spPr>
      </p:pic>
      <p:pic>
        <p:nvPicPr>
          <p:cNvPr id="17" name="Graphic 16">
            <a:extLst>
              <a:ext uri="{FF2B5EF4-FFF2-40B4-BE49-F238E27FC236}">
                <a16:creationId xmlns:a16="http://schemas.microsoft.com/office/drawing/2014/main" id="{295B9A7D-B692-0AE6-2A54-5500EA2B5063}"/>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6211023" y="2203732"/>
            <a:ext cx="1014536" cy="1052821"/>
          </a:xfrm>
          <a:prstGeom prst="rect">
            <a:avLst/>
          </a:prstGeom>
        </p:spPr>
      </p:pic>
      <p:pic>
        <p:nvPicPr>
          <p:cNvPr id="18" name="Graphic 17">
            <a:extLst>
              <a:ext uri="{FF2B5EF4-FFF2-40B4-BE49-F238E27FC236}">
                <a16:creationId xmlns:a16="http://schemas.microsoft.com/office/drawing/2014/main" id="{8774F6CB-7577-DEEF-26EE-3F35AD64C932}"/>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8497432" y="2203732"/>
            <a:ext cx="499700" cy="1054922"/>
          </a:xfrm>
          <a:prstGeom prst="rect">
            <a:avLst/>
          </a:prstGeom>
        </p:spPr>
      </p:pic>
      <p:pic>
        <p:nvPicPr>
          <p:cNvPr id="19" name="Graphic 18">
            <a:extLst>
              <a:ext uri="{FF2B5EF4-FFF2-40B4-BE49-F238E27FC236}">
                <a16:creationId xmlns:a16="http://schemas.microsoft.com/office/drawing/2014/main" id="{2DEA601F-1215-F2C8-6D36-87C64890827E}"/>
              </a:ext>
            </a:extLst>
          </p:cNvPr>
          <p:cNvPicPr>
            <a:picLocks noChangeAspect="1"/>
          </p:cNvPicPr>
          <p:nvPr userDrawn="1"/>
        </p:nvPicPr>
        <p:blipFill>
          <a:blip r:embed="rId10">
            <a:extLst>
              <a:ext uri="{96DAC541-7B7A-43D3-8B79-37D633B846F1}">
                <asvg:svgBlip xmlns:asvg="http://schemas.microsoft.com/office/drawing/2016/SVG/main" r:embed="rId11"/>
              </a:ext>
            </a:extLst>
          </a:blip>
          <a:srcRect/>
          <a:stretch/>
        </p:blipFill>
        <p:spPr>
          <a:xfrm>
            <a:off x="4034558" y="3800480"/>
            <a:ext cx="820180" cy="1024067"/>
          </a:xfrm>
          <a:prstGeom prst="rect">
            <a:avLst/>
          </a:prstGeom>
        </p:spPr>
      </p:pic>
      <p:pic>
        <p:nvPicPr>
          <p:cNvPr id="20" name="Graphic 19">
            <a:extLst>
              <a:ext uri="{FF2B5EF4-FFF2-40B4-BE49-F238E27FC236}">
                <a16:creationId xmlns:a16="http://schemas.microsoft.com/office/drawing/2014/main" id="{486BAD54-6825-C301-0E82-8C28071048B7}"/>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9883924" y="2109263"/>
            <a:ext cx="1303851" cy="1303851"/>
          </a:xfrm>
          <a:prstGeom prst="rect">
            <a:avLst/>
          </a:prstGeom>
        </p:spPr>
      </p:pic>
      <p:pic>
        <p:nvPicPr>
          <p:cNvPr id="21" name="Graphic 20">
            <a:extLst>
              <a:ext uri="{FF2B5EF4-FFF2-40B4-BE49-F238E27FC236}">
                <a16:creationId xmlns:a16="http://schemas.microsoft.com/office/drawing/2014/main" id="{3D5C64B9-A972-826B-6851-79F9CE3A903F}"/>
              </a:ext>
            </a:extLst>
          </p:cNvPr>
          <p:cNvPicPr>
            <a:picLocks noChangeAspect="1"/>
          </p:cNvPicPr>
          <p:nvPr userDrawn="1"/>
        </p:nvPicPr>
        <p:blipFill>
          <a:blip r:embed="rId14">
            <a:extLst>
              <a:ext uri="{96DAC541-7B7A-43D3-8B79-37D633B846F1}">
                <asvg:svgBlip xmlns:asvg="http://schemas.microsoft.com/office/drawing/2016/SVG/main" r:embed="rId15"/>
              </a:ext>
            </a:extLst>
          </a:blip>
          <a:srcRect/>
          <a:stretch/>
        </p:blipFill>
        <p:spPr>
          <a:xfrm>
            <a:off x="1293247" y="3537814"/>
            <a:ext cx="1549401" cy="1549401"/>
          </a:xfrm>
          <a:prstGeom prst="rect">
            <a:avLst/>
          </a:prstGeom>
        </p:spPr>
      </p:pic>
      <p:pic>
        <p:nvPicPr>
          <p:cNvPr id="22" name="Graphic 21">
            <a:extLst>
              <a:ext uri="{FF2B5EF4-FFF2-40B4-BE49-F238E27FC236}">
                <a16:creationId xmlns:a16="http://schemas.microsoft.com/office/drawing/2014/main" id="{D2D6ECE4-1219-E212-7464-A63ED974C46B}"/>
              </a:ext>
            </a:extLst>
          </p:cNvPr>
          <p:cNvPicPr>
            <a:picLocks noChangeAspect="1"/>
          </p:cNvPicPr>
          <p:nvPr userDrawn="1"/>
        </p:nvPicPr>
        <p:blipFill>
          <a:blip r:embed="rId16">
            <a:extLst>
              <a:ext uri="{96DAC541-7B7A-43D3-8B79-37D633B846F1}">
                <asvg:svgBlip xmlns:asvg="http://schemas.microsoft.com/office/drawing/2016/SVG/main" r:embed="rId17"/>
              </a:ext>
            </a:extLst>
          </a:blip>
          <a:srcRect/>
          <a:stretch/>
        </p:blipFill>
        <p:spPr>
          <a:xfrm>
            <a:off x="5943591" y="3537813"/>
            <a:ext cx="1549400" cy="1549400"/>
          </a:xfrm>
          <a:prstGeom prst="rect">
            <a:avLst/>
          </a:prstGeom>
        </p:spPr>
      </p:pic>
      <p:pic>
        <p:nvPicPr>
          <p:cNvPr id="23" name="Graphic 22">
            <a:extLst>
              <a:ext uri="{FF2B5EF4-FFF2-40B4-BE49-F238E27FC236}">
                <a16:creationId xmlns:a16="http://schemas.microsoft.com/office/drawing/2014/main" id="{FE2C7D8B-ACBC-61B9-0CDB-6D7A274B9FE0}"/>
              </a:ext>
            </a:extLst>
          </p:cNvPr>
          <p:cNvPicPr>
            <a:picLocks noChangeAspect="1"/>
          </p:cNvPicPr>
          <p:nvPr userDrawn="1"/>
        </p:nvPicPr>
        <p:blipFill>
          <a:blip r:embed="rId18">
            <a:extLst>
              <a:ext uri="{96DAC541-7B7A-43D3-8B79-37D633B846F1}">
                <asvg:svgBlip xmlns:asvg="http://schemas.microsoft.com/office/drawing/2016/SVG/main" r:embed="rId19"/>
              </a:ext>
            </a:extLst>
          </a:blip>
          <a:srcRect/>
          <a:stretch/>
        </p:blipFill>
        <p:spPr>
          <a:xfrm>
            <a:off x="8564076" y="3796174"/>
            <a:ext cx="366412" cy="1128166"/>
          </a:xfrm>
          <a:prstGeom prst="rect">
            <a:avLst/>
          </a:prstGeom>
        </p:spPr>
      </p:pic>
      <p:pic>
        <p:nvPicPr>
          <p:cNvPr id="24" name="Graphic 23">
            <a:extLst>
              <a:ext uri="{FF2B5EF4-FFF2-40B4-BE49-F238E27FC236}">
                <a16:creationId xmlns:a16="http://schemas.microsoft.com/office/drawing/2014/main" id="{D3478DE1-EE8D-F47E-1650-E58E6D3A7BE2}"/>
              </a:ext>
            </a:extLst>
          </p:cNvPr>
          <p:cNvPicPr>
            <a:picLocks noChangeAspect="1"/>
          </p:cNvPicPr>
          <p:nvPr userDrawn="1"/>
        </p:nvPicPr>
        <p:blipFill>
          <a:blip r:embed="rId20">
            <a:extLst>
              <a:ext uri="{96DAC541-7B7A-43D3-8B79-37D633B846F1}">
                <asvg:svgBlip xmlns:asvg="http://schemas.microsoft.com/office/drawing/2016/SVG/main" r:embed="rId21"/>
              </a:ext>
            </a:extLst>
          </a:blip>
          <a:srcRect/>
          <a:stretch/>
        </p:blipFill>
        <p:spPr>
          <a:xfrm>
            <a:off x="9942008" y="3661238"/>
            <a:ext cx="1303851" cy="1187336"/>
          </a:xfrm>
          <a:prstGeom prst="rect">
            <a:avLst/>
          </a:prstGeom>
        </p:spPr>
      </p:pic>
    </p:spTree>
    <p:extLst>
      <p:ext uri="{BB962C8B-B14F-4D97-AF65-F5344CB8AC3E}">
        <p14:creationId xmlns:p14="http://schemas.microsoft.com/office/powerpoint/2010/main" val="35371415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 library 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256DE87-30A4-1D6A-71ED-497F79139F71}"/>
              </a:ext>
            </a:extLst>
          </p:cNvPr>
          <p:cNvSpPr txBox="1">
            <a:spLocks/>
          </p:cNvSpPr>
          <p:nvPr userDrawn="1"/>
        </p:nvSpPr>
        <p:spPr>
          <a:xfrm>
            <a:off x="792000" y="602673"/>
            <a:ext cx="10608000" cy="7091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BE" sz="3200" b="1" i="0" u="none" strike="noStrike" kern="1200" cap="none" spc="0" normalizeH="0" baseline="0" noProof="0">
                <a:ln>
                  <a:noFill/>
                </a:ln>
                <a:solidFill>
                  <a:srgbClr val="123F93"/>
                </a:solidFill>
                <a:effectLst/>
                <a:uLnTx/>
                <a:uFillTx/>
                <a:latin typeface="Trebuchet MS"/>
                <a:ea typeface="+mj-ea"/>
                <a:cs typeface="+mj-cs"/>
              </a:rPr>
              <a:t>Icon library</a:t>
            </a:r>
          </a:p>
        </p:txBody>
      </p:sp>
      <p:sp>
        <p:nvSpPr>
          <p:cNvPr id="4" name="Content Placeholder 3">
            <a:extLst>
              <a:ext uri="{FF2B5EF4-FFF2-40B4-BE49-F238E27FC236}">
                <a16:creationId xmlns:a16="http://schemas.microsoft.com/office/drawing/2014/main" id="{41BF4877-2257-8FDE-AF24-4183DAFE7DE6}"/>
              </a:ext>
            </a:extLst>
          </p:cNvPr>
          <p:cNvSpPr txBox="1">
            <a:spLocks/>
          </p:cNvSpPr>
          <p:nvPr userDrawn="1"/>
        </p:nvSpPr>
        <p:spPr>
          <a:xfrm>
            <a:off x="792000" y="1370911"/>
            <a:ext cx="10608000" cy="361771"/>
          </a:xfrm>
          <a:prstGeom prst="rect">
            <a:avLst/>
          </a:prstGeom>
        </p:spPr>
        <p:txBody>
          <a:bodyPr anchor="ctr">
            <a:normAutofit fontScale="92500" lnSpcReduction="10000"/>
          </a:bodyPr>
          <a:lstStyle>
            <a:lvl1pPr marL="0" indent="0" algn="l" defTabSz="914400" rtl="0" eaLnBrk="1" latinLnBrk="0" hangingPunct="1">
              <a:lnSpc>
                <a:spcPct val="114000"/>
              </a:lnSpc>
              <a:spcBef>
                <a:spcPts val="1000"/>
              </a:spcBef>
              <a:buClr>
                <a:srgbClr val="507AC2"/>
              </a:buClr>
              <a:buFont typeface="Wingdings" panose="05000000000000000000" pitchFamily="2" charset="2"/>
              <a:buNone/>
              <a:defRPr sz="2000" b="0" kern="1200">
                <a:solidFill>
                  <a:srgbClr val="507AC2"/>
                </a:solidFill>
                <a:latin typeface="+mn-lt"/>
                <a:ea typeface="+mn-ea"/>
                <a:cs typeface="+mn-cs"/>
              </a:defRPr>
            </a:lvl1pPr>
            <a:lvl2pPr marL="457200" indent="0" algn="l" defTabSz="914400" rtl="0" eaLnBrk="1" latinLnBrk="0" hangingPunct="1">
              <a:lnSpc>
                <a:spcPct val="114000"/>
              </a:lnSpc>
              <a:spcBef>
                <a:spcPts val="500"/>
              </a:spcBef>
              <a:buClr>
                <a:srgbClr val="507AC2"/>
              </a:buClr>
              <a:buFont typeface="Wingdings" panose="05000000000000000000" pitchFamily="2" charset="2"/>
              <a:buNone/>
              <a:defRPr sz="2000" b="1" kern="1200">
                <a:solidFill>
                  <a:srgbClr val="00205F">
                    <a:alpha val="85000"/>
                  </a:srgbClr>
                </a:solidFill>
                <a:latin typeface="+mn-lt"/>
                <a:ea typeface="+mn-ea"/>
                <a:cs typeface="+mn-cs"/>
              </a:defRPr>
            </a:lvl2pPr>
            <a:lvl3pPr marL="914400" indent="0" algn="l" defTabSz="914400" rtl="0" eaLnBrk="1" latinLnBrk="0" hangingPunct="1">
              <a:lnSpc>
                <a:spcPct val="114000"/>
              </a:lnSpc>
              <a:spcBef>
                <a:spcPts val="500"/>
              </a:spcBef>
              <a:buClr>
                <a:srgbClr val="507AC2"/>
              </a:buClr>
              <a:buFont typeface="Wingdings" panose="05000000000000000000" pitchFamily="2" charset="2"/>
              <a:buNone/>
              <a:defRPr sz="1800" b="1" kern="1200">
                <a:solidFill>
                  <a:srgbClr val="00205F">
                    <a:alpha val="85000"/>
                  </a:srgbClr>
                </a:solidFill>
                <a:latin typeface="+mn-lt"/>
                <a:ea typeface="+mn-ea"/>
                <a:cs typeface="+mn-cs"/>
              </a:defRPr>
            </a:lvl3pPr>
            <a:lvl4pPr marL="13716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4pPr>
            <a:lvl5pPr marL="18288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114000"/>
              </a:lnSpc>
              <a:spcBef>
                <a:spcPts val="1000"/>
              </a:spcBef>
              <a:spcAft>
                <a:spcPts val="0"/>
              </a:spcAft>
              <a:buClr>
                <a:srgbClr val="507AC2"/>
              </a:buClr>
              <a:buSzTx/>
              <a:buFont typeface="Wingdings" panose="05000000000000000000" pitchFamily="2" charset="2"/>
              <a:buNone/>
              <a:tabLst/>
              <a:defRPr/>
            </a:pPr>
            <a:r>
              <a:rPr kumimoji="0" lang="en-US" sz="1800" b="0" i="0" u="none" strike="noStrike" kern="1200" cap="none" spc="0" normalizeH="0" baseline="0" noProof="0">
                <a:ln>
                  <a:noFill/>
                </a:ln>
                <a:solidFill>
                  <a:srgbClr val="507AC2"/>
                </a:solidFill>
                <a:effectLst/>
                <a:uLnTx/>
                <a:uFillTx/>
                <a:latin typeface="Trebuchet MS"/>
                <a:ea typeface="+mn-ea"/>
                <a:cs typeface="+mn-cs"/>
              </a:rPr>
              <a:t>Change icon color: click on graphic &gt; graphics format &gt; graphics fill</a:t>
            </a:r>
            <a:endParaRPr kumimoji="0" lang="en-BE" sz="1800" b="0" i="0" u="none" strike="noStrike" kern="1200" cap="none" spc="0" normalizeH="0" baseline="0" noProof="0">
              <a:ln>
                <a:noFill/>
              </a:ln>
              <a:solidFill>
                <a:srgbClr val="507AC2"/>
              </a:solidFill>
              <a:effectLst/>
              <a:uLnTx/>
              <a:uFillTx/>
              <a:latin typeface="Trebuchet MS"/>
              <a:ea typeface="+mn-ea"/>
              <a:cs typeface="+mn-cs"/>
            </a:endParaRPr>
          </a:p>
        </p:txBody>
      </p:sp>
      <p:pic>
        <p:nvPicPr>
          <p:cNvPr id="5" name="Graphic 4">
            <a:extLst>
              <a:ext uri="{FF2B5EF4-FFF2-40B4-BE49-F238E27FC236}">
                <a16:creationId xmlns:a16="http://schemas.microsoft.com/office/drawing/2014/main" id="{E9535C73-9147-3146-011B-DF2D9A6B00E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69743" y="3677778"/>
            <a:ext cx="366000" cy="540000"/>
          </a:xfrm>
          <a:prstGeom prst="rect">
            <a:avLst/>
          </a:prstGeom>
        </p:spPr>
      </p:pic>
      <p:pic>
        <p:nvPicPr>
          <p:cNvPr id="6" name="Graphic 5">
            <a:extLst>
              <a:ext uri="{FF2B5EF4-FFF2-40B4-BE49-F238E27FC236}">
                <a16:creationId xmlns:a16="http://schemas.microsoft.com/office/drawing/2014/main" id="{573FE5C6-E870-71E3-0B31-993F3661507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331117" y="2833333"/>
            <a:ext cx="540000" cy="540000"/>
          </a:xfrm>
          <a:prstGeom prst="rect">
            <a:avLst/>
          </a:prstGeom>
        </p:spPr>
      </p:pic>
      <p:pic>
        <p:nvPicPr>
          <p:cNvPr id="7" name="Graphic 6">
            <a:extLst>
              <a:ext uri="{FF2B5EF4-FFF2-40B4-BE49-F238E27FC236}">
                <a16:creationId xmlns:a16="http://schemas.microsoft.com/office/drawing/2014/main" id="{5B4964F8-8290-5F1E-C0D7-BDF3239F8CA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21316" y="3683026"/>
            <a:ext cx="552632" cy="540000"/>
          </a:xfrm>
          <a:prstGeom prst="rect">
            <a:avLst/>
          </a:prstGeom>
        </p:spPr>
      </p:pic>
      <p:pic>
        <p:nvPicPr>
          <p:cNvPr id="8" name="Graphic 7">
            <a:extLst>
              <a:ext uri="{FF2B5EF4-FFF2-40B4-BE49-F238E27FC236}">
                <a16:creationId xmlns:a16="http://schemas.microsoft.com/office/drawing/2014/main" id="{6B362802-5E69-2F9C-D4D1-8A2828C043F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682798" y="2833333"/>
            <a:ext cx="678427" cy="540000"/>
          </a:xfrm>
          <a:prstGeom prst="rect">
            <a:avLst/>
          </a:prstGeom>
        </p:spPr>
      </p:pic>
      <p:pic>
        <p:nvPicPr>
          <p:cNvPr id="9" name="Graphic 8">
            <a:extLst>
              <a:ext uri="{FF2B5EF4-FFF2-40B4-BE49-F238E27FC236}">
                <a16:creationId xmlns:a16="http://schemas.microsoft.com/office/drawing/2014/main" id="{05E765FB-A416-FCAA-AD97-230AA749E548}"/>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0568868" y="2833333"/>
            <a:ext cx="519231" cy="540000"/>
          </a:xfrm>
          <a:prstGeom prst="rect">
            <a:avLst/>
          </a:prstGeom>
        </p:spPr>
      </p:pic>
      <p:pic>
        <p:nvPicPr>
          <p:cNvPr id="10" name="Graphic 9">
            <a:extLst>
              <a:ext uri="{FF2B5EF4-FFF2-40B4-BE49-F238E27FC236}">
                <a16:creationId xmlns:a16="http://schemas.microsoft.com/office/drawing/2014/main" id="{DDDE9D4B-70DB-0574-4A53-1A3BFD4838E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763593" y="3677778"/>
            <a:ext cx="690670" cy="540000"/>
          </a:xfrm>
          <a:prstGeom prst="rect">
            <a:avLst/>
          </a:prstGeom>
        </p:spPr>
      </p:pic>
      <p:pic>
        <p:nvPicPr>
          <p:cNvPr id="11" name="Graphic 10">
            <a:extLst>
              <a:ext uri="{FF2B5EF4-FFF2-40B4-BE49-F238E27FC236}">
                <a16:creationId xmlns:a16="http://schemas.microsoft.com/office/drawing/2014/main" id="{E249B999-41D8-FCE3-932E-86FF4EFDB690}"/>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812655" y="2833333"/>
            <a:ext cx="552273" cy="540000"/>
          </a:xfrm>
          <a:prstGeom prst="rect">
            <a:avLst/>
          </a:prstGeom>
        </p:spPr>
      </p:pic>
      <p:pic>
        <p:nvPicPr>
          <p:cNvPr id="12" name="Graphic 11">
            <a:extLst>
              <a:ext uri="{FF2B5EF4-FFF2-40B4-BE49-F238E27FC236}">
                <a16:creationId xmlns:a16="http://schemas.microsoft.com/office/drawing/2014/main" id="{2252876B-4A7D-7A08-F1AC-C121A1F79085}"/>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3023168" y="3677778"/>
            <a:ext cx="552632" cy="540000"/>
          </a:xfrm>
          <a:prstGeom prst="rect">
            <a:avLst/>
          </a:prstGeom>
        </p:spPr>
      </p:pic>
      <p:pic>
        <p:nvPicPr>
          <p:cNvPr id="13" name="Graphic 12">
            <a:extLst>
              <a:ext uri="{FF2B5EF4-FFF2-40B4-BE49-F238E27FC236}">
                <a16:creationId xmlns:a16="http://schemas.microsoft.com/office/drawing/2014/main" id="{47DD7CDC-4BD5-6E3D-5F5A-6359CF346264}"/>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9072230" y="2807993"/>
            <a:ext cx="540000" cy="540000"/>
          </a:xfrm>
          <a:prstGeom prst="rect">
            <a:avLst/>
          </a:prstGeom>
        </p:spPr>
      </p:pic>
      <p:pic>
        <p:nvPicPr>
          <p:cNvPr id="14" name="Graphic 13">
            <a:extLst>
              <a:ext uri="{FF2B5EF4-FFF2-40B4-BE49-F238E27FC236}">
                <a16:creationId xmlns:a16="http://schemas.microsoft.com/office/drawing/2014/main" id="{648268AE-55F8-4FF6-09C5-EF1F6F8C4762}"/>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1538177" y="3683026"/>
            <a:ext cx="541031" cy="540000"/>
          </a:xfrm>
          <a:prstGeom prst="rect">
            <a:avLst/>
          </a:prstGeom>
        </p:spPr>
      </p:pic>
      <p:pic>
        <p:nvPicPr>
          <p:cNvPr id="15" name="Graphic 14">
            <a:extLst>
              <a:ext uri="{FF2B5EF4-FFF2-40B4-BE49-F238E27FC236}">
                <a16:creationId xmlns:a16="http://schemas.microsoft.com/office/drawing/2014/main" id="{F77A2FD2-A8C1-3971-A7DD-4F2AF5FA3C1D}"/>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4642056" y="3669590"/>
            <a:ext cx="434562" cy="540000"/>
          </a:xfrm>
          <a:prstGeom prst="rect">
            <a:avLst/>
          </a:prstGeom>
        </p:spPr>
      </p:pic>
      <p:pic>
        <p:nvPicPr>
          <p:cNvPr id="16" name="Graphic 15">
            <a:extLst>
              <a:ext uri="{FF2B5EF4-FFF2-40B4-BE49-F238E27FC236}">
                <a16:creationId xmlns:a16="http://schemas.microsoft.com/office/drawing/2014/main" id="{CCA4B9BD-B762-17A0-81EE-D09DAB3914AC}"/>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5941685" y="2833333"/>
            <a:ext cx="540000" cy="540000"/>
          </a:xfrm>
          <a:prstGeom prst="rect">
            <a:avLst/>
          </a:prstGeom>
        </p:spPr>
      </p:pic>
      <p:pic>
        <p:nvPicPr>
          <p:cNvPr id="17" name="Graphic 16">
            <a:extLst>
              <a:ext uri="{FF2B5EF4-FFF2-40B4-BE49-F238E27FC236}">
                <a16:creationId xmlns:a16="http://schemas.microsoft.com/office/drawing/2014/main" id="{8C18D4DD-CAEC-E156-10EB-86BD902FDC55}"/>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5222297" y="1990364"/>
            <a:ext cx="540000" cy="540000"/>
          </a:xfrm>
          <a:prstGeom prst="rect">
            <a:avLst/>
          </a:prstGeom>
        </p:spPr>
      </p:pic>
      <p:pic>
        <p:nvPicPr>
          <p:cNvPr id="18" name="Graphic 17">
            <a:extLst>
              <a:ext uri="{FF2B5EF4-FFF2-40B4-BE49-F238E27FC236}">
                <a16:creationId xmlns:a16="http://schemas.microsoft.com/office/drawing/2014/main" id="{A067B397-090D-930E-7033-1F31F6072396}"/>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9626168" y="1983640"/>
            <a:ext cx="540000" cy="540000"/>
          </a:xfrm>
          <a:prstGeom prst="rect">
            <a:avLst/>
          </a:prstGeom>
        </p:spPr>
      </p:pic>
      <p:pic>
        <p:nvPicPr>
          <p:cNvPr id="19" name="Graphic 18">
            <a:extLst>
              <a:ext uri="{FF2B5EF4-FFF2-40B4-BE49-F238E27FC236}">
                <a16:creationId xmlns:a16="http://schemas.microsoft.com/office/drawing/2014/main" id="{17604E81-D849-9740-4369-71A8A83CBEBA}"/>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5222297" y="2833333"/>
            <a:ext cx="540000" cy="540000"/>
          </a:xfrm>
          <a:prstGeom prst="rect">
            <a:avLst/>
          </a:prstGeom>
        </p:spPr>
      </p:pic>
      <p:pic>
        <p:nvPicPr>
          <p:cNvPr id="20" name="Graphic 19">
            <a:extLst>
              <a:ext uri="{FF2B5EF4-FFF2-40B4-BE49-F238E27FC236}">
                <a16:creationId xmlns:a16="http://schemas.microsoft.com/office/drawing/2014/main" id="{E37C975E-FB0C-46DA-4E2C-D73F793D1289}"/>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791839" y="2833333"/>
            <a:ext cx="540000" cy="540000"/>
          </a:xfrm>
          <a:prstGeom prst="rect">
            <a:avLst/>
          </a:prstGeom>
        </p:spPr>
      </p:pic>
      <p:pic>
        <p:nvPicPr>
          <p:cNvPr id="21" name="Graphic 20">
            <a:extLst>
              <a:ext uri="{FF2B5EF4-FFF2-40B4-BE49-F238E27FC236}">
                <a16:creationId xmlns:a16="http://schemas.microsoft.com/office/drawing/2014/main" id="{6323E04F-D192-BFBE-8E76-C1F3966341EC}"/>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4504018" y="2833333"/>
            <a:ext cx="540000" cy="540000"/>
          </a:xfrm>
          <a:prstGeom prst="rect">
            <a:avLst/>
          </a:prstGeom>
        </p:spPr>
      </p:pic>
      <p:sp>
        <p:nvSpPr>
          <p:cNvPr id="22" name="Freeform 222">
            <a:extLst>
              <a:ext uri="{FF2B5EF4-FFF2-40B4-BE49-F238E27FC236}">
                <a16:creationId xmlns:a16="http://schemas.microsoft.com/office/drawing/2014/main" id="{169DBC6F-2409-990A-2242-CB3BFF5A5ECB}"/>
              </a:ext>
            </a:extLst>
          </p:cNvPr>
          <p:cNvSpPr/>
          <p:nvPr userDrawn="1"/>
        </p:nvSpPr>
        <p:spPr>
          <a:xfrm>
            <a:off x="10357645" y="1983640"/>
            <a:ext cx="540000" cy="540000"/>
          </a:xfrm>
          <a:custGeom>
            <a:avLst/>
            <a:gdLst>
              <a:gd name="connsiteX0" fmla="*/ 0 w 540000"/>
              <a:gd name="connsiteY0" fmla="*/ 0 h 540000"/>
              <a:gd name="connsiteX1" fmla="*/ 540000 w 540000"/>
              <a:gd name="connsiteY1" fmla="*/ 0 h 540000"/>
              <a:gd name="connsiteX2" fmla="*/ 540000 w 540000"/>
              <a:gd name="connsiteY2" fmla="*/ 540000 h 540000"/>
              <a:gd name="connsiteX3" fmla="*/ 0 w 540000"/>
              <a:gd name="connsiteY3" fmla="*/ 540000 h 540000"/>
            </a:gdLst>
            <a:ahLst/>
            <a:cxnLst>
              <a:cxn ang="0">
                <a:pos x="connsiteX0" y="connsiteY0"/>
              </a:cxn>
              <a:cxn ang="0">
                <a:pos x="connsiteX1" y="connsiteY1"/>
              </a:cxn>
              <a:cxn ang="0">
                <a:pos x="connsiteX2" y="connsiteY2"/>
              </a:cxn>
              <a:cxn ang="0">
                <a:pos x="connsiteX3" y="connsiteY3"/>
              </a:cxn>
            </a:cxnLst>
            <a:rect l="l" t="t" r="r" b="b"/>
            <a:pathLst>
              <a:path w="540000" h="540000">
                <a:moveTo>
                  <a:pt x="0" y="0"/>
                </a:moveTo>
                <a:lnTo>
                  <a:pt x="540000" y="0"/>
                </a:lnTo>
                <a:lnTo>
                  <a:pt x="540000" y="540000"/>
                </a:lnTo>
                <a:lnTo>
                  <a:pt x="0" y="540000"/>
                </a:lnTo>
                <a:close/>
              </a:path>
            </a:pathLst>
          </a:custGeom>
          <a:noFill/>
          <a:ln w="2084" cap="flat">
            <a:noFill/>
            <a:prstDash val="solid"/>
            <a:miter/>
          </a:ln>
        </p:spPr>
        <p:txBody>
          <a:bodyPr rtlCol="0" anchor="ctr"/>
          <a:lstStyle/>
          <a:p>
            <a:endParaRPr lang="en-BE">
              <a:solidFill>
                <a:srgbClr val="14274C"/>
              </a:solidFill>
              <a:latin typeface="Trebuchet MS"/>
            </a:endParaRPr>
          </a:p>
        </p:txBody>
      </p:sp>
      <p:pic>
        <p:nvPicPr>
          <p:cNvPr id="23" name="Graphic 22">
            <a:extLst>
              <a:ext uri="{FF2B5EF4-FFF2-40B4-BE49-F238E27FC236}">
                <a16:creationId xmlns:a16="http://schemas.microsoft.com/office/drawing/2014/main" id="{3CD8C81A-16BF-DC9F-FADF-6826A8A5D87E}"/>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3023168" y="2833333"/>
            <a:ext cx="540000" cy="540000"/>
          </a:xfrm>
          <a:prstGeom prst="rect">
            <a:avLst/>
          </a:prstGeom>
        </p:spPr>
      </p:pic>
      <p:pic>
        <p:nvPicPr>
          <p:cNvPr id="24" name="Graphic 23">
            <a:extLst>
              <a:ext uri="{FF2B5EF4-FFF2-40B4-BE49-F238E27FC236}">
                <a16:creationId xmlns:a16="http://schemas.microsoft.com/office/drawing/2014/main" id="{6767A8B4-3092-7701-ED17-712781670695}"/>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6674369" y="2011628"/>
            <a:ext cx="540000" cy="540000"/>
          </a:xfrm>
          <a:prstGeom prst="rect">
            <a:avLst/>
          </a:prstGeom>
        </p:spPr>
      </p:pic>
      <p:pic>
        <p:nvPicPr>
          <p:cNvPr id="25" name="Graphic 24">
            <a:extLst>
              <a:ext uri="{FF2B5EF4-FFF2-40B4-BE49-F238E27FC236}">
                <a16:creationId xmlns:a16="http://schemas.microsoft.com/office/drawing/2014/main" id="{20E70BE4-1914-6981-383F-7D6C22667625}"/>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8148372" y="1983640"/>
            <a:ext cx="540000" cy="540000"/>
          </a:xfrm>
          <a:prstGeom prst="rect">
            <a:avLst/>
          </a:prstGeom>
        </p:spPr>
      </p:pic>
      <p:pic>
        <p:nvPicPr>
          <p:cNvPr id="26" name="Graphic 25">
            <a:extLst>
              <a:ext uri="{FF2B5EF4-FFF2-40B4-BE49-F238E27FC236}">
                <a16:creationId xmlns:a16="http://schemas.microsoft.com/office/drawing/2014/main" id="{7406B4A9-2796-F7C4-30F4-A7F6B5F34B15}"/>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8894691" y="2011628"/>
            <a:ext cx="540000" cy="540000"/>
          </a:xfrm>
          <a:prstGeom prst="rect">
            <a:avLst/>
          </a:prstGeom>
        </p:spPr>
      </p:pic>
      <p:pic>
        <p:nvPicPr>
          <p:cNvPr id="27" name="Graphic 26">
            <a:extLst>
              <a:ext uri="{FF2B5EF4-FFF2-40B4-BE49-F238E27FC236}">
                <a16:creationId xmlns:a16="http://schemas.microsoft.com/office/drawing/2014/main" id="{A7B8F386-40E8-7760-8D2C-6FCFF01C9537}"/>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3763593" y="2833333"/>
            <a:ext cx="540000" cy="540000"/>
          </a:xfrm>
          <a:prstGeom prst="rect">
            <a:avLst/>
          </a:prstGeom>
        </p:spPr>
      </p:pic>
      <p:pic>
        <p:nvPicPr>
          <p:cNvPr id="28" name="Graphic 27">
            <a:extLst>
              <a:ext uri="{FF2B5EF4-FFF2-40B4-BE49-F238E27FC236}">
                <a16:creationId xmlns:a16="http://schemas.microsoft.com/office/drawing/2014/main" id="{E6AE867C-0080-AB50-3733-2A1B57EC71ED}"/>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7405846" y="1997076"/>
            <a:ext cx="540000" cy="540000"/>
          </a:xfrm>
          <a:prstGeom prst="rect">
            <a:avLst/>
          </a:prstGeom>
        </p:spPr>
      </p:pic>
      <p:pic>
        <p:nvPicPr>
          <p:cNvPr id="29" name="Graphic 28">
            <a:extLst>
              <a:ext uri="{FF2B5EF4-FFF2-40B4-BE49-F238E27FC236}">
                <a16:creationId xmlns:a16="http://schemas.microsoft.com/office/drawing/2014/main" id="{13E63B16-9881-AEA5-F35E-6F25DE3E4580}"/>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2282743" y="2833333"/>
            <a:ext cx="540000" cy="540000"/>
          </a:xfrm>
          <a:prstGeom prst="rect">
            <a:avLst/>
          </a:prstGeom>
        </p:spPr>
      </p:pic>
      <p:pic>
        <p:nvPicPr>
          <p:cNvPr id="30" name="Graphic 29">
            <a:extLst>
              <a:ext uri="{FF2B5EF4-FFF2-40B4-BE49-F238E27FC236}">
                <a16:creationId xmlns:a16="http://schemas.microsoft.com/office/drawing/2014/main" id="{39ACFC39-2E3E-9711-3B65-839108DBE6E7}"/>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4506615" y="1997076"/>
            <a:ext cx="540000" cy="540000"/>
          </a:xfrm>
          <a:prstGeom prst="rect">
            <a:avLst/>
          </a:prstGeom>
        </p:spPr>
      </p:pic>
      <p:pic>
        <p:nvPicPr>
          <p:cNvPr id="31" name="Graphic 30">
            <a:extLst>
              <a:ext uri="{FF2B5EF4-FFF2-40B4-BE49-F238E27FC236}">
                <a16:creationId xmlns:a16="http://schemas.microsoft.com/office/drawing/2014/main" id="{D17F61DA-5BE8-145D-F028-8076E9AEBD35}"/>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3027309" y="1988888"/>
            <a:ext cx="540000" cy="540000"/>
          </a:xfrm>
          <a:prstGeom prst="rect">
            <a:avLst/>
          </a:prstGeom>
        </p:spPr>
      </p:pic>
      <p:pic>
        <p:nvPicPr>
          <p:cNvPr id="32" name="Graphic 31">
            <a:extLst>
              <a:ext uri="{FF2B5EF4-FFF2-40B4-BE49-F238E27FC236}">
                <a16:creationId xmlns:a16="http://schemas.microsoft.com/office/drawing/2014/main" id="{96F9B477-0F46-C29C-273C-B7E365B8163B}"/>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1538177" y="2833333"/>
            <a:ext cx="540000" cy="540000"/>
          </a:xfrm>
          <a:prstGeom prst="rect">
            <a:avLst/>
          </a:prstGeom>
        </p:spPr>
      </p:pic>
      <p:pic>
        <p:nvPicPr>
          <p:cNvPr id="33" name="Graphic 32">
            <a:extLst>
              <a:ext uri="{FF2B5EF4-FFF2-40B4-BE49-F238E27FC236}">
                <a16:creationId xmlns:a16="http://schemas.microsoft.com/office/drawing/2014/main" id="{C38A33A8-F84F-F8C2-51C4-03DFF9718073}"/>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10372487" y="1985885"/>
            <a:ext cx="540000" cy="540000"/>
          </a:xfrm>
          <a:prstGeom prst="rect">
            <a:avLst/>
          </a:prstGeom>
        </p:spPr>
      </p:pic>
      <p:pic>
        <p:nvPicPr>
          <p:cNvPr id="34" name="Graphic 33">
            <a:extLst>
              <a:ext uri="{FF2B5EF4-FFF2-40B4-BE49-F238E27FC236}">
                <a16:creationId xmlns:a16="http://schemas.microsoft.com/office/drawing/2014/main" id="{E83FAD38-2AAC-A140-8715-AA35A7D5A3F4}"/>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3767977" y="1983640"/>
            <a:ext cx="540000" cy="540000"/>
          </a:xfrm>
          <a:prstGeom prst="rect">
            <a:avLst/>
          </a:prstGeom>
        </p:spPr>
      </p:pic>
      <p:pic>
        <p:nvPicPr>
          <p:cNvPr id="35" name="Graphic 34">
            <a:extLst>
              <a:ext uri="{FF2B5EF4-FFF2-40B4-BE49-F238E27FC236}">
                <a16:creationId xmlns:a16="http://schemas.microsoft.com/office/drawing/2014/main" id="{31CB1BBF-9365-C263-9BD7-298303BFD374}"/>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1538177" y="1983640"/>
            <a:ext cx="540000" cy="540000"/>
          </a:xfrm>
          <a:prstGeom prst="rect">
            <a:avLst/>
          </a:prstGeom>
        </p:spPr>
      </p:pic>
      <p:pic>
        <p:nvPicPr>
          <p:cNvPr id="36" name="Graphic 35">
            <a:extLst>
              <a:ext uri="{FF2B5EF4-FFF2-40B4-BE49-F238E27FC236}">
                <a16:creationId xmlns:a16="http://schemas.microsoft.com/office/drawing/2014/main" id="{6C6DBCDC-B654-E76C-BAB5-4150CA320D7D}"/>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791999" y="1983640"/>
            <a:ext cx="540000" cy="540000"/>
          </a:xfrm>
          <a:prstGeom prst="rect">
            <a:avLst/>
          </a:prstGeom>
        </p:spPr>
      </p:pic>
      <p:pic>
        <p:nvPicPr>
          <p:cNvPr id="37" name="Graphic 36">
            <a:extLst>
              <a:ext uri="{FF2B5EF4-FFF2-40B4-BE49-F238E27FC236}">
                <a16:creationId xmlns:a16="http://schemas.microsoft.com/office/drawing/2014/main" id="{ABAC4173-AC5C-C1F3-352B-353E5D71C920}"/>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2282743" y="1988888"/>
            <a:ext cx="540000" cy="540000"/>
          </a:xfrm>
          <a:prstGeom prst="rect">
            <a:avLst/>
          </a:prstGeom>
        </p:spPr>
      </p:pic>
      <p:pic>
        <p:nvPicPr>
          <p:cNvPr id="38" name="Graphic 37">
            <a:extLst>
              <a:ext uri="{FF2B5EF4-FFF2-40B4-BE49-F238E27FC236}">
                <a16:creationId xmlns:a16="http://schemas.microsoft.com/office/drawing/2014/main" id="{07D000CB-65B5-92F8-A171-A3A3CBD72D01}"/>
              </a:ext>
            </a:extLst>
          </p:cNvPr>
          <p:cNvPicPr>
            <a:picLocks noChangeAspect="1"/>
          </p:cNvPicPr>
          <p:nvPr userDrawn="1"/>
        </p:nvPicPr>
        <p:blipFill>
          <a:blip r:embed="rId66">
            <a:extLst>
              <a:ext uri="{96DAC541-7B7A-43D3-8B79-37D633B846F1}">
                <asvg:svgBlip xmlns:asvg="http://schemas.microsoft.com/office/drawing/2016/SVG/main" r:embed="rId67"/>
              </a:ext>
            </a:extLst>
          </a:blip>
          <a:stretch>
            <a:fillRect/>
          </a:stretch>
        </p:blipFill>
        <p:spPr>
          <a:xfrm>
            <a:off x="5941685" y="2011628"/>
            <a:ext cx="540000" cy="540000"/>
          </a:xfrm>
          <a:prstGeom prst="rect">
            <a:avLst/>
          </a:prstGeom>
        </p:spPr>
      </p:pic>
      <p:pic>
        <p:nvPicPr>
          <p:cNvPr id="39" name="Graphic 38">
            <a:extLst>
              <a:ext uri="{FF2B5EF4-FFF2-40B4-BE49-F238E27FC236}">
                <a16:creationId xmlns:a16="http://schemas.microsoft.com/office/drawing/2014/main" id="{E74DA140-F335-4411-64D9-0E7D70B15CE9}"/>
              </a:ext>
            </a:extLst>
          </p:cNvPr>
          <p:cNvPicPr>
            <a:picLocks noChangeAspect="1"/>
          </p:cNvPicPr>
          <p:nvPr userDrawn="1"/>
        </p:nvPicPr>
        <p:blipFill>
          <a:blip r:embed="rId68">
            <a:extLst>
              <a:ext uri="{96DAC541-7B7A-43D3-8B79-37D633B846F1}">
                <asvg:svgBlip xmlns:asvg="http://schemas.microsoft.com/office/drawing/2016/SVG/main" r:embed="rId69"/>
              </a:ext>
            </a:extLst>
          </a:blip>
          <a:srcRect/>
          <a:stretch/>
        </p:blipFill>
        <p:spPr>
          <a:xfrm>
            <a:off x="2177913" y="4514035"/>
            <a:ext cx="531879" cy="540000"/>
          </a:xfrm>
          <a:prstGeom prst="rect">
            <a:avLst/>
          </a:prstGeom>
        </p:spPr>
      </p:pic>
      <p:pic>
        <p:nvPicPr>
          <p:cNvPr id="40" name="Graphic 39">
            <a:extLst>
              <a:ext uri="{FF2B5EF4-FFF2-40B4-BE49-F238E27FC236}">
                <a16:creationId xmlns:a16="http://schemas.microsoft.com/office/drawing/2014/main" id="{97806BE4-6F37-9D22-97EC-0E31937295E2}"/>
              </a:ext>
            </a:extLst>
          </p:cNvPr>
          <p:cNvPicPr>
            <a:picLocks noChangeAspect="1"/>
          </p:cNvPicPr>
          <p:nvPr userDrawn="1"/>
        </p:nvPicPr>
        <p:blipFill>
          <a:blip r:embed="rId70">
            <a:extLst>
              <a:ext uri="{96DAC541-7B7A-43D3-8B79-37D633B846F1}">
                <asvg:svgBlip xmlns:asvg="http://schemas.microsoft.com/office/drawing/2016/SVG/main" r:embed="rId71"/>
              </a:ext>
            </a:extLst>
          </a:blip>
          <a:srcRect/>
          <a:stretch/>
        </p:blipFill>
        <p:spPr>
          <a:xfrm>
            <a:off x="1555913" y="4540907"/>
            <a:ext cx="422000" cy="540000"/>
          </a:xfrm>
          <a:prstGeom prst="rect">
            <a:avLst/>
          </a:prstGeom>
        </p:spPr>
      </p:pic>
      <p:pic>
        <p:nvPicPr>
          <p:cNvPr id="41" name="Graphic 40">
            <a:extLst>
              <a:ext uri="{FF2B5EF4-FFF2-40B4-BE49-F238E27FC236}">
                <a16:creationId xmlns:a16="http://schemas.microsoft.com/office/drawing/2014/main" id="{3321B798-2163-41CC-B05B-E5BB1FE4A0EC}"/>
              </a:ext>
            </a:extLst>
          </p:cNvPr>
          <p:cNvPicPr>
            <a:picLocks noChangeAspect="1"/>
          </p:cNvPicPr>
          <p:nvPr userDrawn="1"/>
        </p:nvPicPr>
        <p:blipFill>
          <a:blip r:embed="rId72">
            <a:extLst>
              <a:ext uri="{96DAC541-7B7A-43D3-8B79-37D633B846F1}">
                <asvg:svgBlip xmlns:asvg="http://schemas.microsoft.com/office/drawing/2016/SVG/main" r:embed="rId73"/>
              </a:ext>
            </a:extLst>
          </a:blip>
          <a:srcRect/>
          <a:stretch/>
        </p:blipFill>
        <p:spPr>
          <a:xfrm>
            <a:off x="821316" y="4540907"/>
            <a:ext cx="462857" cy="539999"/>
          </a:xfrm>
          <a:prstGeom prst="rect">
            <a:avLst/>
          </a:prstGeom>
        </p:spPr>
      </p:pic>
      <p:pic>
        <p:nvPicPr>
          <p:cNvPr id="42" name="Graphic 41">
            <a:extLst>
              <a:ext uri="{FF2B5EF4-FFF2-40B4-BE49-F238E27FC236}">
                <a16:creationId xmlns:a16="http://schemas.microsoft.com/office/drawing/2014/main" id="{2551ECB9-0435-5BEF-5B4E-8E283E5E2042}"/>
              </a:ext>
            </a:extLst>
          </p:cNvPr>
          <p:cNvPicPr>
            <a:picLocks noChangeAspect="1"/>
          </p:cNvPicPr>
          <p:nvPr userDrawn="1"/>
        </p:nvPicPr>
        <p:blipFill>
          <a:blip r:embed="rId74">
            <a:extLst>
              <a:ext uri="{96DAC541-7B7A-43D3-8B79-37D633B846F1}">
                <asvg:svgBlip xmlns:asvg="http://schemas.microsoft.com/office/drawing/2016/SVG/main" r:embed="rId75"/>
              </a:ext>
            </a:extLst>
          </a:blip>
          <a:srcRect/>
          <a:stretch/>
        </p:blipFill>
        <p:spPr>
          <a:xfrm>
            <a:off x="5338000" y="4514035"/>
            <a:ext cx="535846" cy="539999"/>
          </a:xfrm>
          <a:prstGeom prst="rect">
            <a:avLst/>
          </a:prstGeom>
        </p:spPr>
      </p:pic>
      <p:pic>
        <p:nvPicPr>
          <p:cNvPr id="43" name="Graphic 42">
            <a:extLst>
              <a:ext uri="{FF2B5EF4-FFF2-40B4-BE49-F238E27FC236}">
                <a16:creationId xmlns:a16="http://schemas.microsoft.com/office/drawing/2014/main" id="{62395DFF-DB0B-D99E-08C1-9C765B981B27}"/>
              </a:ext>
            </a:extLst>
          </p:cNvPr>
          <p:cNvPicPr>
            <a:picLocks noChangeAspect="1"/>
          </p:cNvPicPr>
          <p:nvPr userDrawn="1"/>
        </p:nvPicPr>
        <p:blipFill>
          <a:blip r:embed="rId76">
            <a:extLst>
              <a:ext uri="{96DAC541-7B7A-43D3-8B79-37D633B846F1}">
                <asvg:svgBlip xmlns:asvg="http://schemas.microsoft.com/office/drawing/2016/SVG/main" r:embed="rId77"/>
              </a:ext>
            </a:extLst>
          </a:blip>
          <a:srcRect/>
          <a:stretch/>
        </p:blipFill>
        <p:spPr>
          <a:xfrm>
            <a:off x="3646552" y="4514035"/>
            <a:ext cx="677647" cy="539999"/>
          </a:xfrm>
          <a:prstGeom prst="rect">
            <a:avLst/>
          </a:prstGeom>
        </p:spPr>
      </p:pic>
      <p:pic>
        <p:nvPicPr>
          <p:cNvPr id="44" name="Graphic 43">
            <a:extLst>
              <a:ext uri="{FF2B5EF4-FFF2-40B4-BE49-F238E27FC236}">
                <a16:creationId xmlns:a16="http://schemas.microsoft.com/office/drawing/2014/main" id="{E4FE3DDC-ACF4-55B5-E546-6BC2B3E87E51}"/>
              </a:ext>
            </a:extLst>
          </p:cNvPr>
          <p:cNvPicPr>
            <a:picLocks noChangeAspect="1"/>
          </p:cNvPicPr>
          <p:nvPr userDrawn="1"/>
        </p:nvPicPr>
        <p:blipFill>
          <a:blip r:embed="rId78">
            <a:extLst>
              <a:ext uri="{96DAC541-7B7A-43D3-8B79-37D633B846F1}">
                <asvg:svgBlip xmlns:asvg="http://schemas.microsoft.com/office/drawing/2016/SVG/main" r:embed="rId79"/>
              </a:ext>
            </a:extLst>
          </a:blip>
          <a:srcRect/>
          <a:stretch/>
        </p:blipFill>
        <p:spPr>
          <a:xfrm>
            <a:off x="2906127" y="4514035"/>
            <a:ext cx="544090" cy="540000"/>
          </a:xfrm>
          <a:prstGeom prst="rect">
            <a:avLst/>
          </a:prstGeom>
        </p:spPr>
      </p:pic>
      <p:pic>
        <p:nvPicPr>
          <p:cNvPr id="45" name="Graphic 44">
            <a:extLst>
              <a:ext uri="{FF2B5EF4-FFF2-40B4-BE49-F238E27FC236}">
                <a16:creationId xmlns:a16="http://schemas.microsoft.com/office/drawing/2014/main" id="{D19FAFF5-B120-7A07-AD16-B8B4DFC49EA7}"/>
              </a:ext>
            </a:extLst>
          </p:cNvPr>
          <p:cNvPicPr>
            <a:picLocks noChangeAspect="1"/>
          </p:cNvPicPr>
          <p:nvPr userDrawn="1"/>
        </p:nvPicPr>
        <p:blipFill>
          <a:blip r:embed="rId80">
            <a:extLst>
              <a:ext uri="{96DAC541-7B7A-43D3-8B79-37D633B846F1}">
                <asvg:svgBlip xmlns:asvg="http://schemas.microsoft.com/office/drawing/2016/SVG/main" r:embed="rId81"/>
              </a:ext>
            </a:extLst>
          </a:blip>
          <a:srcRect/>
          <a:stretch/>
        </p:blipFill>
        <p:spPr>
          <a:xfrm>
            <a:off x="9842420" y="3677779"/>
            <a:ext cx="535731" cy="539999"/>
          </a:xfrm>
          <a:prstGeom prst="rect">
            <a:avLst/>
          </a:prstGeom>
        </p:spPr>
      </p:pic>
      <p:pic>
        <p:nvPicPr>
          <p:cNvPr id="46" name="Graphic 45">
            <a:extLst>
              <a:ext uri="{FF2B5EF4-FFF2-40B4-BE49-F238E27FC236}">
                <a16:creationId xmlns:a16="http://schemas.microsoft.com/office/drawing/2014/main" id="{6689C2C2-72BF-F15F-9887-2FE24FC9E28D}"/>
              </a:ext>
            </a:extLst>
          </p:cNvPr>
          <p:cNvPicPr>
            <a:picLocks noChangeAspect="1"/>
          </p:cNvPicPr>
          <p:nvPr userDrawn="1"/>
        </p:nvPicPr>
        <p:blipFill>
          <a:blip r:embed="rId82">
            <a:extLst>
              <a:ext uri="{96DAC541-7B7A-43D3-8B79-37D633B846F1}">
                <asvg:svgBlip xmlns:asvg="http://schemas.microsoft.com/office/drawing/2016/SVG/main" r:embed="rId83"/>
              </a:ext>
            </a:extLst>
          </a:blip>
          <a:srcRect/>
          <a:stretch/>
        </p:blipFill>
        <p:spPr>
          <a:xfrm>
            <a:off x="4524199" y="4514035"/>
            <a:ext cx="542061" cy="539999"/>
          </a:xfrm>
          <a:prstGeom prst="rect">
            <a:avLst/>
          </a:prstGeom>
        </p:spPr>
      </p:pic>
      <p:pic>
        <p:nvPicPr>
          <p:cNvPr id="47" name="Graphic 46">
            <a:extLst>
              <a:ext uri="{FF2B5EF4-FFF2-40B4-BE49-F238E27FC236}">
                <a16:creationId xmlns:a16="http://schemas.microsoft.com/office/drawing/2014/main" id="{0849E755-EF62-01EF-154D-26F940FE694B}"/>
              </a:ext>
            </a:extLst>
          </p:cNvPr>
          <p:cNvPicPr>
            <a:picLocks noChangeAspect="1"/>
          </p:cNvPicPr>
          <p:nvPr userDrawn="1"/>
        </p:nvPicPr>
        <p:blipFill>
          <a:blip r:embed="rId84">
            <a:extLst>
              <a:ext uri="{96DAC541-7B7A-43D3-8B79-37D633B846F1}">
                <asvg:svgBlip xmlns:asvg="http://schemas.microsoft.com/office/drawing/2016/SVG/main" r:embed="rId85"/>
              </a:ext>
            </a:extLst>
          </a:blip>
          <a:srcRect/>
          <a:stretch/>
        </p:blipFill>
        <p:spPr>
          <a:xfrm>
            <a:off x="7515816" y="3677779"/>
            <a:ext cx="559133" cy="540000"/>
          </a:xfrm>
          <a:prstGeom prst="rect">
            <a:avLst/>
          </a:prstGeom>
        </p:spPr>
      </p:pic>
      <p:pic>
        <p:nvPicPr>
          <p:cNvPr id="48" name="Graphic 47">
            <a:extLst>
              <a:ext uri="{FF2B5EF4-FFF2-40B4-BE49-F238E27FC236}">
                <a16:creationId xmlns:a16="http://schemas.microsoft.com/office/drawing/2014/main" id="{4784B143-BD88-AEA4-7060-6B64E2E65F06}"/>
              </a:ext>
            </a:extLst>
          </p:cNvPr>
          <p:cNvPicPr>
            <a:picLocks noChangeAspect="1"/>
          </p:cNvPicPr>
          <p:nvPr userDrawn="1"/>
        </p:nvPicPr>
        <p:blipFill>
          <a:blip r:embed="rId86">
            <a:extLst>
              <a:ext uri="{96DAC541-7B7A-43D3-8B79-37D633B846F1}">
                <asvg:svgBlip xmlns:asvg="http://schemas.microsoft.com/office/drawing/2016/SVG/main" r:embed="rId87"/>
              </a:ext>
            </a:extLst>
          </a:blip>
          <a:srcRect/>
          <a:stretch/>
        </p:blipFill>
        <p:spPr>
          <a:xfrm>
            <a:off x="9092780" y="3677779"/>
            <a:ext cx="561600" cy="540000"/>
          </a:xfrm>
          <a:prstGeom prst="rect">
            <a:avLst/>
          </a:prstGeom>
        </p:spPr>
      </p:pic>
      <p:pic>
        <p:nvPicPr>
          <p:cNvPr id="49" name="Graphic 48">
            <a:extLst>
              <a:ext uri="{FF2B5EF4-FFF2-40B4-BE49-F238E27FC236}">
                <a16:creationId xmlns:a16="http://schemas.microsoft.com/office/drawing/2014/main" id="{32D64D0B-9B48-671B-324E-6D2E58D99EBC}"/>
              </a:ext>
            </a:extLst>
          </p:cNvPr>
          <p:cNvPicPr>
            <a:picLocks noChangeAspect="1"/>
          </p:cNvPicPr>
          <p:nvPr userDrawn="1"/>
        </p:nvPicPr>
        <p:blipFill>
          <a:blip r:embed="rId88">
            <a:extLst>
              <a:ext uri="{96DAC541-7B7A-43D3-8B79-37D633B846F1}">
                <asvg:svgBlip xmlns:asvg="http://schemas.microsoft.com/office/drawing/2016/SVG/main" r:embed="rId89"/>
              </a:ext>
            </a:extLst>
          </a:blip>
          <a:srcRect/>
          <a:stretch/>
        </p:blipFill>
        <p:spPr>
          <a:xfrm>
            <a:off x="10566191" y="3677779"/>
            <a:ext cx="540000" cy="540000"/>
          </a:xfrm>
          <a:prstGeom prst="rect">
            <a:avLst/>
          </a:prstGeom>
        </p:spPr>
      </p:pic>
      <p:pic>
        <p:nvPicPr>
          <p:cNvPr id="50" name="Graphic 49">
            <a:extLst>
              <a:ext uri="{FF2B5EF4-FFF2-40B4-BE49-F238E27FC236}">
                <a16:creationId xmlns:a16="http://schemas.microsoft.com/office/drawing/2014/main" id="{5824E3CF-FD54-D020-0B0A-6E4DC12B2BB0}"/>
              </a:ext>
            </a:extLst>
          </p:cNvPr>
          <p:cNvPicPr>
            <a:picLocks noChangeAspect="1"/>
          </p:cNvPicPr>
          <p:nvPr userDrawn="1"/>
        </p:nvPicPr>
        <p:blipFill>
          <a:blip r:embed="rId90">
            <a:extLst>
              <a:ext uri="{96DAC541-7B7A-43D3-8B79-37D633B846F1}">
                <asvg:svgBlip xmlns:asvg="http://schemas.microsoft.com/office/drawing/2016/SVG/main" r:embed="rId91"/>
              </a:ext>
            </a:extLst>
          </a:blip>
          <a:srcRect/>
          <a:stretch/>
        </p:blipFill>
        <p:spPr>
          <a:xfrm>
            <a:off x="5264411" y="3677779"/>
            <a:ext cx="616000" cy="540000"/>
          </a:xfrm>
          <a:prstGeom prst="rect">
            <a:avLst/>
          </a:prstGeom>
        </p:spPr>
      </p:pic>
      <p:pic>
        <p:nvPicPr>
          <p:cNvPr id="51" name="Graphic 50">
            <a:extLst>
              <a:ext uri="{FF2B5EF4-FFF2-40B4-BE49-F238E27FC236}">
                <a16:creationId xmlns:a16="http://schemas.microsoft.com/office/drawing/2014/main" id="{13330217-D02A-4720-8E32-6CE8C6B81A8E}"/>
              </a:ext>
            </a:extLst>
          </p:cNvPr>
          <p:cNvPicPr>
            <a:picLocks noChangeAspect="1"/>
          </p:cNvPicPr>
          <p:nvPr userDrawn="1"/>
        </p:nvPicPr>
        <p:blipFill>
          <a:blip r:embed="rId92">
            <a:extLst>
              <a:ext uri="{96DAC541-7B7A-43D3-8B79-37D633B846F1}">
                <asvg:svgBlip xmlns:asvg="http://schemas.microsoft.com/office/drawing/2016/SVG/main" r:embed="rId93"/>
              </a:ext>
            </a:extLst>
          </a:blip>
          <a:srcRect/>
          <a:stretch/>
        </p:blipFill>
        <p:spPr>
          <a:xfrm>
            <a:off x="6750001" y="3677779"/>
            <a:ext cx="570240" cy="540000"/>
          </a:xfrm>
          <a:prstGeom prst="rect">
            <a:avLst/>
          </a:prstGeom>
        </p:spPr>
      </p:pic>
      <p:pic>
        <p:nvPicPr>
          <p:cNvPr id="52" name="Graphic 51">
            <a:extLst>
              <a:ext uri="{FF2B5EF4-FFF2-40B4-BE49-F238E27FC236}">
                <a16:creationId xmlns:a16="http://schemas.microsoft.com/office/drawing/2014/main" id="{A70D203C-2C9D-EB13-6801-CD9CA40154BD}"/>
              </a:ext>
            </a:extLst>
          </p:cNvPr>
          <p:cNvPicPr>
            <a:picLocks noChangeAspect="1"/>
          </p:cNvPicPr>
          <p:nvPr userDrawn="1"/>
        </p:nvPicPr>
        <p:blipFill>
          <a:blip r:embed="rId94">
            <a:extLst>
              <a:ext uri="{96DAC541-7B7A-43D3-8B79-37D633B846F1}">
                <asvg:svgBlip xmlns:asvg="http://schemas.microsoft.com/office/drawing/2016/SVG/main" r:embed="rId95"/>
              </a:ext>
            </a:extLst>
          </a:blip>
          <a:srcRect/>
          <a:stretch/>
        </p:blipFill>
        <p:spPr>
          <a:xfrm>
            <a:off x="8346433" y="3677779"/>
            <a:ext cx="556000" cy="540000"/>
          </a:xfrm>
          <a:prstGeom prst="rect">
            <a:avLst/>
          </a:prstGeom>
        </p:spPr>
      </p:pic>
      <p:pic>
        <p:nvPicPr>
          <p:cNvPr id="53" name="Graphic 52">
            <a:extLst>
              <a:ext uri="{FF2B5EF4-FFF2-40B4-BE49-F238E27FC236}">
                <a16:creationId xmlns:a16="http://schemas.microsoft.com/office/drawing/2014/main" id="{991ACF4D-6BDD-B027-02CA-5D5B2507BB3E}"/>
              </a:ext>
            </a:extLst>
          </p:cNvPr>
          <p:cNvPicPr>
            <a:picLocks noChangeAspect="1"/>
          </p:cNvPicPr>
          <p:nvPr userDrawn="1"/>
        </p:nvPicPr>
        <p:blipFill>
          <a:blip r:embed="rId96">
            <a:extLst>
              <a:ext uri="{96DAC541-7B7A-43D3-8B79-37D633B846F1}">
                <asvg:svgBlip xmlns:asvg="http://schemas.microsoft.com/office/drawing/2016/SVG/main" r:embed="rId97"/>
              </a:ext>
            </a:extLst>
          </a:blip>
          <a:srcRect/>
          <a:stretch/>
        </p:blipFill>
        <p:spPr>
          <a:xfrm>
            <a:off x="6027614" y="3677779"/>
            <a:ext cx="580449" cy="539999"/>
          </a:xfrm>
          <a:prstGeom prst="rect">
            <a:avLst/>
          </a:prstGeom>
        </p:spPr>
      </p:pic>
      <p:pic>
        <p:nvPicPr>
          <p:cNvPr id="54" name="Graphic 53">
            <a:extLst>
              <a:ext uri="{FF2B5EF4-FFF2-40B4-BE49-F238E27FC236}">
                <a16:creationId xmlns:a16="http://schemas.microsoft.com/office/drawing/2014/main" id="{66872561-BDB8-0F9A-2DE7-0072E6055A9E}"/>
              </a:ext>
            </a:extLst>
          </p:cNvPr>
          <p:cNvPicPr>
            <a:picLocks noChangeAspect="1"/>
          </p:cNvPicPr>
          <p:nvPr userDrawn="1"/>
        </p:nvPicPr>
        <p:blipFill>
          <a:blip r:embed="rId98">
            <a:extLst>
              <a:ext uri="{96DAC541-7B7A-43D3-8B79-37D633B846F1}">
                <asvg:svgBlip xmlns:asvg="http://schemas.microsoft.com/office/drawing/2016/SVG/main" r:embed="rId99"/>
              </a:ext>
            </a:extLst>
          </a:blip>
          <a:srcRect/>
          <a:stretch/>
        </p:blipFill>
        <p:spPr>
          <a:xfrm>
            <a:off x="4252635" y="5366668"/>
            <a:ext cx="481516" cy="539999"/>
          </a:xfrm>
          <a:prstGeom prst="rect">
            <a:avLst/>
          </a:prstGeom>
        </p:spPr>
      </p:pic>
      <p:pic>
        <p:nvPicPr>
          <p:cNvPr id="55" name="Graphic 54">
            <a:extLst>
              <a:ext uri="{FF2B5EF4-FFF2-40B4-BE49-F238E27FC236}">
                <a16:creationId xmlns:a16="http://schemas.microsoft.com/office/drawing/2014/main" id="{265FC305-7B76-A19F-2091-AAFAB385E85C}"/>
              </a:ext>
            </a:extLst>
          </p:cNvPr>
          <p:cNvPicPr>
            <a:picLocks noChangeAspect="1"/>
          </p:cNvPicPr>
          <p:nvPr userDrawn="1"/>
        </p:nvPicPr>
        <p:blipFill>
          <a:blip r:embed="rId100">
            <a:extLst>
              <a:ext uri="{96DAC541-7B7A-43D3-8B79-37D633B846F1}">
                <asvg:svgBlip xmlns:asvg="http://schemas.microsoft.com/office/drawing/2016/SVG/main" r:embed="rId101"/>
              </a:ext>
            </a:extLst>
          </a:blip>
          <a:srcRect/>
          <a:stretch/>
        </p:blipFill>
        <p:spPr>
          <a:xfrm>
            <a:off x="3607698" y="5366668"/>
            <a:ext cx="471307" cy="539999"/>
          </a:xfrm>
          <a:prstGeom prst="rect">
            <a:avLst/>
          </a:prstGeom>
        </p:spPr>
      </p:pic>
      <p:pic>
        <p:nvPicPr>
          <p:cNvPr id="56" name="Graphic 55">
            <a:extLst>
              <a:ext uri="{FF2B5EF4-FFF2-40B4-BE49-F238E27FC236}">
                <a16:creationId xmlns:a16="http://schemas.microsoft.com/office/drawing/2014/main" id="{6EF06E6D-5B59-8F41-0AE6-2FD173CF7667}"/>
              </a:ext>
            </a:extLst>
          </p:cNvPr>
          <p:cNvPicPr>
            <a:picLocks noChangeAspect="1"/>
          </p:cNvPicPr>
          <p:nvPr userDrawn="1"/>
        </p:nvPicPr>
        <p:blipFill>
          <a:blip r:embed="rId102">
            <a:extLst>
              <a:ext uri="{96DAC541-7B7A-43D3-8B79-37D633B846F1}">
                <asvg:svgBlip xmlns:asvg="http://schemas.microsoft.com/office/drawing/2016/SVG/main" r:embed="rId103"/>
              </a:ext>
            </a:extLst>
          </a:blip>
          <a:srcRect/>
          <a:stretch/>
        </p:blipFill>
        <p:spPr>
          <a:xfrm>
            <a:off x="6077561" y="4519213"/>
            <a:ext cx="466451" cy="540000"/>
          </a:xfrm>
          <a:prstGeom prst="rect">
            <a:avLst/>
          </a:prstGeom>
        </p:spPr>
      </p:pic>
      <p:pic>
        <p:nvPicPr>
          <p:cNvPr id="57" name="Graphic 56">
            <a:extLst>
              <a:ext uri="{FF2B5EF4-FFF2-40B4-BE49-F238E27FC236}">
                <a16:creationId xmlns:a16="http://schemas.microsoft.com/office/drawing/2014/main" id="{C0EC1F58-49D8-5664-1CE9-0C8256655DCA}"/>
              </a:ext>
            </a:extLst>
          </p:cNvPr>
          <p:cNvPicPr>
            <a:picLocks noChangeAspect="1"/>
          </p:cNvPicPr>
          <p:nvPr userDrawn="1"/>
        </p:nvPicPr>
        <p:blipFill>
          <a:blip r:embed="rId104">
            <a:extLst>
              <a:ext uri="{96DAC541-7B7A-43D3-8B79-37D633B846F1}">
                <asvg:svgBlip xmlns:asvg="http://schemas.microsoft.com/office/drawing/2016/SVG/main" r:embed="rId105"/>
              </a:ext>
            </a:extLst>
          </a:blip>
          <a:srcRect/>
          <a:stretch/>
        </p:blipFill>
        <p:spPr>
          <a:xfrm>
            <a:off x="2895791" y="5366668"/>
            <a:ext cx="541942" cy="539999"/>
          </a:xfrm>
          <a:prstGeom prst="rect">
            <a:avLst/>
          </a:prstGeom>
        </p:spPr>
      </p:pic>
      <p:pic>
        <p:nvPicPr>
          <p:cNvPr id="58" name="Graphic 57">
            <a:extLst>
              <a:ext uri="{FF2B5EF4-FFF2-40B4-BE49-F238E27FC236}">
                <a16:creationId xmlns:a16="http://schemas.microsoft.com/office/drawing/2014/main" id="{5B02FC89-116C-24C7-1063-CDFD0A50D562}"/>
              </a:ext>
            </a:extLst>
          </p:cNvPr>
          <p:cNvPicPr>
            <a:picLocks noChangeAspect="1"/>
          </p:cNvPicPr>
          <p:nvPr userDrawn="1"/>
        </p:nvPicPr>
        <p:blipFill>
          <a:blip r:embed="rId106">
            <a:extLst>
              <a:ext uri="{96DAC541-7B7A-43D3-8B79-37D633B846F1}">
                <asvg:svgBlip xmlns:asvg="http://schemas.microsoft.com/office/drawing/2016/SVG/main" r:embed="rId107"/>
              </a:ext>
            </a:extLst>
          </a:blip>
          <a:srcRect/>
          <a:stretch/>
        </p:blipFill>
        <p:spPr>
          <a:xfrm>
            <a:off x="2146516" y="5366668"/>
            <a:ext cx="579310" cy="539999"/>
          </a:xfrm>
          <a:prstGeom prst="rect">
            <a:avLst/>
          </a:prstGeom>
        </p:spPr>
      </p:pic>
      <p:pic>
        <p:nvPicPr>
          <p:cNvPr id="59" name="Graphic 58">
            <a:extLst>
              <a:ext uri="{FF2B5EF4-FFF2-40B4-BE49-F238E27FC236}">
                <a16:creationId xmlns:a16="http://schemas.microsoft.com/office/drawing/2014/main" id="{49A79E09-AD9E-5B12-4FDA-992D6AB1BC79}"/>
              </a:ext>
            </a:extLst>
          </p:cNvPr>
          <p:cNvPicPr>
            <a:picLocks noChangeAspect="1"/>
          </p:cNvPicPr>
          <p:nvPr userDrawn="1"/>
        </p:nvPicPr>
        <p:blipFill>
          <a:blip r:embed="rId108">
            <a:extLst>
              <a:ext uri="{96DAC541-7B7A-43D3-8B79-37D633B846F1}">
                <asvg:svgBlip xmlns:asvg="http://schemas.microsoft.com/office/drawing/2016/SVG/main" r:embed="rId109"/>
              </a:ext>
            </a:extLst>
          </a:blip>
          <a:srcRect/>
          <a:stretch/>
        </p:blipFill>
        <p:spPr>
          <a:xfrm>
            <a:off x="8368321" y="4496215"/>
            <a:ext cx="505653" cy="540000"/>
          </a:xfrm>
          <a:prstGeom prst="rect">
            <a:avLst/>
          </a:prstGeom>
        </p:spPr>
      </p:pic>
      <p:pic>
        <p:nvPicPr>
          <p:cNvPr id="60" name="Graphic 59">
            <a:extLst>
              <a:ext uri="{FF2B5EF4-FFF2-40B4-BE49-F238E27FC236}">
                <a16:creationId xmlns:a16="http://schemas.microsoft.com/office/drawing/2014/main" id="{CF3B29A2-B956-4529-65A0-9657C25DEC4E}"/>
              </a:ext>
            </a:extLst>
          </p:cNvPr>
          <p:cNvPicPr>
            <a:picLocks noChangeAspect="1"/>
          </p:cNvPicPr>
          <p:nvPr userDrawn="1"/>
        </p:nvPicPr>
        <p:blipFill>
          <a:blip r:embed="rId110">
            <a:extLst>
              <a:ext uri="{96DAC541-7B7A-43D3-8B79-37D633B846F1}">
                <asvg:svgBlip xmlns:asvg="http://schemas.microsoft.com/office/drawing/2016/SVG/main" r:embed="rId111"/>
              </a:ext>
            </a:extLst>
          </a:blip>
          <a:srcRect/>
          <a:stretch/>
        </p:blipFill>
        <p:spPr>
          <a:xfrm>
            <a:off x="9833102" y="4624939"/>
            <a:ext cx="574217" cy="423535"/>
          </a:xfrm>
          <a:prstGeom prst="rect">
            <a:avLst/>
          </a:prstGeom>
        </p:spPr>
      </p:pic>
      <p:pic>
        <p:nvPicPr>
          <p:cNvPr id="61" name="Graphic 60">
            <a:extLst>
              <a:ext uri="{FF2B5EF4-FFF2-40B4-BE49-F238E27FC236}">
                <a16:creationId xmlns:a16="http://schemas.microsoft.com/office/drawing/2014/main" id="{62F4D89A-45B7-7A57-1229-F2B8F9065A33}"/>
              </a:ext>
            </a:extLst>
          </p:cNvPr>
          <p:cNvPicPr>
            <a:picLocks noChangeAspect="1"/>
          </p:cNvPicPr>
          <p:nvPr userDrawn="1"/>
        </p:nvPicPr>
        <p:blipFill>
          <a:blip r:embed="rId112">
            <a:extLst>
              <a:ext uri="{96DAC541-7B7A-43D3-8B79-37D633B846F1}">
                <asvg:svgBlip xmlns:asvg="http://schemas.microsoft.com/office/drawing/2016/SVG/main" r:embed="rId113"/>
              </a:ext>
            </a:extLst>
          </a:blip>
          <a:srcRect/>
          <a:stretch/>
        </p:blipFill>
        <p:spPr>
          <a:xfrm>
            <a:off x="1420610" y="5382412"/>
            <a:ext cx="555940" cy="540000"/>
          </a:xfrm>
          <a:prstGeom prst="rect">
            <a:avLst/>
          </a:prstGeom>
        </p:spPr>
      </p:pic>
      <p:pic>
        <p:nvPicPr>
          <p:cNvPr id="62" name="Graphic 61">
            <a:extLst>
              <a:ext uri="{FF2B5EF4-FFF2-40B4-BE49-F238E27FC236}">
                <a16:creationId xmlns:a16="http://schemas.microsoft.com/office/drawing/2014/main" id="{FC15704D-5A7A-2487-C444-51CA153690F0}"/>
              </a:ext>
            </a:extLst>
          </p:cNvPr>
          <p:cNvPicPr>
            <a:picLocks noChangeAspect="1"/>
          </p:cNvPicPr>
          <p:nvPr userDrawn="1"/>
        </p:nvPicPr>
        <p:blipFill>
          <a:blip r:embed="rId114">
            <a:extLst>
              <a:ext uri="{96DAC541-7B7A-43D3-8B79-37D633B846F1}">
                <asvg:svgBlip xmlns:asvg="http://schemas.microsoft.com/office/drawing/2016/SVG/main" r:embed="rId115"/>
              </a:ext>
            </a:extLst>
          </a:blip>
          <a:srcRect/>
          <a:stretch/>
        </p:blipFill>
        <p:spPr>
          <a:xfrm>
            <a:off x="10609248" y="4496215"/>
            <a:ext cx="528387" cy="539999"/>
          </a:xfrm>
          <a:prstGeom prst="rect">
            <a:avLst/>
          </a:prstGeom>
        </p:spPr>
      </p:pic>
      <p:pic>
        <p:nvPicPr>
          <p:cNvPr id="63" name="Graphic 62">
            <a:extLst>
              <a:ext uri="{FF2B5EF4-FFF2-40B4-BE49-F238E27FC236}">
                <a16:creationId xmlns:a16="http://schemas.microsoft.com/office/drawing/2014/main" id="{663B514D-0EC6-7AC9-2AAF-50DDA329370C}"/>
              </a:ext>
            </a:extLst>
          </p:cNvPr>
          <p:cNvPicPr>
            <a:picLocks noChangeAspect="1"/>
          </p:cNvPicPr>
          <p:nvPr userDrawn="1"/>
        </p:nvPicPr>
        <p:blipFill>
          <a:blip r:embed="rId116">
            <a:extLst>
              <a:ext uri="{96DAC541-7B7A-43D3-8B79-37D633B846F1}">
                <asvg:svgBlip xmlns:asvg="http://schemas.microsoft.com/office/drawing/2016/SVG/main" r:embed="rId117"/>
              </a:ext>
            </a:extLst>
          </a:blip>
          <a:srcRect/>
          <a:stretch/>
        </p:blipFill>
        <p:spPr>
          <a:xfrm>
            <a:off x="821316" y="5366668"/>
            <a:ext cx="429328" cy="540000"/>
          </a:xfrm>
          <a:prstGeom prst="rect">
            <a:avLst/>
          </a:prstGeom>
        </p:spPr>
      </p:pic>
      <p:pic>
        <p:nvPicPr>
          <p:cNvPr id="64" name="Graphic 63">
            <a:extLst>
              <a:ext uri="{FF2B5EF4-FFF2-40B4-BE49-F238E27FC236}">
                <a16:creationId xmlns:a16="http://schemas.microsoft.com/office/drawing/2014/main" id="{153FA5BC-1235-C453-3CED-E3DFFC3917EE}"/>
              </a:ext>
            </a:extLst>
          </p:cNvPr>
          <p:cNvPicPr>
            <a:picLocks noChangeAspect="1"/>
          </p:cNvPicPr>
          <p:nvPr userDrawn="1"/>
        </p:nvPicPr>
        <p:blipFill>
          <a:blip r:embed="rId118">
            <a:extLst>
              <a:ext uri="{96DAC541-7B7A-43D3-8B79-37D633B846F1}">
                <asvg:svgBlip xmlns:asvg="http://schemas.microsoft.com/office/drawing/2016/SVG/main" r:embed="rId119"/>
              </a:ext>
            </a:extLst>
          </a:blip>
          <a:srcRect/>
          <a:stretch/>
        </p:blipFill>
        <p:spPr>
          <a:xfrm>
            <a:off x="7557040" y="4508475"/>
            <a:ext cx="540000" cy="540000"/>
          </a:xfrm>
          <a:prstGeom prst="rect">
            <a:avLst/>
          </a:prstGeom>
        </p:spPr>
      </p:pic>
      <p:pic>
        <p:nvPicPr>
          <p:cNvPr id="65" name="Graphic 64">
            <a:extLst>
              <a:ext uri="{FF2B5EF4-FFF2-40B4-BE49-F238E27FC236}">
                <a16:creationId xmlns:a16="http://schemas.microsoft.com/office/drawing/2014/main" id="{711CE033-DED1-0191-F97B-2B0F2D407D35}"/>
              </a:ext>
            </a:extLst>
          </p:cNvPr>
          <p:cNvPicPr>
            <a:picLocks noChangeAspect="1"/>
          </p:cNvPicPr>
          <p:nvPr userDrawn="1"/>
        </p:nvPicPr>
        <p:blipFill>
          <a:blip r:embed="rId120">
            <a:extLst>
              <a:ext uri="{96DAC541-7B7A-43D3-8B79-37D633B846F1}">
                <asvg:svgBlip xmlns:asvg="http://schemas.microsoft.com/office/drawing/2016/SVG/main" r:embed="rId121"/>
              </a:ext>
            </a:extLst>
          </a:blip>
          <a:srcRect/>
          <a:stretch/>
        </p:blipFill>
        <p:spPr>
          <a:xfrm>
            <a:off x="9066974" y="4523775"/>
            <a:ext cx="573882" cy="539999"/>
          </a:xfrm>
          <a:prstGeom prst="rect">
            <a:avLst/>
          </a:prstGeom>
        </p:spPr>
      </p:pic>
      <p:pic>
        <p:nvPicPr>
          <p:cNvPr id="66" name="Graphic 65">
            <a:extLst>
              <a:ext uri="{FF2B5EF4-FFF2-40B4-BE49-F238E27FC236}">
                <a16:creationId xmlns:a16="http://schemas.microsoft.com/office/drawing/2014/main" id="{19861DE0-125A-D941-8FE2-5529EB8F352D}"/>
              </a:ext>
            </a:extLst>
          </p:cNvPr>
          <p:cNvPicPr>
            <a:picLocks noChangeAspect="1"/>
          </p:cNvPicPr>
          <p:nvPr userDrawn="1"/>
        </p:nvPicPr>
        <p:blipFill>
          <a:blip r:embed="rId122">
            <a:extLst>
              <a:ext uri="{96DAC541-7B7A-43D3-8B79-37D633B846F1}">
                <asvg:svgBlip xmlns:asvg="http://schemas.microsoft.com/office/drawing/2016/SVG/main" r:embed="rId123"/>
              </a:ext>
            </a:extLst>
          </a:blip>
          <a:srcRect/>
          <a:stretch/>
        </p:blipFill>
        <p:spPr>
          <a:xfrm>
            <a:off x="6747728" y="4519213"/>
            <a:ext cx="599294" cy="539999"/>
          </a:xfrm>
          <a:prstGeom prst="rect">
            <a:avLst/>
          </a:prstGeom>
        </p:spPr>
      </p:pic>
      <p:pic>
        <p:nvPicPr>
          <p:cNvPr id="67" name="Graphic 66">
            <a:extLst>
              <a:ext uri="{FF2B5EF4-FFF2-40B4-BE49-F238E27FC236}">
                <a16:creationId xmlns:a16="http://schemas.microsoft.com/office/drawing/2014/main" id="{6C6A825B-877B-A50D-2AB3-A3C8887ECC51}"/>
              </a:ext>
            </a:extLst>
          </p:cNvPr>
          <p:cNvPicPr>
            <a:picLocks noChangeAspect="1"/>
          </p:cNvPicPr>
          <p:nvPr userDrawn="1"/>
        </p:nvPicPr>
        <p:blipFill>
          <a:blip r:embed="rId124">
            <a:extLst>
              <a:ext uri="{96DAC541-7B7A-43D3-8B79-37D633B846F1}">
                <asvg:svgBlip xmlns:asvg="http://schemas.microsoft.com/office/drawing/2016/SVG/main" r:embed="rId125"/>
              </a:ext>
            </a:extLst>
          </a:blip>
          <a:stretch>
            <a:fillRect/>
          </a:stretch>
        </p:blipFill>
        <p:spPr>
          <a:xfrm>
            <a:off x="6317895" y="5382412"/>
            <a:ext cx="416571" cy="540000"/>
          </a:xfrm>
          <a:prstGeom prst="rect">
            <a:avLst/>
          </a:prstGeom>
        </p:spPr>
      </p:pic>
      <p:pic>
        <p:nvPicPr>
          <p:cNvPr id="68" name="Graphic 67">
            <a:extLst>
              <a:ext uri="{FF2B5EF4-FFF2-40B4-BE49-F238E27FC236}">
                <a16:creationId xmlns:a16="http://schemas.microsoft.com/office/drawing/2014/main" id="{B86F89E7-2442-E80A-EA88-52F7C9331854}"/>
              </a:ext>
            </a:extLst>
          </p:cNvPr>
          <p:cNvPicPr>
            <a:picLocks noChangeAspect="1"/>
          </p:cNvPicPr>
          <p:nvPr userDrawn="1"/>
        </p:nvPicPr>
        <p:blipFill>
          <a:blip r:embed="rId126">
            <a:extLst>
              <a:ext uri="{96DAC541-7B7A-43D3-8B79-37D633B846F1}">
                <asvg:svgBlip xmlns:asvg="http://schemas.microsoft.com/office/drawing/2016/SVG/main" r:embed="rId127"/>
              </a:ext>
            </a:extLst>
          </a:blip>
          <a:stretch>
            <a:fillRect/>
          </a:stretch>
        </p:blipFill>
        <p:spPr>
          <a:xfrm>
            <a:off x="5580695" y="5409043"/>
            <a:ext cx="558000" cy="540000"/>
          </a:xfrm>
          <a:prstGeom prst="rect">
            <a:avLst/>
          </a:prstGeom>
        </p:spPr>
      </p:pic>
      <p:pic>
        <p:nvPicPr>
          <p:cNvPr id="69" name="Graphic 68">
            <a:extLst>
              <a:ext uri="{FF2B5EF4-FFF2-40B4-BE49-F238E27FC236}">
                <a16:creationId xmlns:a16="http://schemas.microsoft.com/office/drawing/2014/main" id="{D5C337A9-0F57-3F90-7804-D9F187ACBC44}"/>
              </a:ext>
            </a:extLst>
          </p:cNvPr>
          <p:cNvPicPr>
            <a:picLocks noChangeAspect="1"/>
          </p:cNvPicPr>
          <p:nvPr userDrawn="1"/>
        </p:nvPicPr>
        <p:blipFill>
          <a:blip r:embed="rId128">
            <a:extLst>
              <a:ext uri="{96DAC541-7B7A-43D3-8B79-37D633B846F1}">
                <asvg:svgBlip xmlns:asvg="http://schemas.microsoft.com/office/drawing/2016/SVG/main" r:embed="rId129"/>
              </a:ext>
            </a:extLst>
          </a:blip>
          <a:stretch>
            <a:fillRect/>
          </a:stretch>
        </p:blipFill>
        <p:spPr>
          <a:xfrm>
            <a:off x="4907781" y="5409043"/>
            <a:ext cx="493714" cy="540000"/>
          </a:xfrm>
          <a:prstGeom prst="rect">
            <a:avLst/>
          </a:prstGeom>
        </p:spPr>
      </p:pic>
      <p:pic>
        <p:nvPicPr>
          <p:cNvPr id="70" name="Graphic 69">
            <a:extLst>
              <a:ext uri="{FF2B5EF4-FFF2-40B4-BE49-F238E27FC236}">
                <a16:creationId xmlns:a16="http://schemas.microsoft.com/office/drawing/2014/main" id="{CD03E1B1-FFF8-9ECE-D6F4-B11FA6AB72F9}"/>
              </a:ext>
            </a:extLst>
          </p:cNvPr>
          <p:cNvPicPr>
            <a:picLocks noChangeAspect="1"/>
          </p:cNvPicPr>
          <p:nvPr userDrawn="1"/>
        </p:nvPicPr>
        <p:blipFill>
          <a:blip r:embed="rId130">
            <a:extLst>
              <a:ext uri="{96DAC541-7B7A-43D3-8B79-37D633B846F1}">
                <asvg:svgBlip xmlns:asvg="http://schemas.microsoft.com/office/drawing/2016/SVG/main" r:embed="rId131"/>
              </a:ext>
            </a:extLst>
          </a:blip>
          <a:srcRect/>
          <a:stretch/>
        </p:blipFill>
        <p:spPr>
          <a:xfrm>
            <a:off x="6943814" y="5396141"/>
            <a:ext cx="462032" cy="539999"/>
          </a:xfrm>
          <a:prstGeom prst="rect">
            <a:avLst/>
          </a:prstGeom>
        </p:spPr>
      </p:pic>
      <p:pic>
        <p:nvPicPr>
          <p:cNvPr id="71" name="Graphic 70">
            <a:extLst>
              <a:ext uri="{FF2B5EF4-FFF2-40B4-BE49-F238E27FC236}">
                <a16:creationId xmlns:a16="http://schemas.microsoft.com/office/drawing/2014/main" id="{70F699CE-993D-A3DA-B8C7-85FE00E1650F}"/>
              </a:ext>
            </a:extLst>
          </p:cNvPr>
          <p:cNvPicPr>
            <a:picLocks noChangeAspect="1"/>
          </p:cNvPicPr>
          <p:nvPr userDrawn="1"/>
        </p:nvPicPr>
        <p:blipFill>
          <a:blip r:embed="rId132">
            <a:extLst>
              <a:ext uri="{96DAC541-7B7A-43D3-8B79-37D633B846F1}">
                <asvg:svgBlip xmlns:asvg="http://schemas.microsoft.com/office/drawing/2016/SVG/main" r:embed="rId133"/>
              </a:ext>
            </a:extLst>
          </a:blip>
          <a:srcRect/>
          <a:stretch/>
        </p:blipFill>
        <p:spPr>
          <a:xfrm>
            <a:off x="7667288" y="5396141"/>
            <a:ext cx="450481" cy="539999"/>
          </a:xfrm>
          <a:prstGeom prst="rect">
            <a:avLst/>
          </a:prstGeom>
        </p:spPr>
      </p:pic>
      <p:pic>
        <p:nvPicPr>
          <p:cNvPr id="72" name="Graphic 71">
            <a:extLst>
              <a:ext uri="{FF2B5EF4-FFF2-40B4-BE49-F238E27FC236}">
                <a16:creationId xmlns:a16="http://schemas.microsoft.com/office/drawing/2014/main" id="{E8C56681-B07C-D89E-BEF3-4799B551E590}"/>
              </a:ext>
            </a:extLst>
          </p:cNvPr>
          <p:cNvPicPr>
            <a:picLocks noChangeAspect="1"/>
          </p:cNvPicPr>
          <p:nvPr userDrawn="1"/>
        </p:nvPicPr>
        <p:blipFill>
          <a:blip r:embed="rId134">
            <a:extLst>
              <a:ext uri="{96DAC541-7B7A-43D3-8B79-37D633B846F1}">
                <asvg:svgBlip xmlns:asvg="http://schemas.microsoft.com/office/drawing/2016/SVG/main" r:embed="rId135"/>
              </a:ext>
            </a:extLst>
          </a:blip>
          <a:srcRect/>
          <a:stretch/>
        </p:blipFill>
        <p:spPr>
          <a:xfrm>
            <a:off x="8379211" y="5396141"/>
            <a:ext cx="459144" cy="540000"/>
          </a:xfrm>
          <a:prstGeom prst="rect">
            <a:avLst/>
          </a:prstGeom>
        </p:spPr>
      </p:pic>
      <p:pic>
        <p:nvPicPr>
          <p:cNvPr id="73" name="Graphic 72">
            <a:extLst>
              <a:ext uri="{FF2B5EF4-FFF2-40B4-BE49-F238E27FC236}">
                <a16:creationId xmlns:a16="http://schemas.microsoft.com/office/drawing/2014/main" id="{9DC7AE10-5B1D-C30A-479B-9C664FEE0A9F}"/>
              </a:ext>
            </a:extLst>
          </p:cNvPr>
          <p:cNvPicPr>
            <a:picLocks noChangeAspect="1"/>
          </p:cNvPicPr>
          <p:nvPr userDrawn="1"/>
        </p:nvPicPr>
        <p:blipFill>
          <a:blip r:embed="rId136">
            <a:extLst>
              <a:ext uri="{96DAC541-7B7A-43D3-8B79-37D633B846F1}">
                <asvg:svgBlip xmlns:asvg="http://schemas.microsoft.com/office/drawing/2016/SVG/main" r:embed="rId137"/>
              </a:ext>
            </a:extLst>
          </a:blip>
          <a:srcRect/>
          <a:stretch/>
        </p:blipFill>
        <p:spPr>
          <a:xfrm>
            <a:off x="9099798" y="5396141"/>
            <a:ext cx="587093" cy="539999"/>
          </a:xfrm>
          <a:prstGeom prst="rect">
            <a:avLst/>
          </a:prstGeom>
        </p:spPr>
      </p:pic>
      <p:pic>
        <p:nvPicPr>
          <p:cNvPr id="74" name="Graphic 73">
            <a:extLst>
              <a:ext uri="{FF2B5EF4-FFF2-40B4-BE49-F238E27FC236}">
                <a16:creationId xmlns:a16="http://schemas.microsoft.com/office/drawing/2014/main" id="{08BC5A2B-4D7E-1441-F6D5-66435435BC5B}"/>
              </a:ext>
            </a:extLst>
          </p:cNvPr>
          <p:cNvPicPr>
            <a:picLocks noChangeAspect="1"/>
          </p:cNvPicPr>
          <p:nvPr userDrawn="1"/>
        </p:nvPicPr>
        <p:blipFill>
          <a:blip r:embed="rId138">
            <a:extLst>
              <a:ext uri="{96DAC541-7B7A-43D3-8B79-37D633B846F1}">
                <asvg:svgBlip xmlns:asvg="http://schemas.microsoft.com/office/drawing/2016/SVG/main" r:embed="rId139"/>
              </a:ext>
            </a:extLst>
          </a:blip>
          <a:srcRect/>
          <a:stretch/>
        </p:blipFill>
        <p:spPr>
          <a:xfrm>
            <a:off x="9948310" y="5352541"/>
            <a:ext cx="421604" cy="539999"/>
          </a:xfrm>
          <a:prstGeom prst="rect">
            <a:avLst/>
          </a:prstGeom>
        </p:spPr>
      </p:pic>
      <p:pic>
        <p:nvPicPr>
          <p:cNvPr id="75" name="Graphic 74">
            <a:extLst>
              <a:ext uri="{FF2B5EF4-FFF2-40B4-BE49-F238E27FC236}">
                <a16:creationId xmlns:a16="http://schemas.microsoft.com/office/drawing/2014/main" id="{E5C617B2-66F8-CAD8-FA08-AEF9A22886B3}"/>
              </a:ext>
            </a:extLst>
          </p:cNvPr>
          <p:cNvPicPr>
            <a:picLocks noChangeAspect="1"/>
          </p:cNvPicPr>
          <p:nvPr userDrawn="1"/>
        </p:nvPicPr>
        <p:blipFill>
          <a:blip r:embed="rId140">
            <a:extLst>
              <a:ext uri="{96DAC541-7B7A-43D3-8B79-37D633B846F1}">
                <asvg:svgBlip xmlns:asvg="http://schemas.microsoft.com/office/drawing/2016/SVG/main" r:embed="rId141"/>
              </a:ext>
            </a:extLst>
          </a:blip>
          <a:srcRect/>
          <a:stretch/>
        </p:blipFill>
        <p:spPr>
          <a:xfrm>
            <a:off x="10631333" y="5352541"/>
            <a:ext cx="540000" cy="540000"/>
          </a:xfrm>
          <a:prstGeom prst="rect">
            <a:avLst/>
          </a:prstGeom>
        </p:spPr>
      </p:pic>
      <p:pic>
        <p:nvPicPr>
          <p:cNvPr id="76" name="Graphic 75">
            <a:extLst>
              <a:ext uri="{FF2B5EF4-FFF2-40B4-BE49-F238E27FC236}">
                <a16:creationId xmlns:a16="http://schemas.microsoft.com/office/drawing/2014/main" id="{A530D250-C833-C4A2-1945-D0B5B34F7F64}"/>
              </a:ext>
            </a:extLst>
          </p:cNvPr>
          <p:cNvPicPr>
            <a:picLocks noChangeAspect="1"/>
          </p:cNvPicPr>
          <p:nvPr userDrawn="1"/>
        </p:nvPicPr>
        <p:blipFill>
          <a:blip r:embed="rId142">
            <a:extLst>
              <a:ext uri="{96DAC541-7B7A-43D3-8B79-37D633B846F1}">
                <asvg:svgBlip xmlns:asvg="http://schemas.microsoft.com/office/drawing/2016/SVG/main" r:embed="rId143"/>
              </a:ext>
            </a:extLst>
          </a:blip>
          <a:srcRect t="16550"/>
          <a:stretch/>
        </p:blipFill>
        <p:spPr>
          <a:xfrm>
            <a:off x="7551433" y="2903256"/>
            <a:ext cx="623571" cy="523172"/>
          </a:xfrm>
          <a:prstGeom prst="rect">
            <a:avLst/>
          </a:prstGeom>
        </p:spPr>
      </p:pic>
    </p:spTree>
    <p:extLst>
      <p:ext uri="{BB962C8B-B14F-4D97-AF65-F5344CB8AC3E}">
        <p14:creationId xmlns:p14="http://schemas.microsoft.com/office/powerpoint/2010/main" val="2217111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con library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DC8D65-3806-3384-B1C2-281EA302646A}"/>
              </a:ext>
            </a:extLst>
          </p:cNvPr>
          <p:cNvSpPr txBox="1">
            <a:spLocks/>
          </p:cNvSpPr>
          <p:nvPr userDrawn="1"/>
        </p:nvSpPr>
        <p:spPr>
          <a:xfrm>
            <a:off x="792000" y="602673"/>
            <a:ext cx="10608000" cy="7091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BE" sz="3200" b="1" i="0" u="none" strike="noStrike" kern="1200" cap="none" spc="0" normalizeH="0" baseline="0" noProof="0">
                <a:ln>
                  <a:noFill/>
                </a:ln>
                <a:solidFill>
                  <a:srgbClr val="123F93"/>
                </a:solidFill>
                <a:effectLst/>
                <a:uLnTx/>
                <a:uFillTx/>
                <a:latin typeface="Trebuchet MS"/>
                <a:ea typeface="+mj-ea"/>
                <a:cs typeface="+mj-cs"/>
              </a:rPr>
              <a:t>Icon library</a:t>
            </a:r>
          </a:p>
        </p:txBody>
      </p:sp>
      <p:sp>
        <p:nvSpPr>
          <p:cNvPr id="4" name="Text Placeholder 2">
            <a:extLst>
              <a:ext uri="{FF2B5EF4-FFF2-40B4-BE49-F238E27FC236}">
                <a16:creationId xmlns:a16="http://schemas.microsoft.com/office/drawing/2014/main" id="{ED4BF73C-3740-38B3-6A4E-57C482ECFD70}"/>
              </a:ext>
            </a:extLst>
          </p:cNvPr>
          <p:cNvSpPr txBox="1">
            <a:spLocks/>
          </p:cNvSpPr>
          <p:nvPr userDrawn="1"/>
        </p:nvSpPr>
        <p:spPr>
          <a:xfrm>
            <a:off x="792000" y="1370911"/>
            <a:ext cx="10608000" cy="361771"/>
          </a:xfrm>
          <a:prstGeom prst="rect">
            <a:avLst/>
          </a:prstGeom>
        </p:spPr>
        <p:txBody>
          <a:bodyPr anchor="ctr">
            <a:noAutofit/>
          </a:bodyPr>
          <a:lstStyle>
            <a:lvl1pPr marL="0" indent="0" algn="l" defTabSz="914400" rtl="0" eaLnBrk="1" latinLnBrk="0" hangingPunct="1">
              <a:lnSpc>
                <a:spcPct val="114000"/>
              </a:lnSpc>
              <a:spcBef>
                <a:spcPts val="1000"/>
              </a:spcBef>
              <a:buClr>
                <a:srgbClr val="507AC2"/>
              </a:buClr>
              <a:buFont typeface="Wingdings" panose="05000000000000000000" pitchFamily="2" charset="2"/>
              <a:buNone/>
              <a:defRPr sz="2000" b="0" kern="1200">
                <a:solidFill>
                  <a:srgbClr val="507AC2"/>
                </a:solidFill>
                <a:latin typeface="+mn-lt"/>
                <a:ea typeface="+mn-ea"/>
                <a:cs typeface="+mn-cs"/>
              </a:defRPr>
            </a:lvl1pPr>
            <a:lvl2pPr marL="457200" indent="0" algn="l" defTabSz="914400" rtl="0" eaLnBrk="1" latinLnBrk="0" hangingPunct="1">
              <a:lnSpc>
                <a:spcPct val="114000"/>
              </a:lnSpc>
              <a:spcBef>
                <a:spcPts val="500"/>
              </a:spcBef>
              <a:buClr>
                <a:srgbClr val="507AC2"/>
              </a:buClr>
              <a:buFont typeface="Wingdings" panose="05000000000000000000" pitchFamily="2" charset="2"/>
              <a:buNone/>
              <a:defRPr sz="2000" b="1" kern="1200">
                <a:solidFill>
                  <a:srgbClr val="00205F">
                    <a:alpha val="85000"/>
                  </a:srgbClr>
                </a:solidFill>
                <a:latin typeface="+mn-lt"/>
                <a:ea typeface="+mn-ea"/>
                <a:cs typeface="+mn-cs"/>
              </a:defRPr>
            </a:lvl2pPr>
            <a:lvl3pPr marL="914400" indent="0" algn="l" defTabSz="914400" rtl="0" eaLnBrk="1" latinLnBrk="0" hangingPunct="1">
              <a:lnSpc>
                <a:spcPct val="114000"/>
              </a:lnSpc>
              <a:spcBef>
                <a:spcPts val="500"/>
              </a:spcBef>
              <a:buClr>
                <a:srgbClr val="507AC2"/>
              </a:buClr>
              <a:buFont typeface="Wingdings" panose="05000000000000000000" pitchFamily="2" charset="2"/>
              <a:buNone/>
              <a:defRPr sz="1800" b="1" kern="1200">
                <a:solidFill>
                  <a:srgbClr val="00205F">
                    <a:alpha val="85000"/>
                  </a:srgbClr>
                </a:solidFill>
                <a:latin typeface="+mn-lt"/>
                <a:ea typeface="+mn-ea"/>
                <a:cs typeface="+mn-cs"/>
              </a:defRPr>
            </a:lvl3pPr>
            <a:lvl4pPr marL="13716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4pPr>
            <a:lvl5pPr marL="18288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114000"/>
              </a:lnSpc>
              <a:spcBef>
                <a:spcPts val="1000"/>
              </a:spcBef>
              <a:spcAft>
                <a:spcPts val="0"/>
              </a:spcAft>
              <a:buClr>
                <a:srgbClr val="507AC2"/>
              </a:buClr>
              <a:buSzTx/>
              <a:buFont typeface="Wingdings" panose="05000000000000000000" pitchFamily="2" charset="2"/>
              <a:buNone/>
              <a:tabLst/>
              <a:defRPr/>
            </a:pPr>
            <a:r>
              <a:rPr kumimoji="0" lang="en-US" sz="2000" b="0" i="0" u="none" strike="noStrike" kern="1200" cap="none" spc="0" normalizeH="0" baseline="0" noProof="0">
                <a:ln>
                  <a:noFill/>
                </a:ln>
                <a:solidFill>
                  <a:srgbClr val="507AC2"/>
                </a:solidFill>
                <a:effectLst/>
                <a:uLnTx/>
                <a:uFillTx/>
                <a:latin typeface="Trebuchet MS"/>
                <a:ea typeface="+mn-ea"/>
                <a:cs typeface="+mn-cs"/>
              </a:rPr>
              <a:t>Change icon color: </a:t>
            </a:r>
            <a:r>
              <a:rPr kumimoji="0" lang="en-US" sz="2000" b="1" i="1" u="none" strike="noStrike" kern="1200" cap="none" spc="0" normalizeH="0" baseline="0" noProof="0">
                <a:ln>
                  <a:noFill/>
                </a:ln>
                <a:solidFill>
                  <a:srgbClr val="507AC2"/>
                </a:solidFill>
                <a:effectLst/>
                <a:uLnTx/>
                <a:uFillTx/>
                <a:latin typeface="Trebuchet MS"/>
                <a:ea typeface="+mn-ea"/>
                <a:cs typeface="+mn-cs"/>
              </a:rPr>
              <a:t>click on graphic &gt; graphics format &gt; graphics fill</a:t>
            </a:r>
            <a:endParaRPr kumimoji="0" lang="en-BE" sz="2000" b="1" i="1" u="none" strike="noStrike" kern="1200" cap="none" spc="0" normalizeH="0" baseline="0" noProof="0">
              <a:ln>
                <a:noFill/>
              </a:ln>
              <a:solidFill>
                <a:srgbClr val="507AC2"/>
              </a:solidFill>
              <a:effectLst/>
              <a:uLnTx/>
              <a:uFillTx/>
              <a:latin typeface="Trebuchet MS"/>
              <a:ea typeface="+mn-ea"/>
              <a:cs typeface="+mn-cs"/>
            </a:endParaRPr>
          </a:p>
        </p:txBody>
      </p:sp>
      <p:pic>
        <p:nvPicPr>
          <p:cNvPr id="5" name="Graphic 4">
            <a:extLst>
              <a:ext uri="{FF2B5EF4-FFF2-40B4-BE49-F238E27FC236}">
                <a16:creationId xmlns:a16="http://schemas.microsoft.com/office/drawing/2014/main" id="{2A9DB36A-F6C1-B0AF-56A9-64B2D48B6F4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498948" y="2011369"/>
            <a:ext cx="462857" cy="540000"/>
          </a:xfrm>
          <a:prstGeom prst="rect">
            <a:avLst/>
          </a:prstGeom>
        </p:spPr>
      </p:pic>
      <p:pic>
        <p:nvPicPr>
          <p:cNvPr id="6" name="Graphic 5">
            <a:extLst>
              <a:ext uri="{FF2B5EF4-FFF2-40B4-BE49-F238E27FC236}">
                <a16:creationId xmlns:a16="http://schemas.microsoft.com/office/drawing/2014/main" id="{15268E66-C9E8-9855-8D76-AE8339BABF5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710786" y="2011369"/>
            <a:ext cx="525789" cy="540000"/>
          </a:xfrm>
          <a:prstGeom prst="rect">
            <a:avLst/>
          </a:prstGeom>
        </p:spPr>
      </p:pic>
      <p:pic>
        <p:nvPicPr>
          <p:cNvPr id="7" name="Graphic 6">
            <a:extLst>
              <a:ext uri="{FF2B5EF4-FFF2-40B4-BE49-F238E27FC236}">
                <a16:creationId xmlns:a16="http://schemas.microsoft.com/office/drawing/2014/main" id="{B78B9748-BC1D-C513-245D-55777149B49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908413" y="2011369"/>
            <a:ext cx="540000" cy="540000"/>
          </a:xfrm>
          <a:prstGeom prst="rect">
            <a:avLst/>
          </a:prstGeom>
        </p:spPr>
      </p:pic>
      <p:pic>
        <p:nvPicPr>
          <p:cNvPr id="8" name="Graphic 7">
            <a:extLst>
              <a:ext uri="{FF2B5EF4-FFF2-40B4-BE49-F238E27FC236}">
                <a16:creationId xmlns:a16="http://schemas.microsoft.com/office/drawing/2014/main" id="{4EFCF601-0668-98B4-87A8-67B55D8FE19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131754" y="2011369"/>
            <a:ext cx="514286" cy="540000"/>
          </a:xfrm>
          <a:prstGeom prst="rect">
            <a:avLst/>
          </a:prstGeom>
        </p:spPr>
      </p:pic>
      <p:pic>
        <p:nvPicPr>
          <p:cNvPr id="9" name="Graphic 8">
            <a:extLst>
              <a:ext uri="{FF2B5EF4-FFF2-40B4-BE49-F238E27FC236}">
                <a16:creationId xmlns:a16="http://schemas.microsoft.com/office/drawing/2014/main" id="{79A259C0-DA6D-3520-4ADA-9DB6F049A9AB}"/>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218893" y="2011369"/>
            <a:ext cx="306818" cy="540000"/>
          </a:xfrm>
          <a:prstGeom prst="rect">
            <a:avLst/>
          </a:prstGeom>
        </p:spPr>
      </p:pic>
      <p:pic>
        <p:nvPicPr>
          <p:cNvPr id="10" name="Graphic 9">
            <a:extLst>
              <a:ext uri="{FF2B5EF4-FFF2-40B4-BE49-F238E27FC236}">
                <a16:creationId xmlns:a16="http://schemas.microsoft.com/office/drawing/2014/main" id="{2638DE6F-35FF-7B2C-4996-89201501FC28}"/>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229017" y="2011369"/>
            <a:ext cx="623077" cy="540000"/>
          </a:xfrm>
          <a:prstGeom prst="rect">
            <a:avLst/>
          </a:prstGeom>
        </p:spPr>
      </p:pic>
      <p:pic>
        <p:nvPicPr>
          <p:cNvPr id="11" name="Graphic 10">
            <a:extLst>
              <a:ext uri="{FF2B5EF4-FFF2-40B4-BE49-F238E27FC236}">
                <a16:creationId xmlns:a16="http://schemas.microsoft.com/office/drawing/2014/main" id="{A6A2BB9C-B68C-B061-6BEC-C20FD310A8C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2666500" y="2011369"/>
            <a:ext cx="282857" cy="540000"/>
          </a:xfrm>
          <a:prstGeom prst="rect">
            <a:avLst/>
          </a:prstGeom>
        </p:spPr>
      </p:pic>
      <p:pic>
        <p:nvPicPr>
          <p:cNvPr id="12" name="Graphic 11">
            <a:extLst>
              <a:ext uri="{FF2B5EF4-FFF2-40B4-BE49-F238E27FC236}">
                <a16:creationId xmlns:a16="http://schemas.microsoft.com/office/drawing/2014/main" id="{0A1960CD-7E1F-3BF5-0BC6-555C156A0B14}"/>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895931" y="2011369"/>
            <a:ext cx="490909" cy="540000"/>
          </a:xfrm>
          <a:prstGeom prst="rect">
            <a:avLst/>
          </a:prstGeom>
        </p:spPr>
      </p:pic>
      <p:pic>
        <p:nvPicPr>
          <p:cNvPr id="13" name="Graphic 12">
            <a:extLst>
              <a:ext uri="{FF2B5EF4-FFF2-40B4-BE49-F238E27FC236}">
                <a16:creationId xmlns:a16="http://schemas.microsoft.com/office/drawing/2014/main" id="{447F2474-51E7-B6B7-0535-2F17A22B0492}"/>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791999" y="2011369"/>
            <a:ext cx="818182" cy="540000"/>
          </a:xfrm>
          <a:prstGeom prst="rect">
            <a:avLst/>
          </a:prstGeom>
        </p:spPr>
      </p:pic>
      <p:pic>
        <p:nvPicPr>
          <p:cNvPr id="14" name="Graphic 13">
            <a:extLst>
              <a:ext uri="{FF2B5EF4-FFF2-40B4-BE49-F238E27FC236}">
                <a16:creationId xmlns:a16="http://schemas.microsoft.com/office/drawing/2014/main" id="{97D7CD6B-11DF-B08D-F66A-6D2FE8810BFB}"/>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1588133" y="2924632"/>
            <a:ext cx="540000" cy="540000"/>
          </a:xfrm>
          <a:prstGeom prst="rect">
            <a:avLst/>
          </a:prstGeom>
        </p:spPr>
      </p:pic>
      <p:pic>
        <p:nvPicPr>
          <p:cNvPr id="15" name="Graphic 14">
            <a:extLst>
              <a:ext uri="{FF2B5EF4-FFF2-40B4-BE49-F238E27FC236}">
                <a16:creationId xmlns:a16="http://schemas.microsoft.com/office/drawing/2014/main" id="{A352D001-A747-A3EE-2627-8B3617E0C79D}"/>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791999" y="2924632"/>
            <a:ext cx="540000" cy="540000"/>
          </a:xfrm>
          <a:prstGeom prst="rect">
            <a:avLst/>
          </a:prstGeom>
        </p:spPr>
      </p:pic>
      <p:pic>
        <p:nvPicPr>
          <p:cNvPr id="16" name="Graphic 15">
            <a:extLst>
              <a:ext uri="{FF2B5EF4-FFF2-40B4-BE49-F238E27FC236}">
                <a16:creationId xmlns:a16="http://schemas.microsoft.com/office/drawing/2014/main" id="{23C4D136-3986-3FF4-6613-480ADAE271A4}"/>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2379068" y="2924632"/>
            <a:ext cx="506250" cy="540000"/>
          </a:xfrm>
          <a:prstGeom prst="rect">
            <a:avLst/>
          </a:prstGeom>
        </p:spPr>
      </p:pic>
      <p:pic>
        <p:nvPicPr>
          <p:cNvPr id="17" name="Graphic 16">
            <a:extLst>
              <a:ext uri="{FF2B5EF4-FFF2-40B4-BE49-F238E27FC236}">
                <a16:creationId xmlns:a16="http://schemas.microsoft.com/office/drawing/2014/main" id="{B0BAB8C3-0DC6-501B-20F6-4A95A9347C81}"/>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3136253" y="2924632"/>
            <a:ext cx="540000" cy="540000"/>
          </a:xfrm>
          <a:prstGeom prst="rect">
            <a:avLst/>
          </a:prstGeom>
        </p:spPr>
      </p:pic>
      <p:pic>
        <p:nvPicPr>
          <p:cNvPr id="18" name="Graphic 17">
            <a:extLst>
              <a:ext uri="{FF2B5EF4-FFF2-40B4-BE49-F238E27FC236}">
                <a16:creationId xmlns:a16="http://schemas.microsoft.com/office/drawing/2014/main" id="{E0B73EDD-150F-968D-3925-E8AB02F26358}"/>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4553123" y="2924632"/>
            <a:ext cx="524571" cy="540000"/>
          </a:xfrm>
          <a:prstGeom prst="rect">
            <a:avLst/>
          </a:prstGeom>
        </p:spPr>
      </p:pic>
      <p:pic>
        <p:nvPicPr>
          <p:cNvPr id="19" name="Graphic 18">
            <a:extLst>
              <a:ext uri="{FF2B5EF4-FFF2-40B4-BE49-F238E27FC236}">
                <a16:creationId xmlns:a16="http://schemas.microsoft.com/office/drawing/2014/main" id="{E067D256-367D-C47E-481D-883B79D734FB}"/>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3927188" y="2924632"/>
            <a:ext cx="375000" cy="540000"/>
          </a:xfrm>
          <a:prstGeom prst="rect">
            <a:avLst/>
          </a:prstGeom>
        </p:spPr>
      </p:pic>
      <p:pic>
        <p:nvPicPr>
          <p:cNvPr id="20" name="Graphic 19">
            <a:extLst>
              <a:ext uri="{FF2B5EF4-FFF2-40B4-BE49-F238E27FC236}">
                <a16:creationId xmlns:a16="http://schemas.microsoft.com/office/drawing/2014/main" id="{7258FD53-2A77-C663-9DF5-09F715BCC057}"/>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6119564" y="2924632"/>
            <a:ext cx="557419" cy="540000"/>
          </a:xfrm>
          <a:prstGeom prst="rect">
            <a:avLst/>
          </a:prstGeom>
        </p:spPr>
      </p:pic>
      <p:pic>
        <p:nvPicPr>
          <p:cNvPr id="21" name="Graphic 20">
            <a:extLst>
              <a:ext uri="{FF2B5EF4-FFF2-40B4-BE49-F238E27FC236}">
                <a16:creationId xmlns:a16="http://schemas.microsoft.com/office/drawing/2014/main" id="{7EA8F418-76AB-0015-D4AA-8C49A36CE594}"/>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5328629" y="2924632"/>
            <a:ext cx="540000" cy="540000"/>
          </a:xfrm>
          <a:prstGeom prst="rect">
            <a:avLst/>
          </a:prstGeom>
        </p:spPr>
      </p:pic>
      <p:pic>
        <p:nvPicPr>
          <p:cNvPr id="22" name="Graphic 21">
            <a:extLst>
              <a:ext uri="{FF2B5EF4-FFF2-40B4-BE49-F238E27FC236}">
                <a16:creationId xmlns:a16="http://schemas.microsoft.com/office/drawing/2014/main" id="{6DC32670-9856-6FF4-F5A6-70CE280BB14C}"/>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6927918" y="2924632"/>
            <a:ext cx="495000" cy="540000"/>
          </a:xfrm>
          <a:prstGeom prst="rect">
            <a:avLst/>
          </a:prstGeom>
        </p:spPr>
      </p:pic>
      <p:pic>
        <p:nvPicPr>
          <p:cNvPr id="23" name="Graphic 22">
            <a:extLst>
              <a:ext uri="{FF2B5EF4-FFF2-40B4-BE49-F238E27FC236}">
                <a16:creationId xmlns:a16="http://schemas.microsoft.com/office/drawing/2014/main" id="{44D05DA7-77DC-B4EF-BBB8-EBF34B4B5FA1}"/>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7673853" y="2924632"/>
            <a:ext cx="478286" cy="540000"/>
          </a:xfrm>
          <a:prstGeom prst="rect">
            <a:avLst/>
          </a:prstGeom>
        </p:spPr>
      </p:pic>
      <p:pic>
        <p:nvPicPr>
          <p:cNvPr id="24" name="Graphic 23">
            <a:extLst>
              <a:ext uri="{FF2B5EF4-FFF2-40B4-BE49-F238E27FC236}">
                <a16:creationId xmlns:a16="http://schemas.microsoft.com/office/drawing/2014/main" id="{BC9E3ACA-B678-CF37-F50B-EC4614C51DEB}"/>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8403074" y="2924632"/>
            <a:ext cx="523636" cy="540000"/>
          </a:xfrm>
          <a:prstGeom prst="rect">
            <a:avLst/>
          </a:prstGeom>
        </p:spPr>
      </p:pic>
      <p:pic>
        <p:nvPicPr>
          <p:cNvPr id="25" name="Graphic 24">
            <a:extLst>
              <a:ext uri="{FF2B5EF4-FFF2-40B4-BE49-F238E27FC236}">
                <a16:creationId xmlns:a16="http://schemas.microsoft.com/office/drawing/2014/main" id="{CD154156-11D3-21C8-5E07-351425902EEA}"/>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9178489" y="2924632"/>
            <a:ext cx="555882" cy="540000"/>
          </a:xfrm>
          <a:prstGeom prst="rect">
            <a:avLst/>
          </a:prstGeom>
        </p:spPr>
      </p:pic>
      <p:pic>
        <p:nvPicPr>
          <p:cNvPr id="26" name="Graphic 25">
            <a:extLst>
              <a:ext uri="{FF2B5EF4-FFF2-40B4-BE49-F238E27FC236}">
                <a16:creationId xmlns:a16="http://schemas.microsoft.com/office/drawing/2014/main" id="{ED1182DC-8D43-C55E-9875-870D501470B9}"/>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9985316" y="2924632"/>
            <a:ext cx="557419" cy="540000"/>
          </a:xfrm>
          <a:prstGeom prst="rect">
            <a:avLst/>
          </a:prstGeom>
        </p:spPr>
      </p:pic>
      <p:pic>
        <p:nvPicPr>
          <p:cNvPr id="27" name="Graphic 26">
            <a:extLst>
              <a:ext uri="{FF2B5EF4-FFF2-40B4-BE49-F238E27FC236}">
                <a16:creationId xmlns:a16="http://schemas.microsoft.com/office/drawing/2014/main" id="{FA676DDB-C663-5FA1-4E06-8663D74C3F9F}"/>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0804921" y="2924632"/>
            <a:ext cx="720000" cy="540000"/>
          </a:xfrm>
          <a:prstGeom prst="rect">
            <a:avLst/>
          </a:prstGeom>
        </p:spPr>
      </p:pic>
      <p:pic>
        <p:nvPicPr>
          <p:cNvPr id="28" name="Graphic 27">
            <a:extLst>
              <a:ext uri="{FF2B5EF4-FFF2-40B4-BE49-F238E27FC236}">
                <a16:creationId xmlns:a16="http://schemas.microsoft.com/office/drawing/2014/main" id="{7933768B-8268-A670-E7F7-D7A8FBF3608D}"/>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832908" y="3748529"/>
            <a:ext cx="458182" cy="540000"/>
          </a:xfrm>
          <a:prstGeom prst="rect">
            <a:avLst/>
          </a:prstGeom>
        </p:spPr>
      </p:pic>
      <p:pic>
        <p:nvPicPr>
          <p:cNvPr id="29" name="Graphic 28">
            <a:extLst>
              <a:ext uri="{FF2B5EF4-FFF2-40B4-BE49-F238E27FC236}">
                <a16:creationId xmlns:a16="http://schemas.microsoft.com/office/drawing/2014/main" id="{3A681BC2-D72E-D95D-9729-122408B7380A}"/>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1588133" y="3748529"/>
            <a:ext cx="540000" cy="540000"/>
          </a:xfrm>
          <a:prstGeom prst="rect">
            <a:avLst/>
          </a:prstGeom>
        </p:spPr>
      </p:pic>
      <p:pic>
        <p:nvPicPr>
          <p:cNvPr id="30" name="Graphic 29">
            <a:extLst>
              <a:ext uri="{FF2B5EF4-FFF2-40B4-BE49-F238E27FC236}">
                <a16:creationId xmlns:a16="http://schemas.microsoft.com/office/drawing/2014/main" id="{18ABBE52-3330-B277-8796-E09FFA555407}"/>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2425176" y="3748529"/>
            <a:ext cx="574839" cy="540000"/>
          </a:xfrm>
          <a:prstGeom prst="rect">
            <a:avLst/>
          </a:prstGeom>
        </p:spPr>
      </p:pic>
      <p:pic>
        <p:nvPicPr>
          <p:cNvPr id="31" name="Graphic 30">
            <a:extLst>
              <a:ext uri="{FF2B5EF4-FFF2-40B4-BE49-F238E27FC236}">
                <a16:creationId xmlns:a16="http://schemas.microsoft.com/office/drawing/2014/main" id="{D7F2882A-26A8-4EDF-118F-3CA3A3B42446}"/>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3297058" y="3748529"/>
            <a:ext cx="370286" cy="540000"/>
          </a:xfrm>
          <a:prstGeom prst="rect">
            <a:avLst/>
          </a:prstGeom>
        </p:spPr>
      </p:pic>
      <p:pic>
        <p:nvPicPr>
          <p:cNvPr id="32" name="Graphic 31">
            <a:extLst>
              <a:ext uri="{FF2B5EF4-FFF2-40B4-BE49-F238E27FC236}">
                <a16:creationId xmlns:a16="http://schemas.microsoft.com/office/drawing/2014/main" id="{3ECA148E-BB5F-3E03-914F-307750A673ED}"/>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3964387" y="3748529"/>
            <a:ext cx="507273" cy="540000"/>
          </a:xfrm>
          <a:prstGeom prst="rect">
            <a:avLst/>
          </a:prstGeom>
        </p:spPr>
      </p:pic>
      <p:pic>
        <p:nvPicPr>
          <p:cNvPr id="33" name="Graphic 32">
            <a:extLst>
              <a:ext uri="{FF2B5EF4-FFF2-40B4-BE49-F238E27FC236}">
                <a16:creationId xmlns:a16="http://schemas.microsoft.com/office/drawing/2014/main" id="{82F41B20-11C8-05EE-0380-489C51724EA8}"/>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4768703" y="3748529"/>
            <a:ext cx="480000" cy="540000"/>
          </a:xfrm>
          <a:prstGeom prst="rect">
            <a:avLst/>
          </a:prstGeom>
        </p:spPr>
      </p:pic>
      <p:pic>
        <p:nvPicPr>
          <p:cNvPr id="34" name="Graphic 33">
            <a:extLst>
              <a:ext uri="{FF2B5EF4-FFF2-40B4-BE49-F238E27FC236}">
                <a16:creationId xmlns:a16="http://schemas.microsoft.com/office/drawing/2014/main" id="{BE771FD3-6B75-2952-AAD3-D5A9DC58EBA6}"/>
              </a:ext>
            </a:extLst>
          </p:cNvPr>
          <p:cNvPicPr>
            <a:picLocks noChangeAspect="1"/>
          </p:cNvPicPr>
          <p:nvPr userDrawn="1"/>
        </p:nvPicPr>
        <p:blipFill>
          <a:blip r:embed="rId60">
            <a:extLst>
              <a:ext uri="{96DAC541-7B7A-43D3-8B79-37D633B846F1}">
                <asvg:svgBlip xmlns:asvg="http://schemas.microsoft.com/office/drawing/2016/SVG/main" r:embed="rId61"/>
              </a:ext>
            </a:extLst>
          </a:blip>
          <a:srcRect/>
          <a:stretch/>
        </p:blipFill>
        <p:spPr>
          <a:xfrm>
            <a:off x="5538693" y="3741570"/>
            <a:ext cx="551250" cy="540000"/>
          </a:xfrm>
          <a:prstGeom prst="rect">
            <a:avLst/>
          </a:prstGeom>
        </p:spPr>
      </p:pic>
      <p:pic>
        <p:nvPicPr>
          <p:cNvPr id="35" name="Graphic 34">
            <a:extLst>
              <a:ext uri="{FF2B5EF4-FFF2-40B4-BE49-F238E27FC236}">
                <a16:creationId xmlns:a16="http://schemas.microsoft.com/office/drawing/2014/main" id="{B2BCFA6D-2BE0-F3FD-7E75-FB2C3D8ED323}"/>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6332792" y="3755428"/>
            <a:ext cx="367423" cy="540000"/>
          </a:xfrm>
          <a:prstGeom prst="rect">
            <a:avLst/>
          </a:prstGeom>
        </p:spPr>
      </p:pic>
      <p:pic>
        <p:nvPicPr>
          <p:cNvPr id="36" name="Graphic 35">
            <a:extLst>
              <a:ext uri="{FF2B5EF4-FFF2-40B4-BE49-F238E27FC236}">
                <a16:creationId xmlns:a16="http://schemas.microsoft.com/office/drawing/2014/main" id="{D95AC280-CE43-8464-C7AF-5D1DF8DCEC5C}"/>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6940845" y="3760478"/>
            <a:ext cx="540000" cy="540000"/>
          </a:xfrm>
          <a:prstGeom prst="rect">
            <a:avLst/>
          </a:prstGeom>
        </p:spPr>
      </p:pic>
      <p:pic>
        <p:nvPicPr>
          <p:cNvPr id="37" name="Graphic 36">
            <a:extLst>
              <a:ext uri="{FF2B5EF4-FFF2-40B4-BE49-F238E27FC236}">
                <a16:creationId xmlns:a16="http://schemas.microsoft.com/office/drawing/2014/main" id="{A894D721-3030-1AE6-2C45-EE50B8DA2822}"/>
              </a:ext>
            </a:extLst>
          </p:cNvPr>
          <p:cNvPicPr>
            <a:picLocks noChangeAspect="1"/>
          </p:cNvPicPr>
          <p:nvPr userDrawn="1"/>
        </p:nvPicPr>
        <p:blipFill>
          <a:blip r:embed="rId66">
            <a:extLst>
              <a:ext uri="{96DAC541-7B7A-43D3-8B79-37D633B846F1}">
                <asvg:svgBlip xmlns:asvg="http://schemas.microsoft.com/office/drawing/2016/SVG/main" r:embed="rId67"/>
              </a:ext>
            </a:extLst>
          </a:blip>
          <a:srcRect/>
          <a:stretch/>
        </p:blipFill>
        <p:spPr>
          <a:xfrm>
            <a:off x="1508643" y="4538539"/>
            <a:ext cx="512164" cy="540000"/>
          </a:xfrm>
          <a:prstGeom prst="rect">
            <a:avLst/>
          </a:prstGeom>
        </p:spPr>
      </p:pic>
      <p:pic>
        <p:nvPicPr>
          <p:cNvPr id="38" name="Graphic 37">
            <a:extLst>
              <a:ext uri="{FF2B5EF4-FFF2-40B4-BE49-F238E27FC236}">
                <a16:creationId xmlns:a16="http://schemas.microsoft.com/office/drawing/2014/main" id="{9FA99E27-77F7-4108-DDEC-BE008F91076E}"/>
              </a:ext>
            </a:extLst>
          </p:cNvPr>
          <p:cNvPicPr>
            <a:picLocks noChangeAspect="1"/>
          </p:cNvPicPr>
          <p:nvPr userDrawn="1"/>
        </p:nvPicPr>
        <p:blipFill>
          <a:blip r:embed="rId68">
            <a:extLst>
              <a:ext uri="{96DAC541-7B7A-43D3-8B79-37D633B846F1}">
                <asvg:svgBlip xmlns:asvg="http://schemas.microsoft.com/office/drawing/2016/SVG/main" r:embed="rId69"/>
              </a:ext>
            </a:extLst>
          </a:blip>
          <a:srcRect/>
          <a:stretch/>
        </p:blipFill>
        <p:spPr>
          <a:xfrm>
            <a:off x="2253702" y="4551740"/>
            <a:ext cx="489896" cy="540000"/>
          </a:xfrm>
          <a:prstGeom prst="rect">
            <a:avLst/>
          </a:prstGeom>
        </p:spPr>
      </p:pic>
      <p:pic>
        <p:nvPicPr>
          <p:cNvPr id="39" name="Graphic 38">
            <a:extLst>
              <a:ext uri="{FF2B5EF4-FFF2-40B4-BE49-F238E27FC236}">
                <a16:creationId xmlns:a16="http://schemas.microsoft.com/office/drawing/2014/main" id="{39DAAC89-E286-0C58-CAFC-4BE0F3DBD277}"/>
              </a:ext>
            </a:extLst>
          </p:cNvPr>
          <p:cNvPicPr>
            <a:picLocks noChangeAspect="1"/>
          </p:cNvPicPr>
          <p:nvPr userDrawn="1"/>
        </p:nvPicPr>
        <p:blipFill>
          <a:blip r:embed="rId70">
            <a:extLst>
              <a:ext uri="{96DAC541-7B7A-43D3-8B79-37D633B846F1}">
                <asvg:svgBlip xmlns:asvg="http://schemas.microsoft.com/office/drawing/2016/SVG/main" r:embed="rId71"/>
              </a:ext>
            </a:extLst>
          </a:blip>
          <a:stretch>
            <a:fillRect/>
          </a:stretch>
        </p:blipFill>
        <p:spPr>
          <a:xfrm>
            <a:off x="7721475" y="3708740"/>
            <a:ext cx="292500" cy="540000"/>
          </a:xfrm>
          <a:prstGeom prst="rect">
            <a:avLst/>
          </a:prstGeom>
        </p:spPr>
      </p:pic>
      <p:pic>
        <p:nvPicPr>
          <p:cNvPr id="40" name="Graphic 39">
            <a:extLst>
              <a:ext uri="{FF2B5EF4-FFF2-40B4-BE49-F238E27FC236}">
                <a16:creationId xmlns:a16="http://schemas.microsoft.com/office/drawing/2014/main" id="{3678E8BD-142A-8FE4-E9D1-EF18BDB8AEEF}"/>
              </a:ext>
            </a:extLst>
          </p:cNvPr>
          <p:cNvPicPr>
            <a:picLocks noChangeAspect="1"/>
          </p:cNvPicPr>
          <p:nvPr userDrawn="1"/>
        </p:nvPicPr>
        <p:blipFill>
          <a:blip r:embed="rId72">
            <a:extLst>
              <a:ext uri="{96DAC541-7B7A-43D3-8B79-37D633B846F1}">
                <asvg:svgBlip xmlns:asvg="http://schemas.microsoft.com/office/drawing/2016/SVG/main" r:embed="rId73"/>
              </a:ext>
            </a:extLst>
          </a:blip>
          <a:stretch>
            <a:fillRect/>
          </a:stretch>
        </p:blipFill>
        <p:spPr>
          <a:xfrm>
            <a:off x="5163099" y="4565044"/>
            <a:ext cx="540000" cy="540000"/>
          </a:xfrm>
          <a:prstGeom prst="rect">
            <a:avLst/>
          </a:prstGeom>
        </p:spPr>
      </p:pic>
      <p:pic>
        <p:nvPicPr>
          <p:cNvPr id="41" name="Graphic 40">
            <a:extLst>
              <a:ext uri="{FF2B5EF4-FFF2-40B4-BE49-F238E27FC236}">
                <a16:creationId xmlns:a16="http://schemas.microsoft.com/office/drawing/2014/main" id="{67211D60-904A-A8F7-D81F-B92ECAC93D23}"/>
              </a:ext>
            </a:extLst>
          </p:cNvPr>
          <p:cNvPicPr>
            <a:picLocks noChangeAspect="1"/>
          </p:cNvPicPr>
          <p:nvPr userDrawn="1"/>
        </p:nvPicPr>
        <p:blipFill>
          <a:blip r:embed="rId74">
            <a:extLst>
              <a:ext uri="{96DAC541-7B7A-43D3-8B79-37D633B846F1}">
                <asvg:svgBlip xmlns:asvg="http://schemas.microsoft.com/office/drawing/2016/SVG/main" r:embed="rId75"/>
              </a:ext>
            </a:extLst>
          </a:blip>
          <a:srcRect/>
          <a:stretch/>
        </p:blipFill>
        <p:spPr>
          <a:xfrm>
            <a:off x="4387473" y="4538539"/>
            <a:ext cx="540000" cy="540000"/>
          </a:xfrm>
          <a:prstGeom prst="rect">
            <a:avLst/>
          </a:prstGeom>
        </p:spPr>
      </p:pic>
      <p:pic>
        <p:nvPicPr>
          <p:cNvPr id="42" name="Graphic 41">
            <a:extLst>
              <a:ext uri="{FF2B5EF4-FFF2-40B4-BE49-F238E27FC236}">
                <a16:creationId xmlns:a16="http://schemas.microsoft.com/office/drawing/2014/main" id="{B9B0A3A4-24A1-0AB9-62EC-CDF7D1995DE1}"/>
              </a:ext>
            </a:extLst>
          </p:cNvPr>
          <p:cNvPicPr>
            <a:picLocks noChangeAspect="1"/>
          </p:cNvPicPr>
          <p:nvPr userDrawn="1"/>
        </p:nvPicPr>
        <p:blipFill>
          <a:blip r:embed="rId76">
            <a:extLst>
              <a:ext uri="{96DAC541-7B7A-43D3-8B79-37D633B846F1}">
                <asvg:svgBlip xmlns:asvg="http://schemas.microsoft.com/office/drawing/2016/SVG/main" r:embed="rId77"/>
              </a:ext>
            </a:extLst>
          </a:blip>
          <a:srcRect/>
          <a:stretch/>
        </p:blipFill>
        <p:spPr>
          <a:xfrm>
            <a:off x="2974585" y="4565044"/>
            <a:ext cx="528750" cy="540000"/>
          </a:xfrm>
          <a:prstGeom prst="rect">
            <a:avLst/>
          </a:prstGeom>
        </p:spPr>
      </p:pic>
      <p:pic>
        <p:nvPicPr>
          <p:cNvPr id="43" name="Graphic 42">
            <a:extLst>
              <a:ext uri="{FF2B5EF4-FFF2-40B4-BE49-F238E27FC236}">
                <a16:creationId xmlns:a16="http://schemas.microsoft.com/office/drawing/2014/main" id="{CD2A8F98-E056-E244-C36D-B6EE5882845B}"/>
              </a:ext>
            </a:extLst>
          </p:cNvPr>
          <p:cNvPicPr>
            <a:picLocks noChangeAspect="1"/>
          </p:cNvPicPr>
          <p:nvPr userDrawn="1"/>
        </p:nvPicPr>
        <p:blipFill>
          <a:blip r:embed="rId78">
            <a:extLst>
              <a:ext uri="{96DAC541-7B7A-43D3-8B79-37D633B846F1}">
                <asvg:svgBlip xmlns:asvg="http://schemas.microsoft.com/office/drawing/2016/SVG/main" r:embed="rId79"/>
              </a:ext>
            </a:extLst>
          </a:blip>
          <a:srcRect/>
          <a:stretch/>
        </p:blipFill>
        <p:spPr>
          <a:xfrm>
            <a:off x="3734321" y="4516551"/>
            <a:ext cx="417525" cy="540000"/>
          </a:xfrm>
          <a:prstGeom prst="rect">
            <a:avLst/>
          </a:prstGeom>
        </p:spPr>
      </p:pic>
      <p:pic>
        <p:nvPicPr>
          <p:cNvPr id="44" name="Graphic 43">
            <a:extLst>
              <a:ext uri="{FF2B5EF4-FFF2-40B4-BE49-F238E27FC236}">
                <a16:creationId xmlns:a16="http://schemas.microsoft.com/office/drawing/2014/main" id="{402DEA34-7D2A-E7CA-B6FC-C2E2FA301C9D}"/>
              </a:ext>
            </a:extLst>
          </p:cNvPr>
          <p:cNvPicPr>
            <a:picLocks noChangeAspect="1"/>
          </p:cNvPicPr>
          <p:nvPr userDrawn="1"/>
        </p:nvPicPr>
        <p:blipFill>
          <a:blip r:embed="rId80">
            <a:extLst>
              <a:ext uri="{96DAC541-7B7A-43D3-8B79-37D633B846F1}">
                <asvg:svgBlip xmlns:asvg="http://schemas.microsoft.com/office/drawing/2016/SVG/main" r:embed="rId81"/>
              </a:ext>
            </a:extLst>
          </a:blip>
          <a:srcRect/>
          <a:stretch/>
        </p:blipFill>
        <p:spPr>
          <a:xfrm>
            <a:off x="10279558" y="3739449"/>
            <a:ext cx="367422" cy="540000"/>
          </a:xfrm>
          <a:prstGeom prst="rect">
            <a:avLst/>
          </a:prstGeom>
        </p:spPr>
      </p:pic>
      <p:pic>
        <p:nvPicPr>
          <p:cNvPr id="45" name="Graphic 44">
            <a:extLst>
              <a:ext uri="{FF2B5EF4-FFF2-40B4-BE49-F238E27FC236}">
                <a16:creationId xmlns:a16="http://schemas.microsoft.com/office/drawing/2014/main" id="{FB7E3579-A140-9E68-C4D2-88FFBD7B8D4F}"/>
              </a:ext>
            </a:extLst>
          </p:cNvPr>
          <p:cNvPicPr>
            <a:picLocks noChangeAspect="1"/>
          </p:cNvPicPr>
          <p:nvPr userDrawn="1"/>
        </p:nvPicPr>
        <p:blipFill>
          <a:blip r:embed="rId82">
            <a:extLst>
              <a:ext uri="{96DAC541-7B7A-43D3-8B79-37D633B846F1}">
                <asvg:svgBlip xmlns:asvg="http://schemas.microsoft.com/office/drawing/2016/SVG/main" r:embed="rId83"/>
              </a:ext>
            </a:extLst>
          </a:blip>
          <a:srcRect/>
          <a:stretch/>
        </p:blipFill>
        <p:spPr>
          <a:xfrm>
            <a:off x="9602666" y="3762864"/>
            <a:ext cx="378556" cy="540000"/>
          </a:xfrm>
          <a:prstGeom prst="rect">
            <a:avLst/>
          </a:prstGeom>
        </p:spPr>
      </p:pic>
      <p:pic>
        <p:nvPicPr>
          <p:cNvPr id="46" name="Graphic 45">
            <a:extLst>
              <a:ext uri="{FF2B5EF4-FFF2-40B4-BE49-F238E27FC236}">
                <a16:creationId xmlns:a16="http://schemas.microsoft.com/office/drawing/2014/main" id="{A00D9D68-A0AB-718E-7FF0-2CBA5A89BCDB}"/>
              </a:ext>
            </a:extLst>
          </p:cNvPr>
          <p:cNvPicPr>
            <a:picLocks noChangeAspect="1"/>
          </p:cNvPicPr>
          <p:nvPr userDrawn="1"/>
        </p:nvPicPr>
        <p:blipFill>
          <a:blip r:embed="rId84">
            <a:extLst>
              <a:ext uri="{96DAC541-7B7A-43D3-8B79-37D633B846F1}">
                <asvg:svgBlip xmlns:asvg="http://schemas.microsoft.com/office/drawing/2016/SVG/main" r:embed="rId85"/>
              </a:ext>
            </a:extLst>
          </a:blip>
          <a:stretch>
            <a:fillRect/>
          </a:stretch>
        </p:blipFill>
        <p:spPr>
          <a:xfrm>
            <a:off x="8254605" y="3736790"/>
            <a:ext cx="363673" cy="540000"/>
          </a:xfrm>
          <a:prstGeom prst="rect">
            <a:avLst/>
          </a:prstGeom>
        </p:spPr>
      </p:pic>
      <p:pic>
        <p:nvPicPr>
          <p:cNvPr id="47" name="Graphic 46">
            <a:extLst>
              <a:ext uri="{FF2B5EF4-FFF2-40B4-BE49-F238E27FC236}">
                <a16:creationId xmlns:a16="http://schemas.microsoft.com/office/drawing/2014/main" id="{FC77F7E2-CB51-D2DE-0406-32F7C6385320}"/>
              </a:ext>
            </a:extLst>
          </p:cNvPr>
          <p:cNvPicPr>
            <a:picLocks noChangeAspect="1"/>
          </p:cNvPicPr>
          <p:nvPr userDrawn="1"/>
        </p:nvPicPr>
        <p:blipFill>
          <a:blip r:embed="rId86">
            <a:extLst>
              <a:ext uri="{96DAC541-7B7A-43D3-8B79-37D633B846F1}">
                <asvg:svgBlip xmlns:asvg="http://schemas.microsoft.com/office/drawing/2016/SVG/main" r:embed="rId87"/>
              </a:ext>
            </a:extLst>
          </a:blip>
          <a:stretch>
            <a:fillRect/>
          </a:stretch>
        </p:blipFill>
        <p:spPr>
          <a:xfrm>
            <a:off x="7443272" y="4556294"/>
            <a:ext cx="456495" cy="540000"/>
          </a:xfrm>
          <a:prstGeom prst="rect">
            <a:avLst/>
          </a:prstGeom>
        </p:spPr>
      </p:pic>
      <p:pic>
        <p:nvPicPr>
          <p:cNvPr id="48" name="Graphic 47">
            <a:extLst>
              <a:ext uri="{FF2B5EF4-FFF2-40B4-BE49-F238E27FC236}">
                <a16:creationId xmlns:a16="http://schemas.microsoft.com/office/drawing/2014/main" id="{8F38A421-88CC-2715-5659-C044F7204C31}"/>
              </a:ext>
            </a:extLst>
          </p:cNvPr>
          <p:cNvPicPr>
            <a:picLocks noChangeAspect="1"/>
          </p:cNvPicPr>
          <p:nvPr userDrawn="1"/>
        </p:nvPicPr>
        <p:blipFill>
          <a:blip r:embed="rId88">
            <a:extLst>
              <a:ext uri="{96DAC541-7B7A-43D3-8B79-37D633B846F1}">
                <asvg:svgBlip xmlns:asvg="http://schemas.microsoft.com/office/drawing/2016/SVG/main" r:embed="rId89"/>
              </a:ext>
            </a:extLst>
          </a:blip>
          <a:srcRect/>
          <a:stretch/>
        </p:blipFill>
        <p:spPr>
          <a:xfrm>
            <a:off x="786374" y="4549407"/>
            <a:ext cx="489375" cy="540000"/>
          </a:xfrm>
          <a:prstGeom prst="rect">
            <a:avLst/>
          </a:prstGeom>
        </p:spPr>
      </p:pic>
      <p:pic>
        <p:nvPicPr>
          <p:cNvPr id="49" name="Graphic 48">
            <a:extLst>
              <a:ext uri="{FF2B5EF4-FFF2-40B4-BE49-F238E27FC236}">
                <a16:creationId xmlns:a16="http://schemas.microsoft.com/office/drawing/2014/main" id="{B3455157-B637-E258-CA0E-5ED142EF834F}"/>
              </a:ext>
            </a:extLst>
          </p:cNvPr>
          <p:cNvPicPr>
            <a:picLocks noChangeAspect="1"/>
          </p:cNvPicPr>
          <p:nvPr userDrawn="1"/>
        </p:nvPicPr>
        <p:blipFill>
          <a:blip r:embed="rId90">
            <a:extLst>
              <a:ext uri="{96DAC541-7B7A-43D3-8B79-37D633B846F1}">
                <asvg:svgBlip xmlns:asvg="http://schemas.microsoft.com/office/drawing/2016/SVG/main" r:embed="rId91"/>
              </a:ext>
            </a:extLst>
          </a:blip>
          <a:stretch>
            <a:fillRect/>
          </a:stretch>
        </p:blipFill>
        <p:spPr>
          <a:xfrm>
            <a:off x="8856439" y="3770240"/>
            <a:ext cx="511875" cy="540000"/>
          </a:xfrm>
          <a:prstGeom prst="rect">
            <a:avLst/>
          </a:prstGeom>
        </p:spPr>
      </p:pic>
      <p:pic>
        <p:nvPicPr>
          <p:cNvPr id="50" name="Graphic 49">
            <a:extLst>
              <a:ext uri="{FF2B5EF4-FFF2-40B4-BE49-F238E27FC236}">
                <a16:creationId xmlns:a16="http://schemas.microsoft.com/office/drawing/2014/main" id="{A87B48BA-F782-8F39-C4B2-0ED36657A0AF}"/>
              </a:ext>
            </a:extLst>
          </p:cNvPr>
          <p:cNvPicPr>
            <a:picLocks noChangeAspect="1"/>
          </p:cNvPicPr>
          <p:nvPr userDrawn="1"/>
        </p:nvPicPr>
        <p:blipFill>
          <a:blip r:embed="rId92">
            <a:extLst>
              <a:ext uri="{96DAC541-7B7A-43D3-8B79-37D633B846F1}">
                <asvg:svgBlip xmlns:asvg="http://schemas.microsoft.com/office/drawing/2016/SVG/main" r:embed="rId93"/>
              </a:ext>
            </a:extLst>
          </a:blip>
          <a:srcRect/>
          <a:stretch/>
        </p:blipFill>
        <p:spPr>
          <a:xfrm>
            <a:off x="10881332" y="3739449"/>
            <a:ext cx="500625" cy="540000"/>
          </a:xfrm>
          <a:prstGeom prst="rect">
            <a:avLst/>
          </a:prstGeom>
        </p:spPr>
      </p:pic>
      <p:pic>
        <p:nvPicPr>
          <p:cNvPr id="51" name="Graphic 50">
            <a:extLst>
              <a:ext uri="{FF2B5EF4-FFF2-40B4-BE49-F238E27FC236}">
                <a16:creationId xmlns:a16="http://schemas.microsoft.com/office/drawing/2014/main" id="{16AD168A-D866-BFE4-3444-2419C33C0EE7}"/>
              </a:ext>
            </a:extLst>
          </p:cNvPr>
          <p:cNvPicPr>
            <a:picLocks noChangeAspect="1"/>
          </p:cNvPicPr>
          <p:nvPr userDrawn="1"/>
        </p:nvPicPr>
        <p:blipFill>
          <a:blip r:embed="rId94">
            <a:extLst>
              <a:ext uri="{96DAC541-7B7A-43D3-8B79-37D633B846F1}">
                <asvg:svgBlip xmlns:asvg="http://schemas.microsoft.com/office/drawing/2016/SVG/main" r:embed="rId95"/>
              </a:ext>
            </a:extLst>
          </a:blip>
          <a:stretch>
            <a:fillRect/>
          </a:stretch>
        </p:blipFill>
        <p:spPr>
          <a:xfrm>
            <a:off x="8154246" y="4584010"/>
            <a:ext cx="623571" cy="540000"/>
          </a:xfrm>
          <a:prstGeom prst="rect">
            <a:avLst/>
          </a:prstGeom>
        </p:spPr>
      </p:pic>
      <p:pic>
        <p:nvPicPr>
          <p:cNvPr id="52" name="Graphic 51">
            <a:extLst>
              <a:ext uri="{FF2B5EF4-FFF2-40B4-BE49-F238E27FC236}">
                <a16:creationId xmlns:a16="http://schemas.microsoft.com/office/drawing/2014/main" id="{D9CBBFCA-9312-4CD6-955A-95C92A8EB592}"/>
              </a:ext>
            </a:extLst>
          </p:cNvPr>
          <p:cNvPicPr>
            <a:picLocks noChangeAspect="1"/>
          </p:cNvPicPr>
          <p:nvPr userDrawn="1"/>
        </p:nvPicPr>
        <p:blipFill>
          <a:blip r:embed="rId96">
            <a:extLst>
              <a:ext uri="{96DAC541-7B7A-43D3-8B79-37D633B846F1}">
                <asvg:svgBlip xmlns:asvg="http://schemas.microsoft.com/office/drawing/2016/SVG/main" r:embed="rId97"/>
              </a:ext>
            </a:extLst>
          </a:blip>
          <a:stretch>
            <a:fillRect/>
          </a:stretch>
        </p:blipFill>
        <p:spPr>
          <a:xfrm>
            <a:off x="8932199" y="4570422"/>
            <a:ext cx="674056" cy="540000"/>
          </a:xfrm>
          <a:prstGeom prst="rect">
            <a:avLst/>
          </a:prstGeom>
        </p:spPr>
      </p:pic>
      <p:pic>
        <p:nvPicPr>
          <p:cNvPr id="53" name="Graphic 52">
            <a:extLst>
              <a:ext uri="{FF2B5EF4-FFF2-40B4-BE49-F238E27FC236}">
                <a16:creationId xmlns:a16="http://schemas.microsoft.com/office/drawing/2014/main" id="{8B7D8B17-0813-2962-96F0-0102748CEA13}"/>
              </a:ext>
            </a:extLst>
          </p:cNvPr>
          <p:cNvPicPr>
            <a:picLocks noChangeAspect="1"/>
          </p:cNvPicPr>
          <p:nvPr userDrawn="1"/>
        </p:nvPicPr>
        <p:blipFill>
          <a:blip r:embed="rId98">
            <a:extLst>
              <a:ext uri="{96DAC541-7B7A-43D3-8B79-37D633B846F1}">
                <asvg:svgBlip xmlns:asvg="http://schemas.microsoft.com/office/drawing/2016/SVG/main" r:embed="rId99"/>
              </a:ext>
            </a:extLst>
          </a:blip>
          <a:stretch>
            <a:fillRect/>
          </a:stretch>
        </p:blipFill>
        <p:spPr>
          <a:xfrm>
            <a:off x="9823517" y="4549407"/>
            <a:ext cx="578951" cy="540000"/>
          </a:xfrm>
          <a:prstGeom prst="rect">
            <a:avLst/>
          </a:prstGeom>
        </p:spPr>
      </p:pic>
      <p:pic>
        <p:nvPicPr>
          <p:cNvPr id="54" name="Graphic 53">
            <a:extLst>
              <a:ext uri="{FF2B5EF4-FFF2-40B4-BE49-F238E27FC236}">
                <a16:creationId xmlns:a16="http://schemas.microsoft.com/office/drawing/2014/main" id="{B407CCA4-3F57-E0D6-E5C7-6311273377C2}"/>
              </a:ext>
            </a:extLst>
          </p:cNvPr>
          <p:cNvPicPr>
            <a:picLocks noChangeAspect="1"/>
          </p:cNvPicPr>
          <p:nvPr userDrawn="1"/>
        </p:nvPicPr>
        <p:blipFill>
          <a:blip r:embed="rId100">
            <a:extLst>
              <a:ext uri="{96DAC541-7B7A-43D3-8B79-37D633B846F1}">
                <asvg:svgBlip xmlns:asvg="http://schemas.microsoft.com/office/drawing/2016/SVG/main" r:embed="rId101"/>
              </a:ext>
            </a:extLst>
          </a:blip>
          <a:stretch>
            <a:fillRect/>
          </a:stretch>
        </p:blipFill>
        <p:spPr>
          <a:xfrm>
            <a:off x="8602281" y="2011369"/>
            <a:ext cx="546353" cy="540000"/>
          </a:xfrm>
          <a:prstGeom prst="rect">
            <a:avLst/>
          </a:prstGeom>
        </p:spPr>
      </p:pic>
      <p:pic>
        <p:nvPicPr>
          <p:cNvPr id="55" name="Graphic 54">
            <a:extLst>
              <a:ext uri="{FF2B5EF4-FFF2-40B4-BE49-F238E27FC236}">
                <a16:creationId xmlns:a16="http://schemas.microsoft.com/office/drawing/2014/main" id="{8997EA69-5D93-F0EA-A137-C92D398E95C8}"/>
              </a:ext>
            </a:extLst>
          </p:cNvPr>
          <p:cNvPicPr>
            <a:picLocks noChangeAspect="1"/>
          </p:cNvPicPr>
          <p:nvPr userDrawn="1"/>
        </p:nvPicPr>
        <p:blipFill>
          <a:blip r:embed="rId102">
            <a:extLst>
              <a:ext uri="{96DAC541-7B7A-43D3-8B79-37D633B846F1}">
                <asvg:svgBlip xmlns:asvg="http://schemas.microsoft.com/office/drawing/2016/SVG/main" r:embed="rId103"/>
              </a:ext>
            </a:extLst>
          </a:blip>
          <a:stretch>
            <a:fillRect/>
          </a:stretch>
        </p:blipFill>
        <p:spPr>
          <a:xfrm>
            <a:off x="7799908" y="2003089"/>
            <a:ext cx="540000" cy="540000"/>
          </a:xfrm>
          <a:prstGeom prst="rect">
            <a:avLst/>
          </a:prstGeom>
        </p:spPr>
      </p:pic>
      <p:pic>
        <p:nvPicPr>
          <p:cNvPr id="56" name="Graphic 55">
            <a:extLst>
              <a:ext uri="{FF2B5EF4-FFF2-40B4-BE49-F238E27FC236}">
                <a16:creationId xmlns:a16="http://schemas.microsoft.com/office/drawing/2014/main" id="{020AB8CF-C829-C06B-65DD-BEFA127094BC}"/>
              </a:ext>
            </a:extLst>
          </p:cNvPr>
          <p:cNvPicPr>
            <a:picLocks noChangeAspect="1"/>
          </p:cNvPicPr>
          <p:nvPr userDrawn="1"/>
        </p:nvPicPr>
        <p:blipFill>
          <a:blip r:embed="rId104">
            <a:extLst>
              <a:ext uri="{96DAC541-7B7A-43D3-8B79-37D633B846F1}">
                <asvg:svgBlip xmlns:asvg="http://schemas.microsoft.com/office/drawing/2016/SVG/main" r:embed="rId105"/>
              </a:ext>
            </a:extLst>
          </a:blip>
          <a:stretch>
            <a:fillRect/>
          </a:stretch>
        </p:blipFill>
        <p:spPr>
          <a:xfrm>
            <a:off x="10619854" y="4549407"/>
            <a:ext cx="571034" cy="540000"/>
          </a:xfrm>
          <a:prstGeom prst="rect">
            <a:avLst/>
          </a:prstGeom>
        </p:spPr>
      </p:pic>
      <p:pic>
        <p:nvPicPr>
          <p:cNvPr id="57" name="Graphic 56">
            <a:extLst>
              <a:ext uri="{FF2B5EF4-FFF2-40B4-BE49-F238E27FC236}">
                <a16:creationId xmlns:a16="http://schemas.microsoft.com/office/drawing/2014/main" id="{E7413B37-FB10-25A8-C844-D3606C5D059D}"/>
              </a:ext>
            </a:extLst>
          </p:cNvPr>
          <p:cNvPicPr>
            <a:picLocks noChangeAspect="1"/>
          </p:cNvPicPr>
          <p:nvPr userDrawn="1"/>
        </p:nvPicPr>
        <p:blipFill>
          <a:blip r:embed="rId106">
            <a:extLst>
              <a:ext uri="{96DAC541-7B7A-43D3-8B79-37D633B846F1}">
                <asvg:svgBlip xmlns:asvg="http://schemas.microsoft.com/office/drawing/2016/SVG/main" r:embed="rId107"/>
              </a:ext>
            </a:extLst>
          </a:blip>
          <a:stretch>
            <a:fillRect/>
          </a:stretch>
        </p:blipFill>
        <p:spPr>
          <a:xfrm>
            <a:off x="5938725" y="4579385"/>
            <a:ext cx="540000" cy="540000"/>
          </a:xfrm>
          <a:prstGeom prst="rect">
            <a:avLst/>
          </a:prstGeom>
        </p:spPr>
      </p:pic>
      <p:pic>
        <p:nvPicPr>
          <p:cNvPr id="58" name="Graphic 57">
            <a:extLst>
              <a:ext uri="{FF2B5EF4-FFF2-40B4-BE49-F238E27FC236}">
                <a16:creationId xmlns:a16="http://schemas.microsoft.com/office/drawing/2014/main" id="{BBCD261F-8056-E028-F0C1-9F2E9F9DC718}"/>
              </a:ext>
            </a:extLst>
          </p:cNvPr>
          <p:cNvPicPr>
            <a:picLocks noChangeAspect="1"/>
          </p:cNvPicPr>
          <p:nvPr userDrawn="1"/>
        </p:nvPicPr>
        <p:blipFill>
          <a:blip r:embed="rId108">
            <a:extLst>
              <a:ext uri="{96DAC541-7B7A-43D3-8B79-37D633B846F1}">
                <asvg:svgBlip xmlns:asvg="http://schemas.microsoft.com/office/drawing/2016/SVG/main" r:embed="rId109"/>
              </a:ext>
            </a:extLst>
          </a:blip>
          <a:stretch>
            <a:fillRect/>
          </a:stretch>
        </p:blipFill>
        <p:spPr>
          <a:xfrm>
            <a:off x="6737021" y="4576817"/>
            <a:ext cx="447955" cy="540000"/>
          </a:xfrm>
          <a:prstGeom prst="rect">
            <a:avLst/>
          </a:prstGeom>
        </p:spPr>
      </p:pic>
      <p:pic>
        <p:nvPicPr>
          <p:cNvPr id="59" name="Graphic 58">
            <a:extLst>
              <a:ext uri="{FF2B5EF4-FFF2-40B4-BE49-F238E27FC236}">
                <a16:creationId xmlns:a16="http://schemas.microsoft.com/office/drawing/2014/main" id="{192100A1-CC92-8B00-7D02-28FFEF726BF7}"/>
              </a:ext>
            </a:extLst>
          </p:cNvPr>
          <p:cNvPicPr>
            <a:picLocks noChangeAspect="1"/>
          </p:cNvPicPr>
          <p:nvPr userDrawn="1"/>
        </p:nvPicPr>
        <p:blipFill>
          <a:blip r:embed="rId110">
            <a:extLst>
              <a:ext uri="{96DAC541-7B7A-43D3-8B79-37D633B846F1}">
                <asvg:svgBlip xmlns:asvg="http://schemas.microsoft.com/office/drawing/2016/SVG/main" r:embed="rId111"/>
              </a:ext>
            </a:extLst>
          </a:blip>
          <a:stretch>
            <a:fillRect/>
          </a:stretch>
        </p:blipFill>
        <p:spPr>
          <a:xfrm>
            <a:off x="791085" y="5362436"/>
            <a:ext cx="540000" cy="540000"/>
          </a:xfrm>
          <a:prstGeom prst="rect">
            <a:avLst/>
          </a:prstGeom>
        </p:spPr>
      </p:pic>
      <p:pic>
        <p:nvPicPr>
          <p:cNvPr id="60" name="Graphic 59">
            <a:extLst>
              <a:ext uri="{FF2B5EF4-FFF2-40B4-BE49-F238E27FC236}">
                <a16:creationId xmlns:a16="http://schemas.microsoft.com/office/drawing/2014/main" id="{CE71DF2E-2D73-0BDC-7A30-1B28240342E6}"/>
              </a:ext>
            </a:extLst>
          </p:cNvPr>
          <p:cNvPicPr>
            <a:picLocks noChangeAspect="1"/>
          </p:cNvPicPr>
          <p:nvPr userDrawn="1"/>
        </p:nvPicPr>
        <p:blipFill>
          <a:blip r:embed="rId112">
            <a:extLst>
              <a:ext uri="{96DAC541-7B7A-43D3-8B79-37D633B846F1}">
                <asvg:svgBlip xmlns:asvg="http://schemas.microsoft.com/office/drawing/2016/SVG/main" r:embed="rId113"/>
              </a:ext>
            </a:extLst>
          </a:blip>
          <a:stretch>
            <a:fillRect/>
          </a:stretch>
        </p:blipFill>
        <p:spPr>
          <a:xfrm>
            <a:off x="1508643" y="5362436"/>
            <a:ext cx="540000" cy="540000"/>
          </a:xfrm>
          <a:prstGeom prst="rect">
            <a:avLst/>
          </a:prstGeom>
        </p:spPr>
      </p:pic>
      <p:pic>
        <p:nvPicPr>
          <p:cNvPr id="61" name="Graphic 60">
            <a:extLst>
              <a:ext uri="{FF2B5EF4-FFF2-40B4-BE49-F238E27FC236}">
                <a16:creationId xmlns:a16="http://schemas.microsoft.com/office/drawing/2014/main" id="{C5D56ECB-AF94-73FF-F750-744399B05047}"/>
              </a:ext>
            </a:extLst>
          </p:cNvPr>
          <p:cNvPicPr>
            <a:picLocks noChangeAspect="1"/>
          </p:cNvPicPr>
          <p:nvPr userDrawn="1"/>
        </p:nvPicPr>
        <p:blipFill>
          <a:blip r:embed="rId114">
            <a:extLst>
              <a:ext uri="{96DAC541-7B7A-43D3-8B79-37D633B846F1}">
                <asvg:svgBlip xmlns:asvg="http://schemas.microsoft.com/office/drawing/2016/SVG/main" r:embed="rId115"/>
              </a:ext>
            </a:extLst>
          </a:blip>
          <a:stretch>
            <a:fillRect/>
          </a:stretch>
        </p:blipFill>
        <p:spPr>
          <a:xfrm>
            <a:off x="2295518" y="5369895"/>
            <a:ext cx="540000" cy="540000"/>
          </a:xfrm>
          <a:prstGeom prst="rect">
            <a:avLst/>
          </a:prstGeom>
        </p:spPr>
      </p:pic>
      <p:pic>
        <p:nvPicPr>
          <p:cNvPr id="62" name="Graphic 61">
            <a:extLst>
              <a:ext uri="{FF2B5EF4-FFF2-40B4-BE49-F238E27FC236}">
                <a16:creationId xmlns:a16="http://schemas.microsoft.com/office/drawing/2014/main" id="{D42F7C4E-E20D-0205-77B3-69C52B862E7C}"/>
              </a:ext>
            </a:extLst>
          </p:cNvPr>
          <p:cNvPicPr>
            <a:picLocks noChangeAspect="1"/>
          </p:cNvPicPr>
          <p:nvPr userDrawn="1"/>
        </p:nvPicPr>
        <p:blipFill>
          <a:blip r:embed="rId116">
            <a:extLst>
              <a:ext uri="{96DAC541-7B7A-43D3-8B79-37D633B846F1}">
                <asvg:svgBlip xmlns:asvg="http://schemas.microsoft.com/office/drawing/2016/SVG/main" r:embed="rId117"/>
              </a:ext>
            </a:extLst>
          </a:blip>
          <a:stretch>
            <a:fillRect/>
          </a:stretch>
        </p:blipFill>
        <p:spPr>
          <a:xfrm>
            <a:off x="4453425" y="5335292"/>
            <a:ext cx="540000" cy="540000"/>
          </a:xfrm>
          <a:prstGeom prst="rect">
            <a:avLst/>
          </a:prstGeom>
        </p:spPr>
      </p:pic>
      <p:pic>
        <p:nvPicPr>
          <p:cNvPr id="63" name="Graphic 62">
            <a:extLst>
              <a:ext uri="{FF2B5EF4-FFF2-40B4-BE49-F238E27FC236}">
                <a16:creationId xmlns:a16="http://schemas.microsoft.com/office/drawing/2014/main" id="{99E942FE-472A-A4CF-018C-87F3407E439A}"/>
              </a:ext>
            </a:extLst>
          </p:cNvPr>
          <p:cNvPicPr>
            <a:picLocks noChangeAspect="1"/>
          </p:cNvPicPr>
          <p:nvPr userDrawn="1"/>
        </p:nvPicPr>
        <p:blipFill>
          <a:blip r:embed="rId118">
            <a:extLst>
              <a:ext uri="{96DAC541-7B7A-43D3-8B79-37D633B846F1}">
                <asvg:svgBlip xmlns:asvg="http://schemas.microsoft.com/office/drawing/2016/SVG/main" r:embed="rId119"/>
              </a:ext>
            </a:extLst>
          </a:blip>
          <a:stretch>
            <a:fillRect/>
          </a:stretch>
        </p:blipFill>
        <p:spPr>
          <a:xfrm>
            <a:off x="3735867" y="5342179"/>
            <a:ext cx="540000" cy="540000"/>
          </a:xfrm>
          <a:prstGeom prst="rect">
            <a:avLst/>
          </a:prstGeom>
        </p:spPr>
      </p:pic>
      <p:pic>
        <p:nvPicPr>
          <p:cNvPr id="64" name="Graphic 63">
            <a:extLst>
              <a:ext uri="{FF2B5EF4-FFF2-40B4-BE49-F238E27FC236}">
                <a16:creationId xmlns:a16="http://schemas.microsoft.com/office/drawing/2014/main" id="{132DBBBE-4204-404E-D4A4-EB8444228AC0}"/>
              </a:ext>
            </a:extLst>
          </p:cNvPr>
          <p:cNvPicPr>
            <a:picLocks noChangeAspect="1"/>
          </p:cNvPicPr>
          <p:nvPr userDrawn="1"/>
        </p:nvPicPr>
        <p:blipFill>
          <a:blip r:embed="rId120">
            <a:extLst>
              <a:ext uri="{96DAC541-7B7A-43D3-8B79-37D633B846F1}">
                <asvg:svgBlip xmlns:asvg="http://schemas.microsoft.com/office/drawing/2016/SVG/main" r:embed="rId121"/>
              </a:ext>
            </a:extLst>
          </a:blip>
          <a:stretch>
            <a:fillRect/>
          </a:stretch>
        </p:blipFill>
        <p:spPr>
          <a:xfrm>
            <a:off x="3018309" y="5342179"/>
            <a:ext cx="540000" cy="540000"/>
          </a:xfrm>
          <a:prstGeom prst="rect">
            <a:avLst/>
          </a:prstGeom>
        </p:spPr>
      </p:pic>
    </p:spTree>
    <p:extLst>
      <p:ext uri="{BB962C8B-B14F-4D97-AF65-F5344CB8AC3E}">
        <p14:creationId xmlns:p14="http://schemas.microsoft.com/office/powerpoint/2010/main" val="3036499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con library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5446461-3D60-61DF-2DFF-4B436B306B83}"/>
              </a:ext>
            </a:extLst>
          </p:cNvPr>
          <p:cNvSpPr txBox="1">
            <a:spLocks/>
          </p:cNvSpPr>
          <p:nvPr userDrawn="1"/>
        </p:nvSpPr>
        <p:spPr>
          <a:xfrm>
            <a:off x="792000" y="602673"/>
            <a:ext cx="10608000" cy="7091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BE" sz="3200" b="1" i="0" u="none" strike="noStrike" kern="1200" cap="none" spc="0" normalizeH="0" baseline="0" noProof="0">
                <a:ln>
                  <a:noFill/>
                </a:ln>
                <a:solidFill>
                  <a:srgbClr val="123F93"/>
                </a:solidFill>
                <a:effectLst/>
                <a:uLnTx/>
                <a:uFillTx/>
                <a:latin typeface="Trebuchet MS"/>
                <a:ea typeface="+mj-ea"/>
                <a:cs typeface="+mj-cs"/>
              </a:rPr>
              <a:t>Icon library</a:t>
            </a:r>
          </a:p>
        </p:txBody>
      </p:sp>
      <p:sp>
        <p:nvSpPr>
          <p:cNvPr id="4" name="Text Placeholder 2">
            <a:extLst>
              <a:ext uri="{FF2B5EF4-FFF2-40B4-BE49-F238E27FC236}">
                <a16:creationId xmlns:a16="http://schemas.microsoft.com/office/drawing/2014/main" id="{F0534AC0-AB58-1AF4-4B3E-B92D35108D35}"/>
              </a:ext>
            </a:extLst>
          </p:cNvPr>
          <p:cNvSpPr txBox="1">
            <a:spLocks/>
          </p:cNvSpPr>
          <p:nvPr userDrawn="1"/>
        </p:nvSpPr>
        <p:spPr>
          <a:xfrm>
            <a:off x="792000" y="1370911"/>
            <a:ext cx="10608000" cy="361771"/>
          </a:xfrm>
          <a:prstGeom prst="rect">
            <a:avLst/>
          </a:prstGeom>
        </p:spPr>
        <p:txBody>
          <a:bodyPr anchor="ctr">
            <a:noAutofit/>
          </a:bodyPr>
          <a:lstStyle>
            <a:lvl1pPr marL="0" indent="0" algn="l" defTabSz="914400" rtl="0" eaLnBrk="1" latinLnBrk="0" hangingPunct="1">
              <a:lnSpc>
                <a:spcPct val="114000"/>
              </a:lnSpc>
              <a:spcBef>
                <a:spcPts val="1000"/>
              </a:spcBef>
              <a:buClr>
                <a:srgbClr val="507AC2"/>
              </a:buClr>
              <a:buFont typeface="Wingdings" panose="05000000000000000000" pitchFamily="2" charset="2"/>
              <a:buNone/>
              <a:defRPr sz="2000" b="0" kern="1200">
                <a:solidFill>
                  <a:srgbClr val="507AC2"/>
                </a:solidFill>
                <a:latin typeface="+mn-lt"/>
                <a:ea typeface="+mn-ea"/>
                <a:cs typeface="+mn-cs"/>
              </a:defRPr>
            </a:lvl1pPr>
            <a:lvl2pPr marL="457200" indent="0" algn="l" defTabSz="914400" rtl="0" eaLnBrk="1" latinLnBrk="0" hangingPunct="1">
              <a:lnSpc>
                <a:spcPct val="114000"/>
              </a:lnSpc>
              <a:spcBef>
                <a:spcPts val="500"/>
              </a:spcBef>
              <a:buClr>
                <a:srgbClr val="507AC2"/>
              </a:buClr>
              <a:buFont typeface="Wingdings" panose="05000000000000000000" pitchFamily="2" charset="2"/>
              <a:buNone/>
              <a:defRPr sz="2000" b="1" kern="1200">
                <a:solidFill>
                  <a:srgbClr val="00205F">
                    <a:alpha val="85000"/>
                  </a:srgbClr>
                </a:solidFill>
                <a:latin typeface="+mn-lt"/>
                <a:ea typeface="+mn-ea"/>
                <a:cs typeface="+mn-cs"/>
              </a:defRPr>
            </a:lvl2pPr>
            <a:lvl3pPr marL="914400" indent="0" algn="l" defTabSz="914400" rtl="0" eaLnBrk="1" latinLnBrk="0" hangingPunct="1">
              <a:lnSpc>
                <a:spcPct val="114000"/>
              </a:lnSpc>
              <a:spcBef>
                <a:spcPts val="500"/>
              </a:spcBef>
              <a:buClr>
                <a:srgbClr val="507AC2"/>
              </a:buClr>
              <a:buFont typeface="Wingdings" panose="05000000000000000000" pitchFamily="2" charset="2"/>
              <a:buNone/>
              <a:defRPr sz="1800" b="1" kern="1200">
                <a:solidFill>
                  <a:srgbClr val="00205F">
                    <a:alpha val="85000"/>
                  </a:srgbClr>
                </a:solidFill>
                <a:latin typeface="+mn-lt"/>
                <a:ea typeface="+mn-ea"/>
                <a:cs typeface="+mn-cs"/>
              </a:defRPr>
            </a:lvl3pPr>
            <a:lvl4pPr marL="13716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4pPr>
            <a:lvl5pPr marL="18288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114000"/>
              </a:lnSpc>
              <a:spcBef>
                <a:spcPts val="1000"/>
              </a:spcBef>
              <a:spcAft>
                <a:spcPts val="0"/>
              </a:spcAft>
              <a:buClr>
                <a:srgbClr val="507AC2"/>
              </a:buClr>
              <a:buSzTx/>
              <a:buFont typeface="Wingdings" panose="05000000000000000000" pitchFamily="2" charset="2"/>
              <a:buNone/>
              <a:tabLst/>
              <a:defRPr/>
            </a:pPr>
            <a:r>
              <a:rPr kumimoji="0" lang="en-US" sz="2000" b="0" i="0" u="none" strike="noStrike" kern="1200" cap="none" spc="0" normalizeH="0" baseline="0" noProof="0">
                <a:ln>
                  <a:noFill/>
                </a:ln>
                <a:solidFill>
                  <a:srgbClr val="507AC2"/>
                </a:solidFill>
                <a:effectLst/>
                <a:uLnTx/>
                <a:uFillTx/>
                <a:latin typeface="Trebuchet MS"/>
                <a:ea typeface="+mn-ea"/>
                <a:cs typeface="+mn-cs"/>
              </a:rPr>
              <a:t>Change icon color: </a:t>
            </a:r>
            <a:r>
              <a:rPr kumimoji="0" lang="en-US" sz="2000" b="1" i="1" u="none" strike="noStrike" kern="1200" cap="none" spc="0" normalizeH="0" baseline="0" noProof="0">
                <a:ln>
                  <a:noFill/>
                </a:ln>
                <a:solidFill>
                  <a:srgbClr val="507AC2"/>
                </a:solidFill>
                <a:effectLst/>
                <a:uLnTx/>
                <a:uFillTx/>
                <a:latin typeface="Trebuchet MS"/>
                <a:ea typeface="+mn-ea"/>
                <a:cs typeface="+mn-cs"/>
              </a:rPr>
              <a:t>click on graphic &gt; graphics format &gt; graphics fill</a:t>
            </a:r>
            <a:endParaRPr kumimoji="0" lang="en-BE" sz="2000" b="1" i="1" u="none" strike="noStrike" kern="1200" cap="none" spc="0" normalizeH="0" baseline="0" noProof="0">
              <a:ln>
                <a:noFill/>
              </a:ln>
              <a:solidFill>
                <a:srgbClr val="507AC2"/>
              </a:solidFill>
              <a:effectLst/>
              <a:uLnTx/>
              <a:uFillTx/>
              <a:latin typeface="Trebuchet MS"/>
              <a:ea typeface="+mn-ea"/>
              <a:cs typeface="+mn-cs"/>
            </a:endParaRPr>
          </a:p>
        </p:txBody>
      </p:sp>
      <p:pic>
        <p:nvPicPr>
          <p:cNvPr id="5" name="Graphic 4">
            <a:extLst>
              <a:ext uri="{FF2B5EF4-FFF2-40B4-BE49-F238E27FC236}">
                <a16:creationId xmlns:a16="http://schemas.microsoft.com/office/drawing/2014/main" id="{49334C77-0142-AED7-2178-9A234561612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2000" y="2185784"/>
            <a:ext cx="540000" cy="540000"/>
          </a:xfrm>
          <a:prstGeom prst="rect">
            <a:avLst/>
          </a:prstGeom>
        </p:spPr>
      </p:pic>
      <p:pic>
        <p:nvPicPr>
          <p:cNvPr id="6" name="Graphic 5">
            <a:extLst>
              <a:ext uri="{FF2B5EF4-FFF2-40B4-BE49-F238E27FC236}">
                <a16:creationId xmlns:a16="http://schemas.microsoft.com/office/drawing/2014/main" id="{168BC5E2-CC5D-5E22-A4FF-29B5178A105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607194" y="2178198"/>
            <a:ext cx="540000" cy="540000"/>
          </a:xfrm>
          <a:prstGeom prst="rect">
            <a:avLst/>
          </a:prstGeom>
        </p:spPr>
      </p:pic>
      <p:pic>
        <p:nvPicPr>
          <p:cNvPr id="7" name="Graphic 6">
            <a:extLst>
              <a:ext uri="{FF2B5EF4-FFF2-40B4-BE49-F238E27FC236}">
                <a16:creationId xmlns:a16="http://schemas.microsoft.com/office/drawing/2014/main" id="{B8055E5C-FD40-351B-AD67-F11F066BF5E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33206" y="2185784"/>
            <a:ext cx="540000" cy="540000"/>
          </a:xfrm>
          <a:prstGeom prst="rect">
            <a:avLst/>
          </a:prstGeom>
        </p:spPr>
      </p:pic>
      <p:pic>
        <p:nvPicPr>
          <p:cNvPr id="8" name="Graphic 7">
            <a:extLst>
              <a:ext uri="{FF2B5EF4-FFF2-40B4-BE49-F238E27FC236}">
                <a16:creationId xmlns:a16="http://schemas.microsoft.com/office/drawing/2014/main" id="{FB4335F4-F018-4514-4FCD-9894C9FCE6A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259218" y="2178198"/>
            <a:ext cx="540000" cy="540000"/>
          </a:xfrm>
          <a:prstGeom prst="rect">
            <a:avLst/>
          </a:prstGeom>
        </p:spPr>
      </p:pic>
      <p:pic>
        <p:nvPicPr>
          <p:cNvPr id="9" name="Graphic 8">
            <a:extLst>
              <a:ext uri="{FF2B5EF4-FFF2-40B4-BE49-F238E27FC236}">
                <a16:creationId xmlns:a16="http://schemas.microsoft.com/office/drawing/2014/main" id="{2DB8CB1A-F277-B6BC-1374-AD81C1243FE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085230" y="2185784"/>
            <a:ext cx="540000" cy="540000"/>
          </a:xfrm>
          <a:prstGeom prst="rect">
            <a:avLst/>
          </a:prstGeom>
        </p:spPr>
      </p:pic>
      <p:pic>
        <p:nvPicPr>
          <p:cNvPr id="10" name="Graphic 9">
            <a:extLst>
              <a:ext uri="{FF2B5EF4-FFF2-40B4-BE49-F238E27FC236}">
                <a16:creationId xmlns:a16="http://schemas.microsoft.com/office/drawing/2014/main" id="{89525B00-CB77-8E41-9AB3-491AD8734AC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4905833" y="2185784"/>
            <a:ext cx="540000" cy="540000"/>
          </a:xfrm>
          <a:prstGeom prst="rect">
            <a:avLst/>
          </a:prstGeom>
        </p:spPr>
      </p:pic>
      <p:pic>
        <p:nvPicPr>
          <p:cNvPr id="11" name="Graphic 10">
            <a:extLst>
              <a:ext uri="{FF2B5EF4-FFF2-40B4-BE49-F238E27FC236}">
                <a16:creationId xmlns:a16="http://schemas.microsoft.com/office/drawing/2014/main" id="{91BE9343-E1C5-C47B-BEAC-58A20893D61A}"/>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5726436" y="2185784"/>
            <a:ext cx="540000" cy="540000"/>
          </a:xfrm>
          <a:prstGeom prst="rect">
            <a:avLst/>
          </a:prstGeom>
        </p:spPr>
      </p:pic>
      <p:pic>
        <p:nvPicPr>
          <p:cNvPr id="12" name="Graphic 11">
            <a:extLst>
              <a:ext uri="{FF2B5EF4-FFF2-40B4-BE49-F238E27FC236}">
                <a16:creationId xmlns:a16="http://schemas.microsoft.com/office/drawing/2014/main" id="{769261E9-89CF-9002-487F-5FA4F170171D}"/>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6547039" y="2185784"/>
            <a:ext cx="540000" cy="540000"/>
          </a:xfrm>
          <a:prstGeom prst="rect">
            <a:avLst/>
          </a:prstGeom>
        </p:spPr>
      </p:pic>
      <p:pic>
        <p:nvPicPr>
          <p:cNvPr id="13" name="Graphic 12">
            <a:extLst>
              <a:ext uri="{FF2B5EF4-FFF2-40B4-BE49-F238E27FC236}">
                <a16:creationId xmlns:a16="http://schemas.microsoft.com/office/drawing/2014/main" id="{41C4D9AA-E891-6EA4-5D26-C809692B437A}"/>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7367642" y="2185784"/>
            <a:ext cx="540000" cy="540000"/>
          </a:xfrm>
          <a:prstGeom prst="rect">
            <a:avLst/>
          </a:prstGeom>
        </p:spPr>
      </p:pic>
      <p:pic>
        <p:nvPicPr>
          <p:cNvPr id="14" name="Graphic 13">
            <a:extLst>
              <a:ext uri="{FF2B5EF4-FFF2-40B4-BE49-F238E27FC236}">
                <a16:creationId xmlns:a16="http://schemas.microsoft.com/office/drawing/2014/main" id="{ECB7492B-2024-B58B-AABE-B271D7462042}"/>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8188245" y="2185784"/>
            <a:ext cx="540000" cy="540000"/>
          </a:xfrm>
          <a:prstGeom prst="rect">
            <a:avLst/>
          </a:prstGeom>
        </p:spPr>
      </p:pic>
    </p:spTree>
    <p:extLst>
      <p:ext uri="{BB962C8B-B14F-4D97-AF65-F5344CB8AC3E}">
        <p14:creationId xmlns:p14="http://schemas.microsoft.com/office/powerpoint/2010/main" val="36286375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image" Target="../media/image5.svg"/><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image" Target="../media/image1.png"/><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theme" Target="../theme/theme3.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slideLayout" Target="../slideLayouts/slideLayout20.xml"/><Relationship Id="rId7" Type="http://schemas.openxmlformats.org/officeDocument/2006/relationships/image" Target="../media/image3.png"/><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heme" Target="../theme/theme4.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5.svg"/><Relationship Id="rId5" Type="http://schemas.openxmlformats.org/officeDocument/2006/relationships/image" Target="../media/image1.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5" Type="http://schemas.openxmlformats.org/officeDocument/2006/relationships/theme" Target="../theme/theme6.xml"/><Relationship Id="rId4" Type="http://schemas.openxmlformats.org/officeDocument/2006/relationships/slideLayout" Target="../slideLayouts/slideLayout29.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slideLayout" Target="../slideLayouts/slideLayout32.xml"/><Relationship Id="rId7" Type="http://schemas.openxmlformats.org/officeDocument/2006/relationships/image" Target="../media/image1.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theme" Target="../theme/theme7.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545F28-DC4B-28A7-51BA-BC4935929954}"/>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3" name="Rectangle 2">
            <a:extLst>
              <a:ext uri="{FF2B5EF4-FFF2-40B4-BE49-F238E27FC236}">
                <a16:creationId xmlns:a16="http://schemas.microsoft.com/office/drawing/2014/main" id="{86805AF0-8737-82D7-142E-59D0FFC519BB}"/>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4" name="Rectangle 3">
            <a:extLst>
              <a:ext uri="{FF2B5EF4-FFF2-40B4-BE49-F238E27FC236}">
                <a16:creationId xmlns:a16="http://schemas.microsoft.com/office/drawing/2014/main" id="{8F945A52-E6A8-07C3-B9BD-AE3A6ECD9343}"/>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5" name="Rectangle 4">
            <a:extLst>
              <a:ext uri="{FF2B5EF4-FFF2-40B4-BE49-F238E27FC236}">
                <a16:creationId xmlns:a16="http://schemas.microsoft.com/office/drawing/2014/main" id="{8F172458-6B96-C29B-EA5F-9CE2B2D135BF}"/>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6" name="Rectangle 5">
            <a:extLst>
              <a:ext uri="{FF2B5EF4-FFF2-40B4-BE49-F238E27FC236}">
                <a16:creationId xmlns:a16="http://schemas.microsoft.com/office/drawing/2014/main" id="{336FC2CF-B438-16C2-A102-AADE93E4A53A}"/>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7" name="Rectangle 6">
            <a:extLst>
              <a:ext uri="{FF2B5EF4-FFF2-40B4-BE49-F238E27FC236}">
                <a16:creationId xmlns:a16="http://schemas.microsoft.com/office/drawing/2014/main" id="{71E91419-9835-2634-76CA-4E2E9245E8A6}"/>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8" name="Rectangle 7">
            <a:extLst>
              <a:ext uri="{FF2B5EF4-FFF2-40B4-BE49-F238E27FC236}">
                <a16:creationId xmlns:a16="http://schemas.microsoft.com/office/drawing/2014/main" id="{BCC63BA7-16F6-CDDB-98ED-08A62D326092}"/>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 name="Rectangle 8">
            <a:extLst>
              <a:ext uri="{FF2B5EF4-FFF2-40B4-BE49-F238E27FC236}">
                <a16:creationId xmlns:a16="http://schemas.microsoft.com/office/drawing/2014/main" id="{19DB7394-0F11-3FB2-9063-B6E1D12B493D}"/>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3552821090"/>
      </p:ext>
    </p:extLst>
  </p:cSld>
  <p:clrMap bg1="lt1" tx1="dk1" bg2="lt2" tx2="dk2" accent1="accent1" accent2="accent2" accent3="accent3" accent4="accent4" accent5="accent5" accent6="accent6" hlink="hlink" folHlink="folHlink"/>
  <p:sldLayoutIdLst>
    <p:sldLayoutId id="2147483884" r:id="rId1"/>
    <p:sldLayoutId id="2147483663" r:id="rId2"/>
    <p:sldLayoutId id="2147483867" r:id="rId3"/>
    <p:sldLayoutId id="2147483935" r:id="rId4"/>
  </p:sldLayoutIdLst>
  <p:hf sldNum="0" hdr="0" ft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85750" indent="-285750" algn="l" defTabSz="914400" rtl="0" eaLnBrk="1" latinLnBrk="0" hangingPunct="1">
        <a:lnSpc>
          <a:spcPct val="114000"/>
        </a:lnSpc>
        <a:spcBef>
          <a:spcPts val="1000"/>
        </a:spcBef>
        <a:buFont typeface="Wingdings" panose="05000000000000000000" pitchFamily="2" charset="2"/>
        <a:buChar char="§"/>
        <a:defRPr sz="1600" kern="1200">
          <a:solidFill>
            <a:schemeClr val="tx1"/>
          </a:solidFill>
          <a:latin typeface="+mn-lt"/>
          <a:ea typeface="+mn-ea"/>
          <a:cs typeface="+mn-cs"/>
        </a:defRPr>
      </a:lvl1pPr>
      <a:lvl2pPr marL="742950" indent="-285750" algn="l" defTabSz="914400" rtl="0" eaLnBrk="1" latinLnBrk="0" hangingPunct="1">
        <a:lnSpc>
          <a:spcPct val="114000"/>
        </a:lnSpc>
        <a:spcBef>
          <a:spcPts val="500"/>
        </a:spcBef>
        <a:buFont typeface="Wingdings" panose="05000000000000000000" pitchFamily="2" charset="2"/>
        <a:buChar char="§"/>
        <a:defRPr sz="1600" kern="1200">
          <a:solidFill>
            <a:schemeClr val="tx1"/>
          </a:solidFill>
          <a:latin typeface="+mn-lt"/>
          <a:ea typeface="+mn-ea"/>
          <a:cs typeface="+mn-cs"/>
        </a:defRPr>
      </a:lvl2pPr>
      <a:lvl3pPr marL="1200150" indent="-285750" algn="l" defTabSz="914400" rtl="0" eaLnBrk="1" latinLnBrk="0" hangingPunct="1">
        <a:lnSpc>
          <a:spcPct val="114000"/>
        </a:lnSpc>
        <a:spcBef>
          <a:spcPts val="500"/>
        </a:spcBef>
        <a:buFont typeface="Wingdings" panose="05000000000000000000" pitchFamily="2" charset="2"/>
        <a:buChar char="§"/>
        <a:defRPr sz="1600" kern="1200">
          <a:solidFill>
            <a:schemeClr val="tx1"/>
          </a:solidFill>
          <a:latin typeface="+mn-lt"/>
          <a:ea typeface="+mn-ea"/>
          <a:cs typeface="+mn-cs"/>
        </a:defRPr>
      </a:lvl3pPr>
      <a:lvl4pPr marL="1657350" indent="-285750" algn="l" defTabSz="914400" rtl="0" eaLnBrk="1" latinLnBrk="0" hangingPunct="1">
        <a:lnSpc>
          <a:spcPct val="114000"/>
        </a:lnSpc>
        <a:spcBef>
          <a:spcPts val="500"/>
        </a:spcBef>
        <a:buFont typeface="Wingdings" panose="05000000000000000000" pitchFamily="2" charset="2"/>
        <a:buChar char="§"/>
        <a:defRPr sz="1400" kern="1200">
          <a:solidFill>
            <a:schemeClr val="tx1"/>
          </a:solidFill>
          <a:latin typeface="+mn-lt"/>
          <a:ea typeface="+mn-ea"/>
          <a:cs typeface="+mn-cs"/>
        </a:defRPr>
      </a:lvl4pPr>
      <a:lvl5pPr marL="2114550" indent="-285750" algn="l" defTabSz="914400" rtl="0" eaLnBrk="1" latinLnBrk="0" hangingPunct="1">
        <a:lnSpc>
          <a:spcPct val="114000"/>
        </a:lnSpc>
        <a:spcBef>
          <a:spcPts val="5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724D2D-D2C8-9180-D5B6-796D5E78710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4" name="Rectangle 3">
            <a:extLst>
              <a:ext uri="{FF2B5EF4-FFF2-40B4-BE49-F238E27FC236}">
                <a16:creationId xmlns:a16="http://schemas.microsoft.com/office/drawing/2014/main" id="{F8B8B2E6-2A4C-2DED-F3DB-5A56CADDB653}"/>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5" name="Rectangle 4">
            <a:extLst>
              <a:ext uri="{FF2B5EF4-FFF2-40B4-BE49-F238E27FC236}">
                <a16:creationId xmlns:a16="http://schemas.microsoft.com/office/drawing/2014/main" id="{DF55A237-0E6F-DB45-9C0D-61CE5BC654C6}"/>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6" name="Rectangle 5">
            <a:extLst>
              <a:ext uri="{FF2B5EF4-FFF2-40B4-BE49-F238E27FC236}">
                <a16:creationId xmlns:a16="http://schemas.microsoft.com/office/drawing/2014/main" id="{6F7EFD9B-20B5-4EF7-DE5E-53E9E08049EF}"/>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7" name="Rectangle 6">
            <a:extLst>
              <a:ext uri="{FF2B5EF4-FFF2-40B4-BE49-F238E27FC236}">
                <a16:creationId xmlns:a16="http://schemas.microsoft.com/office/drawing/2014/main" id="{7267539B-5AF8-265F-6303-9172BA5ECD9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8" name="Rectangle 7">
            <a:extLst>
              <a:ext uri="{FF2B5EF4-FFF2-40B4-BE49-F238E27FC236}">
                <a16:creationId xmlns:a16="http://schemas.microsoft.com/office/drawing/2014/main" id="{39A85060-3668-EE9D-43C8-950CEDB8407D}"/>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 name="Rectangle 8">
            <a:extLst>
              <a:ext uri="{FF2B5EF4-FFF2-40B4-BE49-F238E27FC236}">
                <a16:creationId xmlns:a16="http://schemas.microsoft.com/office/drawing/2014/main" id="{23822CE5-574B-2DA5-3BE3-057D1017C6F5}"/>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0" name="Rectangle 9">
            <a:extLst>
              <a:ext uri="{FF2B5EF4-FFF2-40B4-BE49-F238E27FC236}">
                <a16:creationId xmlns:a16="http://schemas.microsoft.com/office/drawing/2014/main" id="{E5346EC9-3A83-7B58-D271-A207B72A9633}"/>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2566548945"/>
      </p:ext>
    </p:extLst>
  </p:cSld>
  <p:clrMap bg1="lt1" tx1="dk1" bg2="lt2" tx2="dk2" accent1="accent1" accent2="accent2" accent3="accent3" accent4="accent4" accent5="accent5" accent6="accent6" hlink="hlink" folHlink="folHlink"/>
  <p:sldLayoutIdLst>
    <p:sldLayoutId id="2147483862" r:id="rId1"/>
    <p:sldLayoutId id="2147483887" r:id="rId2"/>
    <p:sldLayoutId id="2147483934" r:id="rId3"/>
  </p:sldLayoutIdLst>
  <p:hf sldNum="0" hdr="0" ftr="0"/>
  <p:txStyles>
    <p:title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BE" dirty="0"/>
          </a:p>
        </p:txBody>
      </p:sp>
      <p:pic>
        <p:nvPicPr>
          <p:cNvPr id="2" name="Graphic 1">
            <a:extLst>
              <a:ext uri="{FF2B5EF4-FFF2-40B4-BE49-F238E27FC236}">
                <a16:creationId xmlns:a16="http://schemas.microsoft.com/office/drawing/2014/main" id="{B89C4CD0-0C85-A877-E1B1-ABA52C8895D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28741" y="6421127"/>
            <a:ext cx="598623" cy="318019"/>
          </a:xfrm>
          <a:prstGeom prst="rect">
            <a:avLst/>
          </a:prstGeom>
        </p:spPr>
      </p:pic>
    </p:spTree>
    <p:extLst>
      <p:ext uri="{BB962C8B-B14F-4D97-AF65-F5344CB8AC3E}">
        <p14:creationId xmlns:p14="http://schemas.microsoft.com/office/powerpoint/2010/main" val="4197357928"/>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902" r:id="rId3"/>
    <p:sldLayoutId id="2147483903" r:id="rId4"/>
    <p:sldLayoutId id="2147483906" r:id="rId5"/>
    <p:sldLayoutId id="2147483936" r:id="rId6"/>
    <p:sldLayoutId id="2147483937" r:id="rId7"/>
    <p:sldLayoutId id="2147483938" r:id="rId8"/>
    <p:sldLayoutId id="2147483940" r:id="rId9"/>
    <p:sldLayoutId id="2147483941" r:id="rId10"/>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BE" dirty="0"/>
          </a:p>
        </p:txBody>
      </p:sp>
      <p:pic>
        <p:nvPicPr>
          <p:cNvPr id="4" name="Graphic 3">
            <a:extLst>
              <a:ext uri="{FF2B5EF4-FFF2-40B4-BE49-F238E27FC236}">
                <a16:creationId xmlns:a16="http://schemas.microsoft.com/office/drawing/2014/main" id="{FDD854D1-0535-126B-6BA3-B3C811DEA0D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28741" y="6421126"/>
            <a:ext cx="598623" cy="318019"/>
          </a:xfrm>
          <a:prstGeom prst="rect">
            <a:avLst/>
          </a:prstGeom>
        </p:spPr>
      </p:pic>
    </p:spTree>
    <p:extLst>
      <p:ext uri="{BB962C8B-B14F-4D97-AF65-F5344CB8AC3E}">
        <p14:creationId xmlns:p14="http://schemas.microsoft.com/office/powerpoint/2010/main" val="3017676531"/>
      </p:ext>
    </p:extLst>
  </p:cSld>
  <p:clrMap bg1="lt1" tx1="dk1" bg2="lt2" tx2="dk2" accent1="accent1" accent2="accent2" accent3="accent3" accent4="accent4" accent5="accent5" accent6="accent6" hlink="hlink" folHlink="folHlink"/>
  <p:sldLayoutIdLst>
    <p:sldLayoutId id="2147483900" r:id="rId1"/>
    <p:sldLayoutId id="2147483901" r:id="rId2"/>
    <p:sldLayoutId id="2147483905" r:id="rId3"/>
    <p:sldLayoutId id="2147483904" r:id="rId4"/>
    <p:sldLayoutId id="2147483907" r:id="rId5"/>
  </p:sldLayoutIdLst>
  <p:hf sldNum="0" hdr="0" ftr="0"/>
  <p:txStyles>
    <p:titleStyle>
      <a:lvl1pPr algn="l" defTabSz="914400" rtl="0" eaLnBrk="1" latinLnBrk="0" hangingPunct="1">
        <a:lnSpc>
          <a:spcPct val="90000"/>
        </a:lnSpc>
        <a:spcBef>
          <a:spcPct val="0"/>
        </a:spcBef>
        <a:buNone/>
        <a:defRPr sz="4000" b="1" kern="1200">
          <a:solidFill>
            <a:schemeClr val="bg1"/>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BE" dirty="0"/>
          </a:p>
        </p:txBody>
      </p:sp>
      <p:sp>
        <p:nvSpPr>
          <p:cNvPr id="5" name="Vrije vorm: vorm 15">
            <a:extLst>
              <a:ext uri="{FF2B5EF4-FFF2-40B4-BE49-F238E27FC236}">
                <a16:creationId xmlns:a16="http://schemas.microsoft.com/office/drawing/2014/main" id="{851E3187-8BDD-D8C6-A660-FFEE5AF4A1A9}"/>
              </a:ext>
            </a:extLst>
          </p:cNvPr>
          <p:cNvSpPr/>
          <p:nvPr userDrawn="1"/>
        </p:nvSpPr>
        <p:spPr>
          <a:xfrm flipH="1">
            <a:off x="9667302" y="5606088"/>
            <a:ext cx="1262346" cy="1262346"/>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chemeClr val="accent1"/>
          </a:solidFill>
          <a:ln w="0" cap="flat">
            <a:noFill/>
            <a:prstDash val="solid"/>
            <a:miter/>
          </a:ln>
        </p:spPr>
        <p:txBody>
          <a:bodyPr rtlCol="0" anchor="ctr"/>
          <a:lstStyle/>
          <a:p>
            <a:endParaRPr lang="nl-NL"/>
          </a:p>
        </p:txBody>
      </p:sp>
      <p:sp>
        <p:nvSpPr>
          <p:cNvPr id="6" name="Vrije vorm: vorm 16">
            <a:extLst>
              <a:ext uri="{FF2B5EF4-FFF2-40B4-BE49-F238E27FC236}">
                <a16:creationId xmlns:a16="http://schemas.microsoft.com/office/drawing/2014/main" id="{29EEA148-D0F2-009B-9AD7-83BA87DCD1D8}"/>
              </a:ext>
            </a:extLst>
          </p:cNvPr>
          <p:cNvSpPr/>
          <p:nvPr userDrawn="1"/>
        </p:nvSpPr>
        <p:spPr>
          <a:xfrm rot="18900000" flipH="1">
            <a:off x="9852166" y="4527720"/>
            <a:ext cx="892609" cy="892609"/>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4"/>
          </a:solidFill>
          <a:ln w="0" cap="flat">
            <a:noFill/>
            <a:prstDash val="solid"/>
            <a:miter/>
          </a:ln>
        </p:spPr>
        <p:txBody>
          <a:bodyPr rtlCol="0" anchor="ctr"/>
          <a:lstStyle/>
          <a:p>
            <a:endParaRPr lang="nl-NL"/>
          </a:p>
        </p:txBody>
      </p:sp>
      <p:sp>
        <p:nvSpPr>
          <p:cNvPr id="8" name="Vrije vorm: vorm 18">
            <a:extLst>
              <a:ext uri="{FF2B5EF4-FFF2-40B4-BE49-F238E27FC236}">
                <a16:creationId xmlns:a16="http://schemas.microsoft.com/office/drawing/2014/main" id="{4088DB35-6CE0-CD32-44B5-3B0CACA65D85}"/>
              </a:ext>
            </a:extLst>
          </p:cNvPr>
          <p:cNvSpPr/>
          <p:nvPr userDrawn="1"/>
        </p:nvSpPr>
        <p:spPr>
          <a:xfrm flipH="1">
            <a:off x="10929641" y="3711676"/>
            <a:ext cx="1262346" cy="1262346"/>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5"/>
          </a:solidFill>
          <a:ln w="0" cap="flat">
            <a:noFill/>
            <a:prstDash val="solid"/>
            <a:miter/>
          </a:ln>
        </p:spPr>
        <p:txBody>
          <a:bodyPr rtlCol="0" anchor="ctr"/>
          <a:lstStyle/>
          <a:p>
            <a:endParaRPr lang="nl-NL"/>
          </a:p>
        </p:txBody>
      </p:sp>
      <p:sp>
        <p:nvSpPr>
          <p:cNvPr id="9" name="Vrije vorm: vorm 20">
            <a:extLst>
              <a:ext uri="{FF2B5EF4-FFF2-40B4-BE49-F238E27FC236}">
                <a16:creationId xmlns:a16="http://schemas.microsoft.com/office/drawing/2014/main" id="{648C79F6-74B6-DC8F-9D48-67509A77AEC1}"/>
              </a:ext>
            </a:extLst>
          </p:cNvPr>
          <p:cNvSpPr/>
          <p:nvPr userDrawn="1"/>
        </p:nvSpPr>
        <p:spPr>
          <a:xfrm rot="10800000" flipH="1">
            <a:off x="10929655" y="4978831"/>
            <a:ext cx="1262345" cy="631173"/>
          </a:xfrm>
          <a:custGeom>
            <a:avLst/>
            <a:gdLst>
              <a:gd name="connsiteX0" fmla="*/ 2286025 w 2286024"/>
              <a:gd name="connsiteY0" fmla="*/ 1143012 h 1143012"/>
              <a:gd name="connsiteX1" fmla="*/ 0 w 2286024"/>
              <a:gd name="connsiteY1" fmla="*/ 1143012 h 1143012"/>
              <a:gd name="connsiteX2" fmla="*/ 1143012 w 2286024"/>
              <a:gd name="connsiteY2" fmla="*/ 0 h 1143012"/>
              <a:gd name="connsiteX3" fmla="*/ 2286025 w 2286024"/>
              <a:gd name="connsiteY3" fmla="*/ 1143012 h 1143012"/>
            </a:gdLst>
            <a:ahLst/>
            <a:cxnLst>
              <a:cxn ang="0">
                <a:pos x="connsiteX0" y="connsiteY0"/>
              </a:cxn>
              <a:cxn ang="0">
                <a:pos x="connsiteX1" y="connsiteY1"/>
              </a:cxn>
              <a:cxn ang="0">
                <a:pos x="connsiteX2" y="connsiteY2"/>
              </a:cxn>
              <a:cxn ang="0">
                <a:pos x="connsiteX3" y="connsiteY3"/>
              </a:cxn>
            </a:cxnLst>
            <a:rect l="l" t="t" r="r" b="b"/>
            <a:pathLst>
              <a:path w="2286024" h="1143012">
                <a:moveTo>
                  <a:pt x="2286025" y="1143012"/>
                </a:moveTo>
                <a:lnTo>
                  <a:pt x="0" y="1143012"/>
                </a:lnTo>
                <a:cubicBezTo>
                  <a:pt x="0" y="511772"/>
                  <a:pt x="511784" y="0"/>
                  <a:pt x="1143012" y="0"/>
                </a:cubicBezTo>
                <a:cubicBezTo>
                  <a:pt x="1774241" y="0"/>
                  <a:pt x="2286025" y="511772"/>
                  <a:pt x="2286025" y="1143012"/>
                </a:cubicBezTo>
                <a:close/>
              </a:path>
            </a:pathLst>
          </a:custGeom>
          <a:solidFill>
            <a:schemeClr val="accent2"/>
          </a:solidFill>
          <a:ln w="0" cap="flat">
            <a:noFill/>
            <a:prstDash val="solid"/>
            <a:miter/>
          </a:ln>
        </p:spPr>
        <p:txBody>
          <a:bodyPr rtlCol="0" anchor="ctr"/>
          <a:lstStyle/>
          <a:p>
            <a:endParaRPr lang="nl-NL" dirty="0"/>
          </a:p>
        </p:txBody>
      </p:sp>
      <p:sp>
        <p:nvSpPr>
          <p:cNvPr id="10" name="Vrije vorm: vorm 21">
            <a:extLst>
              <a:ext uri="{FF2B5EF4-FFF2-40B4-BE49-F238E27FC236}">
                <a16:creationId xmlns:a16="http://schemas.microsoft.com/office/drawing/2014/main" id="{0E350ECC-C965-70E2-8B7D-38A852375892}"/>
              </a:ext>
            </a:extLst>
          </p:cNvPr>
          <p:cNvSpPr/>
          <p:nvPr userDrawn="1"/>
        </p:nvSpPr>
        <p:spPr>
          <a:xfrm rot="16200000" flipH="1">
            <a:off x="8720541" y="5919014"/>
            <a:ext cx="1262346" cy="631174"/>
          </a:xfrm>
          <a:custGeom>
            <a:avLst/>
            <a:gdLst>
              <a:gd name="connsiteX0" fmla="*/ 0 w 2286025"/>
              <a:gd name="connsiteY0" fmla="*/ 1143015 h 1143015"/>
              <a:gd name="connsiteX1" fmla="*/ 2286026 w 2286025"/>
              <a:gd name="connsiteY1" fmla="*/ 1143015 h 1143015"/>
              <a:gd name="connsiteX2" fmla="*/ 1143013 w 2286025"/>
              <a:gd name="connsiteY2" fmla="*/ 0 h 1143015"/>
              <a:gd name="connsiteX3" fmla="*/ 0 w 2286025"/>
              <a:gd name="connsiteY3" fmla="*/ 1143015 h 1143015"/>
            </a:gdLst>
            <a:ahLst/>
            <a:cxnLst>
              <a:cxn ang="0">
                <a:pos x="connsiteX0" y="connsiteY0"/>
              </a:cxn>
              <a:cxn ang="0">
                <a:pos x="connsiteX1" y="connsiteY1"/>
              </a:cxn>
              <a:cxn ang="0">
                <a:pos x="connsiteX2" y="connsiteY2"/>
              </a:cxn>
              <a:cxn ang="0">
                <a:pos x="connsiteX3" y="connsiteY3"/>
              </a:cxn>
            </a:cxnLst>
            <a:rect l="l" t="t" r="r" b="b"/>
            <a:pathLst>
              <a:path w="2286025" h="1143015">
                <a:moveTo>
                  <a:pt x="0" y="1143015"/>
                </a:moveTo>
                <a:lnTo>
                  <a:pt x="2286026" y="1143015"/>
                </a:lnTo>
                <a:lnTo>
                  <a:pt x="1143013" y="0"/>
                </a:lnTo>
                <a:lnTo>
                  <a:pt x="0" y="1143015"/>
                </a:lnTo>
                <a:close/>
              </a:path>
            </a:pathLst>
          </a:custGeom>
          <a:solidFill>
            <a:schemeClr val="accent6"/>
          </a:solidFill>
          <a:ln w="0" cap="flat">
            <a:noFill/>
            <a:prstDash val="solid"/>
            <a:miter/>
          </a:ln>
        </p:spPr>
        <p:txBody>
          <a:bodyPr rtlCol="0" anchor="ctr"/>
          <a:lstStyle/>
          <a:p>
            <a:endParaRPr lang="nl-NL"/>
          </a:p>
        </p:txBody>
      </p:sp>
      <p:sp>
        <p:nvSpPr>
          <p:cNvPr id="13" name="Vrije vorm: vorm 17">
            <a:extLst>
              <a:ext uri="{FF2B5EF4-FFF2-40B4-BE49-F238E27FC236}">
                <a16:creationId xmlns:a16="http://schemas.microsoft.com/office/drawing/2014/main" id="{263C9130-51EB-BCE2-4729-FCB853038622}"/>
              </a:ext>
            </a:extLst>
          </p:cNvPr>
          <p:cNvSpPr/>
          <p:nvPr userDrawn="1"/>
        </p:nvSpPr>
        <p:spPr>
          <a:xfrm flipH="1">
            <a:off x="10929649" y="5603428"/>
            <a:ext cx="1262346" cy="1262346"/>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chemeClr val="accent3"/>
          </a:solidFill>
          <a:ln w="0" cap="flat">
            <a:noFill/>
            <a:prstDash val="solid"/>
            <a:miter/>
          </a:ln>
        </p:spPr>
        <p:txBody>
          <a:bodyPr rtlCol="0" anchor="ctr"/>
          <a:lstStyle/>
          <a:p>
            <a:endParaRPr lang="nl-NL"/>
          </a:p>
        </p:txBody>
      </p:sp>
      <p:pic>
        <p:nvPicPr>
          <p:cNvPr id="4" name="Graphic 3">
            <a:extLst>
              <a:ext uri="{FF2B5EF4-FFF2-40B4-BE49-F238E27FC236}">
                <a16:creationId xmlns:a16="http://schemas.microsoft.com/office/drawing/2014/main" id="{EDD61F4C-BB6A-28F1-8C85-8A03F25A07B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8741" y="6421127"/>
            <a:ext cx="598623" cy="318019"/>
          </a:xfrm>
          <a:prstGeom prst="rect">
            <a:avLst/>
          </a:prstGeom>
        </p:spPr>
      </p:pic>
    </p:spTree>
    <p:extLst>
      <p:ext uri="{BB962C8B-B14F-4D97-AF65-F5344CB8AC3E}">
        <p14:creationId xmlns:p14="http://schemas.microsoft.com/office/powerpoint/2010/main" val="1609768963"/>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39" r:id="rId3"/>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489050-4EED-595E-C7B5-CA039E1CC0DF}"/>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3" name="Rectangle 2">
            <a:extLst>
              <a:ext uri="{FF2B5EF4-FFF2-40B4-BE49-F238E27FC236}">
                <a16:creationId xmlns:a16="http://schemas.microsoft.com/office/drawing/2014/main" id="{10118788-9453-90E9-1869-2A88C848F949}"/>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4" name="Rectangle 3">
            <a:extLst>
              <a:ext uri="{FF2B5EF4-FFF2-40B4-BE49-F238E27FC236}">
                <a16:creationId xmlns:a16="http://schemas.microsoft.com/office/drawing/2014/main" id="{99E26DDF-7E9C-E7AB-F155-70F6201715FE}"/>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5" name="Rectangle 4">
            <a:extLst>
              <a:ext uri="{FF2B5EF4-FFF2-40B4-BE49-F238E27FC236}">
                <a16:creationId xmlns:a16="http://schemas.microsoft.com/office/drawing/2014/main" id="{2606ADF7-0704-7DD9-366F-D2D1983E2BFB}"/>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6" name="Rectangle 5">
            <a:extLst>
              <a:ext uri="{FF2B5EF4-FFF2-40B4-BE49-F238E27FC236}">
                <a16:creationId xmlns:a16="http://schemas.microsoft.com/office/drawing/2014/main" id="{31560BC5-DDFB-1127-1302-14965B4A6392}"/>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7" name="Rectangle 6">
            <a:extLst>
              <a:ext uri="{FF2B5EF4-FFF2-40B4-BE49-F238E27FC236}">
                <a16:creationId xmlns:a16="http://schemas.microsoft.com/office/drawing/2014/main" id="{26932C9A-B4A3-323E-3A3A-86C96F4FE897}"/>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8" name="Rectangle 7">
            <a:extLst>
              <a:ext uri="{FF2B5EF4-FFF2-40B4-BE49-F238E27FC236}">
                <a16:creationId xmlns:a16="http://schemas.microsoft.com/office/drawing/2014/main" id="{B5714E89-7A3F-2DD9-BEF7-5A34F6E05EE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 name="Rectangle 8">
            <a:extLst>
              <a:ext uri="{FF2B5EF4-FFF2-40B4-BE49-F238E27FC236}">
                <a16:creationId xmlns:a16="http://schemas.microsoft.com/office/drawing/2014/main" id="{DCEDFA8A-8570-C17D-EBE9-D2A26A8C95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3217593631"/>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Lst>
  <p:hf sldNum="0" hdr="0" ft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4000"/>
        </a:lnSpc>
        <a:spcBef>
          <a:spcPts val="1000"/>
        </a:spcBef>
        <a:buFont typeface="Wingdings" panose="05000000000000000000" pitchFamily="2" charset="2"/>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5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500"/>
        </a:spcBef>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5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114000"/>
        </a:lnSpc>
        <a:spcBef>
          <a:spcPts val="5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BE" dirty="0"/>
          </a:p>
        </p:txBody>
      </p:sp>
      <p:pic>
        <p:nvPicPr>
          <p:cNvPr id="226" name="Graphic 225">
            <a:extLst>
              <a:ext uri="{FF2B5EF4-FFF2-40B4-BE49-F238E27FC236}">
                <a16:creationId xmlns:a16="http://schemas.microsoft.com/office/drawing/2014/main" id="{82C486C2-E734-46FB-3339-631D1C3DDBA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46706" y="6456868"/>
            <a:ext cx="609881" cy="324000"/>
          </a:xfrm>
          <a:prstGeom prst="rect">
            <a:avLst/>
          </a:prstGeom>
        </p:spPr>
      </p:pic>
    </p:spTree>
    <p:extLst>
      <p:ext uri="{BB962C8B-B14F-4D97-AF65-F5344CB8AC3E}">
        <p14:creationId xmlns:p14="http://schemas.microsoft.com/office/powerpoint/2010/main" val="504523889"/>
      </p:ext>
    </p:extLst>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14.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315.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316.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317.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31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19.png"/><Relationship Id="rId1" Type="http://schemas.openxmlformats.org/officeDocument/2006/relationships/slideLayout" Target="../slideLayouts/slideLayout8.xml"/><Relationship Id="rId5" Type="http://schemas.openxmlformats.org/officeDocument/2006/relationships/image" Target="../media/image322.png"/><Relationship Id="rId4" Type="http://schemas.openxmlformats.org/officeDocument/2006/relationships/image" Target="../media/image321.png"/></Relationships>
</file>

<file path=ppt/slides/_rels/slide12.xml.rels><?xml version="1.0" encoding="UTF-8" standalone="yes"?>
<Relationships xmlns="http://schemas.openxmlformats.org/package/2006/relationships"><Relationship Id="rId3" Type="http://schemas.openxmlformats.org/officeDocument/2006/relationships/image" Target="../media/image319.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322.png"/><Relationship Id="rId5" Type="http://schemas.openxmlformats.org/officeDocument/2006/relationships/image" Target="../media/image321.png"/><Relationship Id="rId4" Type="http://schemas.openxmlformats.org/officeDocument/2006/relationships/image" Target="../media/image320.png"/></Relationships>
</file>

<file path=ppt/slides/_rels/slide13.xml.rels><?xml version="1.0" encoding="UTF-8" standalone="yes"?>
<Relationships xmlns="http://schemas.openxmlformats.org/package/2006/relationships"><Relationship Id="rId3" Type="http://schemas.openxmlformats.org/officeDocument/2006/relationships/image" Target="../media/image323.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hyperlink" Target="https://gdpr-info.eu/art-4-gdpr/" TargetMode="External"/><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324.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325.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324.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325.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hyperlink" Target="mailto:dpo@vib.be" TargetMode="External"/><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326.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hyperlink" Target="http://www.science.org/content/page/science-information-authors" TargetMode="External"/><Relationship Id="rId2" Type="http://schemas.openxmlformats.org/officeDocument/2006/relationships/image" Target="../media/image327.jpg"/><Relationship Id="rId1" Type="http://schemas.openxmlformats.org/officeDocument/2006/relationships/slideLayout" Target="../slideLayouts/slideLayout8.xml"/><Relationship Id="rId5" Type="http://schemas.openxmlformats.org/officeDocument/2006/relationships/image" Target="../media/image328.jpg"/><Relationship Id="rId4" Type="http://schemas.openxmlformats.org/officeDocument/2006/relationships/hyperlink" Target="http://www.cell.com/cell/authors"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29.png"/><Relationship Id="rId1" Type="http://schemas.openxmlformats.org/officeDocument/2006/relationships/slideLayout" Target="../slideLayouts/slideLayout16.xml"/><Relationship Id="rId4" Type="http://schemas.openxmlformats.org/officeDocument/2006/relationships/image" Target="../media/image3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324.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325.svg"/></Relationships>
</file>

<file path=ppt/slides/_rels/slide35.xml.rels><?xml version="1.0" encoding="UTF-8" standalone="yes"?>
<Relationships xmlns="http://schemas.openxmlformats.org/package/2006/relationships"><Relationship Id="rId3" Type="http://schemas.openxmlformats.org/officeDocument/2006/relationships/hyperlink" Target="https://rdmkit.elixir-europe.org/" TargetMode="External"/><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332.png"/></Relationships>
</file>

<file path=ppt/slides/_rels/slide36.xml.rels><?xml version="1.0" encoding="UTF-8" standalone="yes"?>
<Relationships xmlns="http://schemas.openxmlformats.org/package/2006/relationships"><Relationship Id="rId3" Type="http://schemas.openxmlformats.org/officeDocument/2006/relationships/image" Target="../media/image334.svg"/><Relationship Id="rId2" Type="http://schemas.openxmlformats.org/officeDocument/2006/relationships/image" Target="../media/image333.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hyperlink" Target="mailto:Matheus.lourenco@vib.be" TargetMode="Externa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1AB97-288C-4F00-ABB1-93DBE5AEE582}"/>
              </a:ext>
            </a:extLst>
          </p:cNvPr>
          <p:cNvSpPr>
            <a:spLocks noGrp="1"/>
          </p:cNvSpPr>
          <p:nvPr>
            <p:ph type="title"/>
          </p:nvPr>
        </p:nvSpPr>
        <p:spPr/>
        <p:txBody>
          <a:bodyPr>
            <a:noAutofit/>
          </a:bodyPr>
          <a:lstStyle/>
          <a:p>
            <a:r>
              <a:rPr lang="en-US" sz="3600" dirty="0"/>
              <a:t>Introduction to Research Data Management (RDM) in Life Sciences</a:t>
            </a:r>
            <a:endParaRPr lang="en-BE" sz="3600" dirty="0"/>
          </a:p>
        </p:txBody>
      </p:sp>
      <p:sp>
        <p:nvSpPr>
          <p:cNvPr id="3" name="Text Placeholder 2">
            <a:extLst>
              <a:ext uri="{FF2B5EF4-FFF2-40B4-BE49-F238E27FC236}">
                <a16:creationId xmlns:a16="http://schemas.microsoft.com/office/drawing/2014/main" id="{AFBFA8EA-21F1-7152-4B51-2EB2EA3B59DB}"/>
              </a:ext>
            </a:extLst>
          </p:cNvPr>
          <p:cNvSpPr>
            <a:spLocks noGrp="1"/>
          </p:cNvSpPr>
          <p:nvPr>
            <p:ph type="body" sz="quarter" idx="10"/>
          </p:nvPr>
        </p:nvSpPr>
        <p:spPr/>
        <p:txBody>
          <a:bodyPr/>
          <a:lstStyle/>
          <a:p>
            <a:r>
              <a:rPr lang="en-US" dirty="0"/>
              <a:t>October 17, 2025</a:t>
            </a:r>
            <a:endParaRPr lang="en-BE" dirty="0"/>
          </a:p>
        </p:txBody>
      </p:sp>
      <p:sp>
        <p:nvSpPr>
          <p:cNvPr id="4" name="Text Placeholder 3">
            <a:extLst>
              <a:ext uri="{FF2B5EF4-FFF2-40B4-BE49-F238E27FC236}">
                <a16:creationId xmlns:a16="http://schemas.microsoft.com/office/drawing/2014/main" id="{6004C017-B289-59B2-284B-9A5A9FD07E5C}"/>
              </a:ext>
            </a:extLst>
          </p:cNvPr>
          <p:cNvSpPr>
            <a:spLocks noGrp="1"/>
          </p:cNvSpPr>
          <p:nvPr>
            <p:ph type="body" sz="quarter" idx="11"/>
          </p:nvPr>
        </p:nvSpPr>
        <p:spPr/>
        <p:txBody>
          <a:bodyPr/>
          <a:lstStyle/>
          <a:p>
            <a:r>
              <a:rPr lang="en-US" dirty="0"/>
              <a:t>Matheus Lourenço, PhD</a:t>
            </a:r>
            <a:endParaRPr lang="en-BE" dirty="0"/>
          </a:p>
        </p:txBody>
      </p:sp>
      <p:sp>
        <p:nvSpPr>
          <p:cNvPr id="5" name="Text Placeholder 4">
            <a:extLst>
              <a:ext uri="{FF2B5EF4-FFF2-40B4-BE49-F238E27FC236}">
                <a16:creationId xmlns:a16="http://schemas.microsoft.com/office/drawing/2014/main" id="{BD6F1B80-AE3D-16C4-251E-D8F9DA4F2FE2}"/>
              </a:ext>
            </a:extLst>
          </p:cNvPr>
          <p:cNvSpPr>
            <a:spLocks noGrp="1"/>
          </p:cNvSpPr>
          <p:nvPr>
            <p:ph type="body" sz="quarter" idx="14"/>
          </p:nvPr>
        </p:nvSpPr>
        <p:spPr/>
        <p:txBody>
          <a:bodyPr>
            <a:normAutofit fontScale="92500"/>
          </a:bodyPr>
          <a:lstStyle/>
          <a:p>
            <a:r>
              <a:rPr lang="en-US" dirty="0"/>
              <a:t>Session 1: Key terms and concepts</a:t>
            </a:r>
            <a:endParaRPr lang="en-BE" dirty="0"/>
          </a:p>
        </p:txBody>
      </p:sp>
      <p:pic>
        <p:nvPicPr>
          <p:cNvPr id="7" name="Picture 6">
            <a:extLst>
              <a:ext uri="{FF2B5EF4-FFF2-40B4-BE49-F238E27FC236}">
                <a16:creationId xmlns:a16="http://schemas.microsoft.com/office/drawing/2014/main" id="{0A681E3B-C996-BB62-2579-ED026D3804B1}"/>
              </a:ext>
            </a:extLst>
          </p:cNvPr>
          <p:cNvPicPr>
            <a:picLocks noChangeAspect="1"/>
          </p:cNvPicPr>
          <p:nvPr/>
        </p:nvPicPr>
        <p:blipFill>
          <a:blip r:embed="rId3"/>
          <a:stretch>
            <a:fillRect/>
          </a:stretch>
        </p:blipFill>
        <p:spPr>
          <a:xfrm>
            <a:off x="887843" y="5622018"/>
            <a:ext cx="1219306" cy="475529"/>
          </a:xfrm>
          <a:prstGeom prst="rect">
            <a:avLst/>
          </a:prstGeom>
        </p:spPr>
      </p:pic>
    </p:spTree>
    <p:extLst>
      <p:ext uri="{BB962C8B-B14F-4D97-AF65-F5344CB8AC3E}">
        <p14:creationId xmlns:p14="http://schemas.microsoft.com/office/powerpoint/2010/main" val="3650598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34B10-08C7-4E2A-8502-0853D6ED4865}"/>
              </a:ext>
            </a:extLst>
          </p:cNvPr>
          <p:cNvSpPr>
            <a:spLocks noGrp="1"/>
          </p:cNvSpPr>
          <p:nvPr>
            <p:ph type="title"/>
          </p:nvPr>
        </p:nvSpPr>
        <p:spPr/>
        <p:txBody>
          <a:bodyPr/>
          <a:lstStyle/>
          <a:p>
            <a:r>
              <a:rPr lang="en-US" sz="4000" dirty="0"/>
              <a:t>Before we begin</a:t>
            </a:r>
            <a:endParaRPr lang="en-BE" sz="4000" dirty="0"/>
          </a:p>
        </p:txBody>
      </p:sp>
      <p:sp>
        <p:nvSpPr>
          <p:cNvPr id="3" name="Content Placeholder 2">
            <a:extLst>
              <a:ext uri="{FF2B5EF4-FFF2-40B4-BE49-F238E27FC236}">
                <a16:creationId xmlns:a16="http://schemas.microsoft.com/office/drawing/2014/main" id="{7333D355-E55E-38F6-123D-B7FCABBA3060}"/>
              </a:ext>
            </a:extLst>
          </p:cNvPr>
          <p:cNvSpPr>
            <a:spLocks noGrp="1"/>
          </p:cNvSpPr>
          <p:nvPr>
            <p:ph sz="quarter" idx="10"/>
          </p:nvPr>
        </p:nvSpPr>
        <p:spPr>
          <a:xfrm>
            <a:off x="838200" y="1792288"/>
            <a:ext cx="5889172" cy="4700587"/>
          </a:xfrm>
        </p:spPr>
        <p:txBody>
          <a:bodyPr/>
          <a:lstStyle/>
          <a:p>
            <a:r>
              <a:rPr lang="en-US" dirty="0"/>
              <a:t>Computers are unnecessary for discussion moments</a:t>
            </a:r>
          </a:p>
          <a:p>
            <a:endParaRPr lang="en-US" dirty="0"/>
          </a:p>
          <a:p>
            <a:r>
              <a:rPr lang="en-US" dirty="0"/>
              <a:t>Computers open for exercises with closed apps (teams, outlook, WhatsApp, </a:t>
            </a:r>
            <a:r>
              <a:rPr lang="en-US" dirty="0" err="1"/>
              <a:t>etc</a:t>
            </a:r>
            <a:r>
              <a:rPr lang="en-US" dirty="0"/>
              <a:t>)</a:t>
            </a:r>
          </a:p>
          <a:p>
            <a:pPr marL="0" indent="0">
              <a:buNone/>
            </a:pPr>
            <a:endParaRPr lang="en-BE" dirty="0"/>
          </a:p>
        </p:txBody>
      </p:sp>
      <p:sp>
        <p:nvSpPr>
          <p:cNvPr id="10" name="Freeform: Shape 9">
            <a:extLst>
              <a:ext uri="{FF2B5EF4-FFF2-40B4-BE49-F238E27FC236}">
                <a16:creationId xmlns:a16="http://schemas.microsoft.com/office/drawing/2014/main" id="{828CF7DC-147C-C649-C1B6-77E679961FFB}"/>
              </a:ext>
            </a:extLst>
          </p:cNvPr>
          <p:cNvSpPr/>
          <p:nvPr/>
        </p:nvSpPr>
        <p:spPr>
          <a:xfrm rot="5400000">
            <a:off x="7217890" y="5611373"/>
            <a:ext cx="2290034" cy="164978"/>
          </a:xfrm>
          <a:custGeom>
            <a:avLst/>
            <a:gdLst>
              <a:gd name="connsiteX0" fmla="*/ 0 w 2290034"/>
              <a:gd name="connsiteY0" fmla="*/ 0 h 164978"/>
              <a:gd name="connsiteX1" fmla="*/ 2290034 w 2290034"/>
              <a:gd name="connsiteY1" fmla="*/ 0 h 164978"/>
              <a:gd name="connsiteX2" fmla="*/ 2290034 w 2290034"/>
              <a:gd name="connsiteY2" fmla="*/ 164979 h 164978"/>
              <a:gd name="connsiteX3" fmla="*/ 0 w 2290034"/>
              <a:gd name="connsiteY3" fmla="*/ 164979 h 164978"/>
            </a:gdLst>
            <a:ahLst/>
            <a:cxnLst>
              <a:cxn ang="0">
                <a:pos x="connsiteX0" y="connsiteY0"/>
              </a:cxn>
              <a:cxn ang="0">
                <a:pos x="connsiteX1" y="connsiteY1"/>
              </a:cxn>
              <a:cxn ang="0">
                <a:pos x="connsiteX2" y="connsiteY2"/>
              </a:cxn>
              <a:cxn ang="0">
                <a:pos x="connsiteX3" y="connsiteY3"/>
              </a:cxn>
            </a:cxnLst>
            <a:rect l="l" t="t" r="r" b="b"/>
            <a:pathLst>
              <a:path w="2290034" h="164978">
                <a:moveTo>
                  <a:pt x="0" y="0"/>
                </a:moveTo>
                <a:lnTo>
                  <a:pt x="2290034" y="0"/>
                </a:lnTo>
                <a:lnTo>
                  <a:pt x="2290034" y="164979"/>
                </a:lnTo>
                <a:lnTo>
                  <a:pt x="0" y="164979"/>
                </a:lnTo>
                <a:close/>
              </a:path>
            </a:pathLst>
          </a:custGeom>
          <a:solidFill>
            <a:srgbClr val="C4AFD3"/>
          </a:solidFill>
          <a:ln w="23644" cap="flat">
            <a:solidFill>
              <a:schemeClr val="accent3"/>
            </a:solidFill>
            <a:prstDash val="solid"/>
            <a:miter/>
          </a:ln>
        </p:spPr>
        <p:txBody>
          <a:bodyPr rtlCol="0" anchor="ctr"/>
          <a:lstStyle/>
          <a:p>
            <a:endParaRPr lang="en-BE"/>
          </a:p>
        </p:txBody>
      </p:sp>
      <p:grpSp>
        <p:nvGrpSpPr>
          <p:cNvPr id="12" name="Graphic 7">
            <a:extLst>
              <a:ext uri="{FF2B5EF4-FFF2-40B4-BE49-F238E27FC236}">
                <a16:creationId xmlns:a16="http://schemas.microsoft.com/office/drawing/2014/main" id="{01033627-E674-1152-B603-63B15D124B8D}"/>
              </a:ext>
            </a:extLst>
          </p:cNvPr>
          <p:cNvGrpSpPr/>
          <p:nvPr/>
        </p:nvGrpSpPr>
        <p:grpSpPr>
          <a:xfrm>
            <a:off x="9952602" y="5059077"/>
            <a:ext cx="1600802" cy="1779984"/>
            <a:chOff x="9952602" y="5059077"/>
            <a:chExt cx="1600802" cy="1779984"/>
          </a:xfrm>
        </p:grpSpPr>
        <p:sp>
          <p:nvSpPr>
            <p:cNvPr id="13" name="Freeform: Shape 12">
              <a:extLst>
                <a:ext uri="{FF2B5EF4-FFF2-40B4-BE49-F238E27FC236}">
                  <a16:creationId xmlns:a16="http://schemas.microsoft.com/office/drawing/2014/main" id="{85C58BC8-A474-B587-91FE-BF04F5A456C2}"/>
                </a:ext>
              </a:extLst>
            </p:cNvPr>
            <p:cNvSpPr/>
            <p:nvPr/>
          </p:nvSpPr>
          <p:spPr>
            <a:xfrm>
              <a:off x="10636553" y="5196013"/>
              <a:ext cx="242187" cy="460519"/>
            </a:xfrm>
            <a:custGeom>
              <a:avLst/>
              <a:gdLst>
                <a:gd name="connsiteX0" fmla="*/ 0 w 242187"/>
                <a:gd name="connsiteY0" fmla="*/ 0 h 460519"/>
                <a:gd name="connsiteX1" fmla="*/ 242187 w 242187"/>
                <a:gd name="connsiteY1" fmla="*/ 0 h 460519"/>
                <a:gd name="connsiteX2" fmla="*/ 242187 w 242187"/>
                <a:gd name="connsiteY2" fmla="*/ 460520 h 460519"/>
                <a:gd name="connsiteX3" fmla="*/ 0 w 242187"/>
                <a:gd name="connsiteY3" fmla="*/ 460520 h 460519"/>
              </a:gdLst>
              <a:ahLst/>
              <a:cxnLst>
                <a:cxn ang="0">
                  <a:pos x="connsiteX0" y="connsiteY0"/>
                </a:cxn>
                <a:cxn ang="0">
                  <a:pos x="connsiteX1" y="connsiteY1"/>
                </a:cxn>
                <a:cxn ang="0">
                  <a:pos x="connsiteX2" y="connsiteY2"/>
                </a:cxn>
                <a:cxn ang="0">
                  <a:pos x="connsiteX3" y="connsiteY3"/>
                </a:cxn>
              </a:cxnLst>
              <a:rect l="l" t="t" r="r" b="b"/>
              <a:pathLst>
                <a:path w="242187" h="460519">
                  <a:moveTo>
                    <a:pt x="0" y="0"/>
                  </a:moveTo>
                  <a:lnTo>
                    <a:pt x="242187" y="0"/>
                  </a:lnTo>
                  <a:lnTo>
                    <a:pt x="242187" y="460520"/>
                  </a:lnTo>
                  <a:lnTo>
                    <a:pt x="0" y="460520"/>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14" name="Freeform: Shape 13">
              <a:extLst>
                <a:ext uri="{FF2B5EF4-FFF2-40B4-BE49-F238E27FC236}">
                  <a16:creationId xmlns:a16="http://schemas.microsoft.com/office/drawing/2014/main" id="{40DA9CB0-B8ED-404C-9229-423893A79BC6}"/>
                </a:ext>
              </a:extLst>
            </p:cNvPr>
            <p:cNvSpPr/>
            <p:nvPr/>
          </p:nvSpPr>
          <p:spPr>
            <a:xfrm>
              <a:off x="10714490" y="5656533"/>
              <a:ext cx="86495" cy="752419"/>
            </a:xfrm>
            <a:custGeom>
              <a:avLst/>
              <a:gdLst>
                <a:gd name="connsiteX0" fmla="*/ 0 w 86495"/>
                <a:gd name="connsiteY0" fmla="*/ 0 h 752419"/>
                <a:gd name="connsiteX1" fmla="*/ 86495 w 86495"/>
                <a:gd name="connsiteY1" fmla="*/ 0 h 752419"/>
                <a:gd name="connsiteX2" fmla="*/ 86495 w 86495"/>
                <a:gd name="connsiteY2" fmla="*/ 752419 h 752419"/>
                <a:gd name="connsiteX3" fmla="*/ 0 w 86495"/>
                <a:gd name="connsiteY3" fmla="*/ 752419 h 752419"/>
              </a:gdLst>
              <a:ahLst/>
              <a:cxnLst>
                <a:cxn ang="0">
                  <a:pos x="connsiteX0" y="connsiteY0"/>
                </a:cxn>
                <a:cxn ang="0">
                  <a:pos x="connsiteX1" y="connsiteY1"/>
                </a:cxn>
                <a:cxn ang="0">
                  <a:pos x="connsiteX2" y="connsiteY2"/>
                </a:cxn>
                <a:cxn ang="0">
                  <a:pos x="connsiteX3" y="connsiteY3"/>
                </a:cxn>
              </a:cxnLst>
              <a:rect l="l" t="t" r="r" b="b"/>
              <a:pathLst>
                <a:path w="86495" h="752419">
                  <a:moveTo>
                    <a:pt x="0" y="0"/>
                  </a:moveTo>
                  <a:lnTo>
                    <a:pt x="86495" y="0"/>
                  </a:lnTo>
                  <a:lnTo>
                    <a:pt x="86495" y="752419"/>
                  </a:lnTo>
                  <a:lnTo>
                    <a:pt x="0" y="752419"/>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15" name="Freeform: Shape 14">
              <a:extLst>
                <a:ext uri="{FF2B5EF4-FFF2-40B4-BE49-F238E27FC236}">
                  <a16:creationId xmlns:a16="http://schemas.microsoft.com/office/drawing/2014/main" id="{D0D540E8-B7FA-67E5-B27C-1DB42774DA08}"/>
                </a:ext>
              </a:extLst>
            </p:cNvPr>
            <p:cNvSpPr/>
            <p:nvPr/>
          </p:nvSpPr>
          <p:spPr>
            <a:xfrm>
              <a:off x="10107019" y="5059077"/>
              <a:ext cx="1301619" cy="188468"/>
            </a:xfrm>
            <a:custGeom>
              <a:avLst/>
              <a:gdLst>
                <a:gd name="connsiteX0" fmla="*/ 1207476 w 1301619"/>
                <a:gd name="connsiteY0" fmla="*/ 0 h 188468"/>
                <a:gd name="connsiteX1" fmla="*/ 1301619 w 1301619"/>
                <a:gd name="connsiteY1" fmla="*/ 94144 h 188468"/>
                <a:gd name="connsiteX2" fmla="*/ 1301619 w 1301619"/>
                <a:gd name="connsiteY2" fmla="*/ 94326 h 188468"/>
                <a:gd name="connsiteX3" fmla="*/ 1207476 w 1301619"/>
                <a:gd name="connsiteY3" fmla="*/ 188469 h 188468"/>
                <a:gd name="connsiteX4" fmla="*/ 94143 w 1301619"/>
                <a:gd name="connsiteY4" fmla="*/ 188469 h 188468"/>
                <a:gd name="connsiteX5" fmla="*/ 0 w 1301619"/>
                <a:gd name="connsiteY5" fmla="*/ 94326 h 188468"/>
                <a:gd name="connsiteX6" fmla="*/ 0 w 1301619"/>
                <a:gd name="connsiteY6" fmla="*/ 94144 h 188468"/>
                <a:gd name="connsiteX7" fmla="*/ 94143 w 1301619"/>
                <a:gd name="connsiteY7" fmla="*/ 0 h 18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1619" h="188468">
                  <a:moveTo>
                    <a:pt x="1207476" y="0"/>
                  </a:moveTo>
                  <a:cubicBezTo>
                    <a:pt x="1259470" y="0"/>
                    <a:pt x="1301619" y="42149"/>
                    <a:pt x="1301619" y="94144"/>
                  </a:cubicBezTo>
                  <a:lnTo>
                    <a:pt x="1301619" y="94326"/>
                  </a:lnTo>
                  <a:cubicBezTo>
                    <a:pt x="1301619" y="146320"/>
                    <a:pt x="1259470" y="188469"/>
                    <a:pt x="1207476" y="188469"/>
                  </a:cubicBezTo>
                  <a:lnTo>
                    <a:pt x="94143" y="188469"/>
                  </a:lnTo>
                  <a:cubicBezTo>
                    <a:pt x="42149" y="188469"/>
                    <a:pt x="0" y="146320"/>
                    <a:pt x="0" y="94326"/>
                  </a:cubicBezTo>
                  <a:lnTo>
                    <a:pt x="0" y="94144"/>
                  </a:lnTo>
                  <a:cubicBezTo>
                    <a:pt x="0" y="42149"/>
                    <a:pt x="42149" y="0"/>
                    <a:pt x="94143" y="0"/>
                  </a:cubicBezTo>
                  <a:close/>
                </a:path>
              </a:pathLst>
            </a:custGeom>
            <a:solidFill>
              <a:srgbClr val="FFFFFF"/>
            </a:solidFill>
            <a:ln w="23644" cap="flat">
              <a:solidFill>
                <a:schemeClr val="accent3"/>
              </a:solidFill>
              <a:prstDash val="solid"/>
              <a:miter/>
            </a:ln>
          </p:spPr>
          <p:txBody>
            <a:bodyPr rtlCol="0" anchor="ctr"/>
            <a:lstStyle/>
            <a:p>
              <a:endParaRPr lang="en-BE"/>
            </a:p>
          </p:txBody>
        </p:sp>
        <p:grpSp>
          <p:nvGrpSpPr>
            <p:cNvPr id="16" name="Graphic 7">
              <a:extLst>
                <a:ext uri="{FF2B5EF4-FFF2-40B4-BE49-F238E27FC236}">
                  <a16:creationId xmlns:a16="http://schemas.microsoft.com/office/drawing/2014/main" id="{479CEDB8-FE18-FB57-DDD4-442CBC275FE1}"/>
                </a:ext>
              </a:extLst>
            </p:cNvPr>
            <p:cNvGrpSpPr/>
            <p:nvPr/>
          </p:nvGrpSpPr>
          <p:grpSpPr>
            <a:xfrm>
              <a:off x="9952602" y="6379270"/>
              <a:ext cx="299365" cy="459791"/>
              <a:chOff x="9952602" y="6379270"/>
              <a:chExt cx="299365" cy="459791"/>
            </a:xfrm>
          </p:grpSpPr>
          <p:sp>
            <p:nvSpPr>
              <p:cNvPr id="17" name="Freeform: Shape 16">
                <a:extLst>
                  <a:ext uri="{FF2B5EF4-FFF2-40B4-BE49-F238E27FC236}">
                    <a16:creationId xmlns:a16="http://schemas.microsoft.com/office/drawing/2014/main" id="{D4C3EF5B-2170-A26D-C43B-FD2F357F595F}"/>
                  </a:ext>
                </a:extLst>
              </p:cNvPr>
              <p:cNvSpPr/>
              <p:nvPr/>
            </p:nvSpPr>
            <p:spPr>
              <a:xfrm>
                <a:off x="10102285"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18" name="Graphic 7">
                <a:extLst>
                  <a:ext uri="{FF2B5EF4-FFF2-40B4-BE49-F238E27FC236}">
                    <a16:creationId xmlns:a16="http://schemas.microsoft.com/office/drawing/2014/main" id="{615E4101-2EDF-E3C3-ABB0-C9BB350A7F60}"/>
                  </a:ext>
                </a:extLst>
              </p:cNvPr>
              <p:cNvGrpSpPr/>
              <p:nvPr/>
            </p:nvGrpSpPr>
            <p:grpSpPr>
              <a:xfrm>
                <a:off x="9952602" y="6539696"/>
                <a:ext cx="299365" cy="299365"/>
                <a:chOff x="9952602" y="6539696"/>
                <a:chExt cx="299365" cy="299365"/>
              </a:xfrm>
            </p:grpSpPr>
            <p:sp>
              <p:nvSpPr>
                <p:cNvPr id="19" name="Freeform: Shape 18">
                  <a:extLst>
                    <a:ext uri="{FF2B5EF4-FFF2-40B4-BE49-F238E27FC236}">
                      <a16:creationId xmlns:a16="http://schemas.microsoft.com/office/drawing/2014/main" id="{FC6F9E40-A554-1212-18BD-2D4E957A1B21}"/>
                    </a:ext>
                  </a:extLst>
                </p:cNvPr>
                <p:cNvSpPr/>
                <p:nvPr/>
              </p:nvSpPr>
              <p:spPr>
                <a:xfrm>
                  <a:off x="9952602" y="6539696"/>
                  <a:ext cx="299365" cy="299365"/>
                </a:xfrm>
                <a:custGeom>
                  <a:avLst/>
                  <a:gdLst>
                    <a:gd name="connsiteX0" fmla="*/ 299365 w 299365"/>
                    <a:gd name="connsiteY0" fmla="*/ 149683 h 299365"/>
                    <a:gd name="connsiteX1" fmla="*/ 149683 w 299365"/>
                    <a:gd name="connsiteY1" fmla="*/ 299365 h 299365"/>
                    <a:gd name="connsiteX2" fmla="*/ 0 w 299365"/>
                    <a:gd name="connsiteY2" fmla="*/ 149683 h 299365"/>
                    <a:gd name="connsiteX3" fmla="*/ 149683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3" y="299365"/>
                      </a:cubicBezTo>
                      <a:cubicBezTo>
                        <a:pt x="67015" y="299365"/>
                        <a:pt x="0" y="232350"/>
                        <a:pt x="0" y="149683"/>
                      </a:cubicBezTo>
                      <a:cubicBezTo>
                        <a:pt x="0" y="67015"/>
                        <a:pt x="67015" y="0"/>
                        <a:pt x="149683"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20" name="Freeform: Shape 19">
                  <a:extLst>
                    <a:ext uri="{FF2B5EF4-FFF2-40B4-BE49-F238E27FC236}">
                      <a16:creationId xmlns:a16="http://schemas.microsoft.com/office/drawing/2014/main" id="{9A67CC30-734D-2F61-2014-86B0930B1687}"/>
                    </a:ext>
                  </a:extLst>
                </p:cNvPr>
                <p:cNvSpPr/>
                <p:nvPr/>
              </p:nvSpPr>
              <p:spPr>
                <a:xfrm>
                  <a:off x="10039826"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784B9B"/>
                </a:solidFill>
                <a:ln w="23644" cap="flat">
                  <a:solidFill>
                    <a:schemeClr val="accent3"/>
                  </a:solidFill>
                  <a:prstDash val="solid"/>
                  <a:miter/>
                </a:ln>
              </p:spPr>
              <p:txBody>
                <a:bodyPr rtlCol="0" anchor="ctr"/>
                <a:lstStyle/>
                <a:p>
                  <a:endParaRPr lang="en-BE"/>
                </a:p>
              </p:txBody>
            </p:sp>
          </p:grpSp>
        </p:grpSp>
        <p:grpSp>
          <p:nvGrpSpPr>
            <p:cNvPr id="21" name="Graphic 7">
              <a:extLst>
                <a:ext uri="{FF2B5EF4-FFF2-40B4-BE49-F238E27FC236}">
                  <a16:creationId xmlns:a16="http://schemas.microsoft.com/office/drawing/2014/main" id="{B8947F3F-5288-2AA9-32E0-EECA4B610A38}"/>
                </a:ext>
              </a:extLst>
            </p:cNvPr>
            <p:cNvGrpSpPr/>
            <p:nvPr/>
          </p:nvGrpSpPr>
          <p:grpSpPr>
            <a:xfrm>
              <a:off x="11254039" y="6379270"/>
              <a:ext cx="299365" cy="459791"/>
              <a:chOff x="11254039" y="6379270"/>
              <a:chExt cx="299365" cy="459791"/>
            </a:xfrm>
          </p:grpSpPr>
          <p:sp>
            <p:nvSpPr>
              <p:cNvPr id="22" name="Freeform: Shape 21">
                <a:extLst>
                  <a:ext uri="{FF2B5EF4-FFF2-40B4-BE49-F238E27FC236}">
                    <a16:creationId xmlns:a16="http://schemas.microsoft.com/office/drawing/2014/main" id="{C79352B4-1974-0224-6EB6-2D6E41055833}"/>
                  </a:ext>
                </a:extLst>
              </p:cNvPr>
              <p:cNvSpPr/>
              <p:nvPr/>
            </p:nvSpPr>
            <p:spPr>
              <a:xfrm>
                <a:off x="11403722"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23" name="Graphic 7">
                <a:extLst>
                  <a:ext uri="{FF2B5EF4-FFF2-40B4-BE49-F238E27FC236}">
                    <a16:creationId xmlns:a16="http://schemas.microsoft.com/office/drawing/2014/main" id="{6EB07110-0042-67C3-4760-43A0041B7595}"/>
                  </a:ext>
                </a:extLst>
              </p:cNvPr>
              <p:cNvGrpSpPr/>
              <p:nvPr/>
            </p:nvGrpSpPr>
            <p:grpSpPr>
              <a:xfrm>
                <a:off x="11254039" y="6539696"/>
                <a:ext cx="299365" cy="299365"/>
                <a:chOff x="11254039" y="6539696"/>
                <a:chExt cx="299365" cy="299365"/>
              </a:xfrm>
            </p:grpSpPr>
            <p:sp>
              <p:nvSpPr>
                <p:cNvPr id="24" name="Freeform: Shape 23">
                  <a:extLst>
                    <a:ext uri="{FF2B5EF4-FFF2-40B4-BE49-F238E27FC236}">
                      <a16:creationId xmlns:a16="http://schemas.microsoft.com/office/drawing/2014/main" id="{FC931323-D2A4-58FD-936D-9B517E41BB74}"/>
                    </a:ext>
                  </a:extLst>
                </p:cNvPr>
                <p:cNvSpPr/>
                <p:nvPr/>
              </p:nvSpPr>
              <p:spPr>
                <a:xfrm>
                  <a:off x="11254039" y="6539696"/>
                  <a:ext cx="299365" cy="299365"/>
                </a:xfrm>
                <a:custGeom>
                  <a:avLst/>
                  <a:gdLst>
                    <a:gd name="connsiteX0" fmla="*/ 299365 w 299365"/>
                    <a:gd name="connsiteY0" fmla="*/ 149683 h 299365"/>
                    <a:gd name="connsiteX1" fmla="*/ 149683 w 299365"/>
                    <a:gd name="connsiteY1" fmla="*/ 299365 h 299365"/>
                    <a:gd name="connsiteX2" fmla="*/ 0 w 299365"/>
                    <a:gd name="connsiteY2" fmla="*/ 149683 h 299365"/>
                    <a:gd name="connsiteX3" fmla="*/ 149683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3" y="299365"/>
                      </a:cubicBezTo>
                      <a:cubicBezTo>
                        <a:pt x="67015" y="299365"/>
                        <a:pt x="0" y="232350"/>
                        <a:pt x="0" y="149683"/>
                      </a:cubicBezTo>
                      <a:cubicBezTo>
                        <a:pt x="0" y="67015"/>
                        <a:pt x="67015" y="0"/>
                        <a:pt x="149683"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25" name="Freeform: Shape 24">
                  <a:extLst>
                    <a:ext uri="{FF2B5EF4-FFF2-40B4-BE49-F238E27FC236}">
                      <a16:creationId xmlns:a16="http://schemas.microsoft.com/office/drawing/2014/main" id="{A496B89A-992E-2729-02A8-A473ADEF4E93}"/>
                    </a:ext>
                  </a:extLst>
                </p:cNvPr>
                <p:cNvSpPr/>
                <p:nvPr/>
              </p:nvSpPr>
              <p:spPr>
                <a:xfrm>
                  <a:off x="11341263"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784B9B"/>
                </a:solidFill>
                <a:ln w="23644" cap="flat">
                  <a:solidFill>
                    <a:schemeClr val="accent3"/>
                  </a:solidFill>
                  <a:prstDash val="solid"/>
                  <a:miter/>
                </a:ln>
              </p:spPr>
              <p:txBody>
                <a:bodyPr rtlCol="0" anchor="ctr"/>
                <a:lstStyle/>
                <a:p>
                  <a:endParaRPr lang="en-BE"/>
                </a:p>
              </p:txBody>
            </p:sp>
          </p:grpSp>
        </p:grpSp>
        <p:grpSp>
          <p:nvGrpSpPr>
            <p:cNvPr id="26" name="Graphic 7">
              <a:extLst>
                <a:ext uri="{FF2B5EF4-FFF2-40B4-BE49-F238E27FC236}">
                  <a16:creationId xmlns:a16="http://schemas.microsoft.com/office/drawing/2014/main" id="{12754D63-1BD5-E474-A736-547829CD10ED}"/>
                </a:ext>
              </a:extLst>
            </p:cNvPr>
            <p:cNvGrpSpPr/>
            <p:nvPr/>
          </p:nvGrpSpPr>
          <p:grpSpPr>
            <a:xfrm>
              <a:off x="10603412" y="6379270"/>
              <a:ext cx="299365" cy="459791"/>
              <a:chOff x="10603412" y="6379270"/>
              <a:chExt cx="299365" cy="459791"/>
            </a:xfrm>
          </p:grpSpPr>
          <p:sp>
            <p:nvSpPr>
              <p:cNvPr id="27" name="Freeform: Shape 26">
                <a:extLst>
                  <a:ext uri="{FF2B5EF4-FFF2-40B4-BE49-F238E27FC236}">
                    <a16:creationId xmlns:a16="http://schemas.microsoft.com/office/drawing/2014/main" id="{81DD132B-1EBC-A252-A6E8-7CCAECD3685D}"/>
                  </a:ext>
                </a:extLst>
              </p:cNvPr>
              <p:cNvSpPr/>
              <p:nvPr/>
            </p:nvSpPr>
            <p:spPr>
              <a:xfrm>
                <a:off x="10753094"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28" name="Graphic 7">
                <a:extLst>
                  <a:ext uri="{FF2B5EF4-FFF2-40B4-BE49-F238E27FC236}">
                    <a16:creationId xmlns:a16="http://schemas.microsoft.com/office/drawing/2014/main" id="{766C4CC9-F391-C52E-7276-7C176C3F2221}"/>
                  </a:ext>
                </a:extLst>
              </p:cNvPr>
              <p:cNvGrpSpPr/>
              <p:nvPr/>
            </p:nvGrpSpPr>
            <p:grpSpPr>
              <a:xfrm>
                <a:off x="10603412" y="6539696"/>
                <a:ext cx="299365" cy="299365"/>
                <a:chOff x="10603412" y="6539696"/>
                <a:chExt cx="299365" cy="299365"/>
              </a:xfrm>
            </p:grpSpPr>
            <p:sp>
              <p:nvSpPr>
                <p:cNvPr id="29" name="Freeform: Shape 28">
                  <a:extLst>
                    <a:ext uri="{FF2B5EF4-FFF2-40B4-BE49-F238E27FC236}">
                      <a16:creationId xmlns:a16="http://schemas.microsoft.com/office/drawing/2014/main" id="{144E8082-F49B-7C59-883E-0A3279B1BBEE}"/>
                    </a:ext>
                  </a:extLst>
                </p:cNvPr>
                <p:cNvSpPr/>
                <p:nvPr/>
              </p:nvSpPr>
              <p:spPr>
                <a:xfrm>
                  <a:off x="10603412" y="6539696"/>
                  <a:ext cx="299365" cy="299365"/>
                </a:xfrm>
                <a:custGeom>
                  <a:avLst/>
                  <a:gdLst>
                    <a:gd name="connsiteX0" fmla="*/ 299365 w 299365"/>
                    <a:gd name="connsiteY0" fmla="*/ 149683 h 299365"/>
                    <a:gd name="connsiteX1" fmla="*/ 149682 w 299365"/>
                    <a:gd name="connsiteY1" fmla="*/ 299365 h 299365"/>
                    <a:gd name="connsiteX2" fmla="*/ 0 w 299365"/>
                    <a:gd name="connsiteY2" fmla="*/ 149683 h 299365"/>
                    <a:gd name="connsiteX3" fmla="*/ 149682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2" y="299365"/>
                      </a:cubicBezTo>
                      <a:cubicBezTo>
                        <a:pt x="67015" y="299365"/>
                        <a:pt x="0" y="232350"/>
                        <a:pt x="0" y="149683"/>
                      </a:cubicBezTo>
                      <a:cubicBezTo>
                        <a:pt x="0" y="67015"/>
                        <a:pt x="67015" y="0"/>
                        <a:pt x="149682"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30" name="Freeform: Shape 29">
                  <a:extLst>
                    <a:ext uri="{FF2B5EF4-FFF2-40B4-BE49-F238E27FC236}">
                      <a16:creationId xmlns:a16="http://schemas.microsoft.com/office/drawing/2014/main" id="{237C57FE-7B5F-8401-7B29-DE8CDA57ACA1}"/>
                    </a:ext>
                  </a:extLst>
                </p:cNvPr>
                <p:cNvSpPr/>
                <p:nvPr/>
              </p:nvSpPr>
              <p:spPr>
                <a:xfrm>
                  <a:off x="10690635"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E83050"/>
                </a:solidFill>
                <a:ln w="23644" cap="flat">
                  <a:solidFill>
                    <a:schemeClr val="accent3"/>
                  </a:solidFill>
                  <a:prstDash val="solid"/>
                  <a:miter/>
                </a:ln>
              </p:spPr>
              <p:txBody>
                <a:bodyPr rtlCol="0" anchor="ctr"/>
                <a:lstStyle/>
                <a:p>
                  <a:endParaRPr lang="en-BE"/>
                </a:p>
              </p:txBody>
            </p:sp>
          </p:grpSp>
        </p:grpSp>
        <p:sp>
          <p:nvSpPr>
            <p:cNvPr id="31" name="Freeform: Shape 30">
              <a:extLst>
                <a:ext uri="{FF2B5EF4-FFF2-40B4-BE49-F238E27FC236}">
                  <a16:creationId xmlns:a16="http://schemas.microsoft.com/office/drawing/2014/main" id="{9B54F6A3-1F53-75A6-B364-704FC4F2E285}"/>
                </a:ext>
              </a:extLst>
            </p:cNvPr>
            <p:cNvSpPr/>
            <p:nvPr/>
          </p:nvSpPr>
          <p:spPr>
            <a:xfrm rot="5400000">
              <a:off x="10709664" y="5728369"/>
              <a:ext cx="86495" cy="1301619"/>
            </a:xfrm>
            <a:custGeom>
              <a:avLst/>
              <a:gdLst>
                <a:gd name="connsiteX0" fmla="*/ 0 w 86495"/>
                <a:gd name="connsiteY0" fmla="*/ 0 h 1301619"/>
                <a:gd name="connsiteX1" fmla="*/ 86495 w 86495"/>
                <a:gd name="connsiteY1" fmla="*/ 0 h 1301619"/>
                <a:gd name="connsiteX2" fmla="*/ 86495 w 86495"/>
                <a:gd name="connsiteY2" fmla="*/ 1301620 h 1301619"/>
                <a:gd name="connsiteX3" fmla="*/ 0 w 86495"/>
                <a:gd name="connsiteY3" fmla="*/ 1301620 h 1301619"/>
              </a:gdLst>
              <a:ahLst/>
              <a:cxnLst>
                <a:cxn ang="0">
                  <a:pos x="connsiteX0" y="connsiteY0"/>
                </a:cxn>
                <a:cxn ang="0">
                  <a:pos x="connsiteX1" y="connsiteY1"/>
                </a:cxn>
                <a:cxn ang="0">
                  <a:pos x="connsiteX2" y="connsiteY2"/>
                </a:cxn>
                <a:cxn ang="0">
                  <a:pos x="connsiteX3" y="connsiteY3"/>
                </a:cxn>
              </a:cxnLst>
              <a:rect l="l" t="t" r="r" b="b"/>
              <a:pathLst>
                <a:path w="86495" h="1301619">
                  <a:moveTo>
                    <a:pt x="0" y="0"/>
                  </a:moveTo>
                  <a:lnTo>
                    <a:pt x="86495" y="0"/>
                  </a:lnTo>
                  <a:lnTo>
                    <a:pt x="86495" y="1301620"/>
                  </a:lnTo>
                  <a:lnTo>
                    <a:pt x="0" y="1301620"/>
                  </a:lnTo>
                  <a:close/>
                </a:path>
              </a:pathLst>
            </a:custGeom>
            <a:solidFill>
              <a:srgbClr val="FFFFFF"/>
            </a:solidFill>
            <a:ln w="23644" cap="flat">
              <a:solidFill>
                <a:schemeClr val="accent3"/>
              </a:solidFill>
              <a:prstDash val="solid"/>
              <a:miter/>
            </a:ln>
          </p:spPr>
          <p:txBody>
            <a:bodyPr rtlCol="0" anchor="ctr"/>
            <a:lstStyle/>
            <a:p>
              <a:endParaRPr lang="en-BE"/>
            </a:p>
          </p:txBody>
        </p:sp>
      </p:grpSp>
      <p:sp>
        <p:nvSpPr>
          <p:cNvPr id="32" name="Freeform: Shape 31">
            <a:extLst>
              <a:ext uri="{FF2B5EF4-FFF2-40B4-BE49-F238E27FC236}">
                <a16:creationId xmlns:a16="http://schemas.microsoft.com/office/drawing/2014/main" id="{3AA648CD-58B1-6200-8523-74D229858B30}"/>
              </a:ext>
            </a:extLst>
          </p:cNvPr>
          <p:cNvSpPr/>
          <p:nvPr/>
        </p:nvSpPr>
        <p:spPr>
          <a:xfrm>
            <a:off x="9724436" y="6296599"/>
            <a:ext cx="246921" cy="486219"/>
          </a:xfrm>
          <a:custGeom>
            <a:avLst/>
            <a:gdLst>
              <a:gd name="connsiteX0" fmla="*/ 27496 w 246921"/>
              <a:gd name="connsiteY0" fmla="*/ 418820 h 486219"/>
              <a:gd name="connsiteX1" fmla="*/ 0 w 246921"/>
              <a:gd name="connsiteY1" fmla="*/ 0 h 486219"/>
              <a:gd name="connsiteX2" fmla="*/ 200123 w 246921"/>
              <a:gd name="connsiteY2" fmla="*/ 35873 h 486219"/>
              <a:gd name="connsiteX3" fmla="*/ 246922 w 246921"/>
              <a:gd name="connsiteY3" fmla="*/ 483100 h 486219"/>
              <a:gd name="connsiteX4" fmla="*/ 138028 w 246921"/>
              <a:gd name="connsiteY4" fmla="*/ 472538 h 486219"/>
              <a:gd name="connsiteX5" fmla="*/ 27496 w 246921"/>
              <a:gd name="connsiteY5" fmla="*/ 418820 h 486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921" h="486219">
                <a:moveTo>
                  <a:pt x="27496" y="418820"/>
                </a:moveTo>
                <a:lnTo>
                  <a:pt x="0" y="0"/>
                </a:lnTo>
                <a:lnTo>
                  <a:pt x="200123" y="35873"/>
                </a:lnTo>
                <a:lnTo>
                  <a:pt x="246922" y="483100"/>
                </a:lnTo>
                <a:cubicBezTo>
                  <a:pt x="246922" y="497121"/>
                  <a:pt x="138392" y="458517"/>
                  <a:pt x="138028" y="472538"/>
                </a:cubicBezTo>
                <a:lnTo>
                  <a:pt x="27496" y="418820"/>
                </a:lnTo>
                <a:close/>
              </a:path>
            </a:pathLst>
          </a:custGeom>
          <a:solidFill>
            <a:srgbClr val="FFFFFF"/>
          </a:solidFill>
          <a:ln w="23644" cap="flat">
            <a:solidFill>
              <a:schemeClr val="accent3"/>
            </a:solidFill>
            <a:prstDash val="solid"/>
            <a:round/>
          </a:ln>
        </p:spPr>
        <p:txBody>
          <a:bodyPr rtlCol="0" anchor="ctr"/>
          <a:lstStyle/>
          <a:p>
            <a:endParaRPr lang="en-BE"/>
          </a:p>
        </p:txBody>
      </p:sp>
      <p:sp>
        <p:nvSpPr>
          <p:cNvPr id="33" name="Freeform: Shape 32">
            <a:extLst>
              <a:ext uri="{FF2B5EF4-FFF2-40B4-BE49-F238E27FC236}">
                <a16:creationId xmlns:a16="http://schemas.microsoft.com/office/drawing/2014/main" id="{7FC84FF2-A7E0-B840-D6ED-3614FBBB9B0C}"/>
              </a:ext>
            </a:extLst>
          </p:cNvPr>
          <p:cNvSpPr/>
          <p:nvPr/>
        </p:nvSpPr>
        <p:spPr>
          <a:xfrm>
            <a:off x="9473422" y="6706132"/>
            <a:ext cx="503945" cy="115266"/>
          </a:xfrm>
          <a:custGeom>
            <a:avLst/>
            <a:gdLst>
              <a:gd name="connsiteX0" fmla="*/ 492291 w 503945"/>
              <a:gd name="connsiteY0" fmla="*/ 40607 h 115266"/>
              <a:gd name="connsiteX1" fmla="*/ 282153 w 503945"/>
              <a:gd name="connsiteY1" fmla="*/ 0 h 115266"/>
              <a:gd name="connsiteX2" fmla="*/ 96597 w 503945"/>
              <a:gd name="connsiteY2" fmla="*/ 35873 h 115266"/>
              <a:gd name="connsiteX3" fmla="*/ 27037 w 503945"/>
              <a:gd name="connsiteY3" fmla="*/ 67193 h 115266"/>
              <a:gd name="connsiteX4" fmla="*/ 87 w 503945"/>
              <a:gd name="connsiteY4" fmla="*/ 115267 h 115266"/>
              <a:gd name="connsiteX5" fmla="*/ 503945 w 503945"/>
              <a:gd name="connsiteY5" fmla="*/ 115267 h 115266"/>
              <a:gd name="connsiteX6" fmla="*/ 492291 w 503945"/>
              <a:gd name="connsiteY6" fmla="*/ 40607 h 1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945" h="115266">
                <a:moveTo>
                  <a:pt x="492291" y="40607"/>
                </a:moveTo>
                <a:lnTo>
                  <a:pt x="282153" y="0"/>
                </a:lnTo>
                <a:lnTo>
                  <a:pt x="96597" y="35873"/>
                </a:lnTo>
                <a:cubicBezTo>
                  <a:pt x="71286" y="40789"/>
                  <a:pt x="46885" y="50805"/>
                  <a:pt x="27037" y="67193"/>
                </a:cubicBezTo>
                <a:cubicBezTo>
                  <a:pt x="11741" y="79758"/>
                  <a:pt x="-1188" y="96146"/>
                  <a:pt x="87" y="115267"/>
                </a:cubicBezTo>
                <a:lnTo>
                  <a:pt x="503945" y="115267"/>
                </a:lnTo>
                <a:lnTo>
                  <a:pt x="492291" y="40607"/>
                </a:lnTo>
                <a:close/>
              </a:path>
            </a:pathLst>
          </a:custGeom>
          <a:solidFill>
            <a:srgbClr val="C4AFD3"/>
          </a:solidFill>
          <a:ln w="23644" cap="flat">
            <a:solidFill>
              <a:schemeClr val="accent3"/>
            </a:solidFill>
            <a:prstDash val="solid"/>
            <a:miter/>
          </a:ln>
        </p:spPr>
        <p:txBody>
          <a:bodyPr rtlCol="0" anchor="ctr"/>
          <a:lstStyle/>
          <a:p>
            <a:endParaRPr lang="en-BE"/>
          </a:p>
        </p:txBody>
      </p:sp>
      <p:sp>
        <p:nvSpPr>
          <p:cNvPr id="34" name="Freeform: Shape 33">
            <a:extLst>
              <a:ext uri="{FF2B5EF4-FFF2-40B4-BE49-F238E27FC236}">
                <a16:creationId xmlns:a16="http://schemas.microsoft.com/office/drawing/2014/main" id="{A7508DE7-F267-EA4C-89DF-469399E9F210}"/>
              </a:ext>
            </a:extLst>
          </p:cNvPr>
          <p:cNvSpPr/>
          <p:nvPr/>
        </p:nvSpPr>
        <p:spPr>
          <a:xfrm>
            <a:off x="9564532" y="4647177"/>
            <a:ext cx="1713106" cy="1730818"/>
          </a:xfrm>
          <a:custGeom>
            <a:avLst/>
            <a:gdLst>
              <a:gd name="connsiteX0" fmla="*/ 1115542 w 1713106"/>
              <a:gd name="connsiteY0" fmla="*/ 182 h 1730818"/>
              <a:gd name="connsiteX1" fmla="*/ 109464 w 1713106"/>
              <a:gd name="connsiteY1" fmla="*/ 140032 h 1730818"/>
              <a:gd name="connsiteX2" fmla="*/ 24 w 1713106"/>
              <a:gd name="connsiteY2" fmla="*/ 252020 h 1730818"/>
              <a:gd name="connsiteX3" fmla="*/ 24061 w 1713106"/>
              <a:gd name="connsiteY3" fmla="*/ 1730819 h 1730818"/>
              <a:gd name="connsiteX4" fmla="*/ 460362 w 1713106"/>
              <a:gd name="connsiteY4" fmla="*/ 1685113 h 1730818"/>
              <a:gd name="connsiteX5" fmla="*/ 449072 w 1713106"/>
              <a:gd name="connsiteY5" fmla="*/ 551568 h 1730818"/>
              <a:gd name="connsiteX6" fmla="*/ 1375756 w 1713106"/>
              <a:gd name="connsiteY6" fmla="*/ 448684 h 1730818"/>
              <a:gd name="connsiteX7" fmla="*/ 1712087 w 1713106"/>
              <a:gd name="connsiteY7" fmla="*/ 22216 h 1730818"/>
              <a:gd name="connsiteX8" fmla="*/ 1708627 w 1713106"/>
              <a:gd name="connsiteY8" fmla="*/ 14932 h 1730818"/>
              <a:gd name="connsiteX9" fmla="*/ 1115542 w 1713106"/>
              <a:gd name="connsiteY9" fmla="*/ 0 h 173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106" h="1730818">
                <a:moveTo>
                  <a:pt x="1115542" y="182"/>
                </a:moveTo>
                <a:lnTo>
                  <a:pt x="109464" y="140032"/>
                </a:lnTo>
                <a:cubicBezTo>
                  <a:pt x="48097" y="140032"/>
                  <a:pt x="-1251" y="190472"/>
                  <a:pt x="24" y="252020"/>
                </a:cubicBezTo>
                <a:lnTo>
                  <a:pt x="24061" y="1730819"/>
                </a:lnTo>
                <a:lnTo>
                  <a:pt x="460362" y="1685113"/>
                </a:lnTo>
                <a:lnTo>
                  <a:pt x="449072" y="551568"/>
                </a:lnTo>
                <a:lnTo>
                  <a:pt x="1375756" y="448684"/>
                </a:lnTo>
                <a:lnTo>
                  <a:pt x="1712087" y="22216"/>
                </a:lnTo>
                <a:cubicBezTo>
                  <a:pt x="1714454" y="19302"/>
                  <a:pt x="1712451" y="14932"/>
                  <a:pt x="1708627" y="14932"/>
                </a:cubicBezTo>
                <a:lnTo>
                  <a:pt x="1115542" y="0"/>
                </a:lnTo>
                <a:close/>
              </a:path>
            </a:pathLst>
          </a:custGeom>
          <a:solidFill>
            <a:srgbClr val="784B9B"/>
          </a:solidFill>
          <a:ln w="23644" cap="flat">
            <a:solidFill>
              <a:schemeClr val="accent3"/>
            </a:solidFill>
            <a:prstDash val="solid"/>
            <a:round/>
          </a:ln>
        </p:spPr>
        <p:txBody>
          <a:bodyPr rtlCol="0" anchor="ctr"/>
          <a:lstStyle/>
          <a:p>
            <a:endParaRPr lang="en-BE"/>
          </a:p>
        </p:txBody>
      </p:sp>
      <p:sp>
        <p:nvSpPr>
          <p:cNvPr id="36" name="Freeform: Shape 35">
            <a:extLst>
              <a:ext uri="{FF2B5EF4-FFF2-40B4-BE49-F238E27FC236}">
                <a16:creationId xmlns:a16="http://schemas.microsoft.com/office/drawing/2014/main" id="{F10BA7CE-5604-8242-5CCA-25F3BC2489BE}"/>
              </a:ext>
            </a:extLst>
          </p:cNvPr>
          <p:cNvSpPr/>
          <p:nvPr/>
        </p:nvSpPr>
        <p:spPr>
          <a:xfrm>
            <a:off x="10528570" y="6278389"/>
            <a:ext cx="302664" cy="454687"/>
          </a:xfrm>
          <a:custGeom>
            <a:avLst/>
            <a:gdLst>
              <a:gd name="connsiteX0" fmla="*/ 77208 w 302664"/>
              <a:gd name="connsiteY0" fmla="*/ 412629 h 454687"/>
              <a:gd name="connsiteX1" fmla="*/ 0 w 302664"/>
              <a:gd name="connsiteY1" fmla="*/ 0 h 454687"/>
              <a:gd name="connsiteX2" fmla="*/ 203036 w 302664"/>
              <a:gd name="connsiteY2" fmla="*/ 11836 h 454687"/>
              <a:gd name="connsiteX3" fmla="*/ 302643 w 302664"/>
              <a:gd name="connsiteY3" fmla="*/ 450322 h 454687"/>
              <a:gd name="connsiteX4" fmla="*/ 193385 w 302664"/>
              <a:gd name="connsiteY4" fmla="*/ 452872 h 454687"/>
              <a:gd name="connsiteX5" fmla="*/ 77208 w 302664"/>
              <a:gd name="connsiteY5" fmla="*/ 412629 h 45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64" h="454687">
                <a:moveTo>
                  <a:pt x="77208" y="412629"/>
                </a:moveTo>
                <a:lnTo>
                  <a:pt x="0" y="0"/>
                </a:lnTo>
                <a:lnTo>
                  <a:pt x="203036" y="11836"/>
                </a:lnTo>
                <a:lnTo>
                  <a:pt x="302643" y="450322"/>
                </a:lnTo>
                <a:cubicBezTo>
                  <a:pt x="304464" y="464344"/>
                  <a:pt x="191929" y="438851"/>
                  <a:pt x="193385" y="452872"/>
                </a:cubicBezTo>
                <a:lnTo>
                  <a:pt x="77208" y="412629"/>
                </a:lnTo>
                <a:close/>
              </a:path>
            </a:pathLst>
          </a:custGeom>
          <a:solidFill>
            <a:srgbClr val="FFFFFF"/>
          </a:solidFill>
          <a:ln w="23644" cap="flat">
            <a:solidFill>
              <a:schemeClr val="accent3"/>
            </a:solidFill>
            <a:prstDash val="solid"/>
            <a:round/>
          </a:ln>
        </p:spPr>
        <p:txBody>
          <a:bodyPr rtlCol="0" anchor="ctr"/>
          <a:lstStyle/>
          <a:p>
            <a:endParaRPr lang="en-BE"/>
          </a:p>
        </p:txBody>
      </p:sp>
      <p:sp>
        <p:nvSpPr>
          <p:cNvPr id="37" name="Freeform: Shape 36">
            <a:extLst>
              <a:ext uri="{FF2B5EF4-FFF2-40B4-BE49-F238E27FC236}">
                <a16:creationId xmlns:a16="http://schemas.microsoft.com/office/drawing/2014/main" id="{85624203-F191-C6C5-BAEC-CCBE837CBF95}"/>
              </a:ext>
            </a:extLst>
          </p:cNvPr>
          <p:cNvSpPr/>
          <p:nvPr/>
        </p:nvSpPr>
        <p:spPr>
          <a:xfrm>
            <a:off x="10341397" y="6681367"/>
            <a:ext cx="500924" cy="148043"/>
          </a:xfrm>
          <a:custGeom>
            <a:avLst/>
            <a:gdLst>
              <a:gd name="connsiteX0" fmla="*/ 480348 w 500924"/>
              <a:gd name="connsiteY0" fmla="*/ 15478 h 148043"/>
              <a:gd name="connsiteX1" fmla="*/ 266932 w 500924"/>
              <a:gd name="connsiteY1" fmla="*/ 0 h 148043"/>
              <a:gd name="connsiteX2" fmla="*/ 87021 w 500924"/>
              <a:gd name="connsiteY2" fmla="*/ 57724 h 148043"/>
              <a:gd name="connsiteX3" fmla="*/ 21649 w 500924"/>
              <a:gd name="connsiteY3" fmla="*/ 97057 h 148043"/>
              <a:gd name="connsiteX4" fmla="*/ 708 w 500924"/>
              <a:gd name="connsiteY4" fmla="*/ 148044 h 148043"/>
              <a:gd name="connsiteX5" fmla="*/ 500925 w 500924"/>
              <a:gd name="connsiteY5" fmla="*/ 88134 h 148043"/>
              <a:gd name="connsiteX6" fmla="*/ 480530 w 500924"/>
              <a:gd name="connsiteY6" fmla="*/ 15478 h 148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0924" h="148043">
                <a:moveTo>
                  <a:pt x="480348" y="15478"/>
                </a:moveTo>
                <a:lnTo>
                  <a:pt x="266932" y="0"/>
                </a:lnTo>
                <a:lnTo>
                  <a:pt x="87021" y="57724"/>
                </a:lnTo>
                <a:cubicBezTo>
                  <a:pt x="62438" y="65554"/>
                  <a:pt x="39494" y="78483"/>
                  <a:pt x="21649" y="97057"/>
                </a:cubicBezTo>
                <a:cubicBezTo>
                  <a:pt x="7992" y="111260"/>
                  <a:pt x="-2934" y="129106"/>
                  <a:pt x="708" y="148044"/>
                </a:cubicBezTo>
                <a:lnTo>
                  <a:pt x="500925" y="88134"/>
                </a:lnTo>
                <a:lnTo>
                  <a:pt x="480530" y="15478"/>
                </a:lnTo>
                <a:close/>
              </a:path>
            </a:pathLst>
          </a:custGeom>
          <a:solidFill>
            <a:srgbClr val="C4AFD3"/>
          </a:solidFill>
          <a:ln w="23644" cap="flat">
            <a:solidFill>
              <a:schemeClr val="accent3"/>
            </a:solidFill>
            <a:prstDash val="solid"/>
            <a:miter/>
          </a:ln>
        </p:spPr>
        <p:txBody>
          <a:bodyPr rtlCol="0" anchor="ctr"/>
          <a:lstStyle/>
          <a:p>
            <a:endParaRPr lang="en-BE"/>
          </a:p>
        </p:txBody>
      </p:sp>
      <p:grpSp>
        <p:nvGrpSpPr>
          <p:cNvPr id="64" name="Group 63">
            <a:extLst>
              <a:ext uri="{FF2B5EF4-FFF2-40B4-BE49-F238E27FC236}">
                <a16:creationId xmlns:a16="http://schemas.microsoft.com/office/drawing/2014/main" id="{339E12A1-489C-9214-8BC0-1D94E9B72079}"/>
              </a:ext>
            </a:extLst>
          </p:cNvPr>
          <p:cNvGrpSpPr/>
          <p:nvPr/>
        </p:nvGrpSpPr>
        <p:grpSpPr>
          <a:xfrm rot="19307066">
            <a:off x="9538506" y="3743276"/>
            <a:ext cx="1426921" cy="760883"/>
            <a:chOff x="9191968" y="3323160"/>
            <a:chExt cx="1426921" cy="760883"/>
          </a:xfrm>
          <a:solidFill>
            <a:srgbClr val="C4AFD3"/>
          </a:solidFill>
        </p:grpSpPr>
        <p:sp>
          <p:nvSpPr>
            <p:cNvPr id="35" name="Freeform: Shape 34">
              <a:extLst>
                <a:ext uri="{FF2B5EF4-FFF2-40B4-BE49-F238E27FC236}">
                  <a16:creationId xmlns:a16="http://schemas.microsoft.com/office/drawing/2014/main" id="{46CDD57B-90E3-F023-5C98-08D1268D5DF7}"/>
                </a:ext>
              </a:extLst>
            </p:cNvPr>
            <p:cNvSpPr/>
            <p:nvPr/>
          </p:nvSpPr>
          <p:spPr>
            <a:xfrm>
              <a:off x="9191968" y="3590668"/>
              <a:ext cx="393529" cy="273203"/>
            </a:xfrm>
            <a:custGeom>
              <a:avLst/>
              <a:gdLst>
                <a:gd name="connsiteX0" fmla="*/ 8397 w 393529"/>
                <a:gd name="connsiteY0" fmla="*/ 23298 h 273203"/>
                <a:gd name="connsiteX1" fmla="*/ 188308 w 393529"/>
                <a:gd name="connsiteY1" fmla="*/ 72464 h 273203"/>
                <a:gd name="connsiteX2" fmla="*/ 195409 w 393529"/>
                <a:gd name="connsiteY2" fmla="*/ 69550 h 273203"/>
                <a:gd name="connsiteX3" fmla="*/ 168459 w 393529"/>
                <a:gd name="connsiteY3" fmla="*/ 2721 h 273203"/>
                <a:gd name="connsiteX4" fmla="*/ 292649 w 393529"/>
                <a:gd name="connsiteY4" fmla="*/ 73738 h 273203"/>
                <a:gd name="connsiteX5" fmla="*/ 393529 w 393529"/>
                <a:gd name="connsiteY5" fmla="*/ 158959 h 273203"/>
                <a:gd name="connsiteX6" fmla="*/ 369311 w 393529"/>
                <a:gd name="connsiteY6" fmla="*/ 272951 h 273203"/>
                <a:gd name="connsiteX7" fmla="*/ 167367 w 393529"/>
                <a:gd name="connsiteY7" fmla="*/ 198292 h 273203"/>
                <a:gd name="connsiteX8" fmla="*/ 8397 w 393529"/>
                <a:gd name="connsiteY8" fmla="*/ 23116 h 273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529" h="273203">
                  <a:moveTo>
                    <a:pt x="8397" y="23298"/>
                  </a:moveTo>
                  <a:cubicBezTo>
                    <a:pt x="32980" y="-9297"/>
                    <a:pt x="112010" y="34952"/>
                    <a:pt x="188308" y="72464"/>
                  </a:cubicBezTo>
                  <a:cubicBezTo>
                    <a:pt x="193042" y="74831"/>
                    <a:pt x="199416" y="75559"/>
                    <a:pt x="195409" y="69550"/>
                  </a:cubicBezTo>
                  <a:cubicBezTo>
                    <a:pt x="183027" y="51341"/>
                    <a:pt x="158626" y="12554"/>
                    <a:pt x="168459" y="2721"/>
                  </a:cubicBezTo>
                  <a:cubicBezTo>
                    <a:pt x="181935" y="-10754"/>
                    <a:pt x="246032" y="27850"/>
                    <a:pt x="292649" y="73738"/>
                  </a:cubicBezTo>
                  <a:lnTo>
                    <a:pt x="393529" y="158959"/>
                  </a:lnTo>
                  <a:lnTo>
                    <a:pt x="369311" y="272951"/>
                  </a:lnTo>
                  <a:cubicBezTo>
                    <a:pt x="328157" y="276593"/>
                    <a:pt x="253498" y="240356"/>
                    <a:pt x="167367" y="198292"/>
                  </a:cubicBezTo>
                  <a:cubicBezTo>
                    <a:pt x="56471" y="144209"/>
                    <a:pt x="-27475" y="70643"/>
                    <a:pt x="8397" y="23116"/>
                  </a:cubicBezTo>
                  <a:close/>
                </a:path>
              </a:pathLst>
            </a:custGeom>
            <a:grpFill/>
            <a:ln w="23644" cap="flat">
              <a:solidFill>
                <a:schemeClr val="accent3"/>
              </a:solidFill>
              <a:prstDash val="solid"/>
              <a:round/>
            </a:ln>
          </p:spPr>
          <p:txBody>
            <a:bodyPr rtlCol="0" anchor="ctr"/>
            <a:lstStyle/>
            <a:p>
              <a:endParaRPr lang="en-BE"/>
            </a:p>
          </p:txBody>
        </p:sp>
        <p:sp>
          <p:nvSpPr>
            <p:cNvPr id="38" name="Freeform: Shape 37">
              <a:extLst>
                <a:ext uri="{FF2B5EF4-FFF2-40B4-BE49-F238E27FC236}">
                  <a16:creationId xmlns:a16="http://schemas.microsoft.com/office/drawing/2014/main" id="{8AC50BA5-8D03-2744-8D5D-127BBAC4CF3F}"/>
                </a:ext>
              </a:extLst>
            </p:cNvPr>
            <p:cNvSpPr/>
            <p:nvPr/>
          </p:nvSpPr>
          <p:spPr>
            <a:xfrm>
              <a:off x="9446376" y="3323160"/>
              <a:ext cx="1172513" cy="760883"/>
            </a:xfrm>
            <a:custGeom>
              <a:avLst/>
              <a:gdLst>
                <a:gd name="connsiteX0" fmla="*/ 1119342 w 1172513"/>
                <a:gd name="connsiteY0" fmla="*/ 0 h 760883"/>
                <a:gd name="connsiteX1" fmla="*/ 596545 w 1172513"/>
                <a:gd name="connsiteY1" fmla="*/ 480186 h 760883"/>
                <a:gd name="connsiteX2" fmla="*/ 126739 w 1172513"/>
                <a:gd name="connsiteY2" fmla="*/ 362916 h 760883"/>
                <a:gd name="connsiteX3" fmla="*/ 0 w 1172513"/>
                <a:gd name="connsiteY3" fmla="*/ 592175 h 760883"/>
                <a:gd name="connsiteX4" fmla="*/ 762798 w 1172513"/>
                <a:gd name="connsiteY4" fmla="*/ 751873 h 760883"/>
                <a:gd name="connsiteX5" fmla="*/ 1172514 w 1172513"/>
                <a:gd name="connsiteY5" fmla="*/ 414085 h 760883"/>
                <a:gd name="connsiteX6" fmla="*/ 1119342 w 1172513"/>
                <a:gd name="connsiteY6" fmla="*/ 0 h 760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2513" h="760883">
                  <a:moveTo>
                    <a:pt x="1119342" y="0"/>
                  </a:moveTo>
                  <a:lnTo>
                    <a:pt x="596545" y="480186"/>
                  </a:lnTo>
                  <a:lnTo>
                    <a:pt x="126739" y="362916"/>
                  </a:lnTo>
                  <a:cubicBezTo>
                    <a:pt x="126739" y="362916"/>
                    <a:pt x="364" y="591447"/>
                    <a:pt x="0" y="592175"/>
                  </a:cubicBezTo>
                  <a:cubicBezTo>
                    <a:pt x="0" y="592175"/>
                    <a:pt x="456514" y="806866"/>
                    <a:pt x="762798" y="751873"/>
                  </a:cubicBezTo>
                  <a:cubicBezTo>
                    <a:pt x="902101" y="726926"/>
                    <a:pt x="1172514" y="414085"/>
                    <a:pt x="1172514" y="414085"/>
                  </a:cubicBezTo>
                  <a:lnTo>
                    <a:pt x="1119342" y="0"/>
                  </a:lnTo>
                  <a:close/>
                </a:path>
              </a:pathLst>
            </a:custGeom>
            <a:grpFill/>
            <a:ln w="23644" cap="flat">
              <a:solidFill>
                <a:schemeClr val="accent3"/>
              </a:solidFill>
              <a:prstDash val="solid"/>
              <a:miter/>
            </a:ln>
          </p:spPr>
          <p:txBody>
            <a:bodyPr rtlCol="0" anchor="ctr"/>
            <a:lstStyle/>
            <a:p>
              <a:endParaRPr lang="en-BE"/>
            </a:p>
          </p:txBody>
        </p:sp>
      </p:grpSp>
      <p:sp>
        <p:nvSpPr>
          <p:cNvPr id="39" name="Freeform: Shape 38">
            <a:extLst>
              <a:ext uri="{FF2B5EF4-FFF2-40B4-BE49-F238E27FC236}">
                <a16:creationId xmlns:a16="http://schemas.microsoft.com/office/drawing/2014/main" id="{DF18E33F-07DE-2EB0-DF20-D172B0A30A07}"/>
              </a:ext>
            </a:extLst>
          </p:cNvPr>
          <p:cNvSpPr/>
          <p:nvPr/>
        </p:nvSpPr>
        <p:spPr>
          <a:xfrm>
            <a:off x="10218596" y="4662291"/>
            <a:ext cx="1070274" cy="1713155"/>
          </a:xfrm>
          <a:custGeom>
            <a:avLst/>
            <a:gdLst>
              <a:gd name="connsiteX0" fmla="*/ 468215 w 1070274"/>
              <a:gd name="connsiteY0" fmla="*/ 206679 h 1713155"/>
              <a:gd name="connsiteX1" fmla="*/ 81080 w 1070274"/>
              <a:gd name="connsiteY1" fmla="*/ 350898 h 1713155"/>
              <a:gd name="connsiteX2" fmla="*/ 1140 w 1070274"/>
              <a:gd name="connsiteY2" fmla="*/ 484374 h 1713155"/>
              <a:gd name="connsiteX3" fmla="*/ 185057 w 1070274"/>
              <a:gd name="connsiteY3" fmla="*/ 1713156 h 1713155"/>
              <a:gd name="connsiteX4" fmla="*/ 612799 w 1070274"/>
              <a:gd name="connsiteY4" fmla="*/ 1615917 h 1713155"/>
              <a:gd name="connsiteX5" fmla="*/ 479323 w 1070274"/>
              <a:gd name="connsiteY5" fmla="*/ 657729 h 1713155"/>
              <a:gd name="connsiteX6" fmla="*/ 780145 w 1070274"/>
              <a:gd name="connsiteY6" fmla="*/ 535725 h 1713155"/>
              <a:gd name="connsiteX7" fmla="*/ 852437 w 1070274"/>
              <a:gd name="connsiteY7" fmla="*/ 499124 h 1713155"/>
              <a:gd name="connsiteX8" fmla="*/ 1070041 w 1070274"/>
              <a:gd name="connsiteY8" fmla="*/ 179911 h 1713155"/>
              <a:gd name="connsiteX9" fmla="*/ 1063668 w 1070274"/>
              <a:gd name="connsiteY9" fmla="*/ 0 h 171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0274" h="1713155">
                <a:moveTo>
                  <a:pt x="468215" y="206679"/>
                </a:moveTo>
                <a:lnTo>
                  <a:pt x="81080" y="350898"/>
                </a:lnTo>
                <a:cubicBezTo>
                  <a:pt x="26451" y="371293"/>
                  <a:pt x="-6690" y="426650"/>
                  <a:pt x="1140" y="484374"/>
                </a:cubicBezTo>
                <a:lnTo>
                  <a:pt x="185057" y="1713156"/>
                </a:lnTo>
                <a:lnTo>
                  <a:pt x="612799" y="1615917"/>
                </a:lnTo>
                <a:lnTo>
                  <a:pt x="479323" y="657729"/>
                </a:lnTo>
                <a:lnTo>
                  <a:pt x="780145" y="535725"/>
                </a:lnTo>
                <a:cubicBezTo>
                  <a:pt x="805274" y="525528"/>
                  <a:pt x="829493" y="513328"/>
                  <a:pt x="852437" y="499124"/>
                </a:cubicBezTo>
                <a:cubicBezTo>
                  <a:pt x="990830" y="413175"/>
                  <a:pt x="1075322" y="326680"/>
                  <a:pt x="1070041" y="179911"/>
                </a:cubicBezTo>
                <a:lnTo>
                  <a:pt x="1063668" y="0"/>
                </a:lnTo>
              </a:path>
            </a:pathLst>
          </a:custGeom>
          <a:solidFill>
            <a:srgbClr val="784B9B"/>
          </a:solidFill>
          <a:ln w="23644" cap="flat">
            <a:solidFill>
              <a:schemeClr val="accent3"/>
            </a:solidFill>
            <a:prstDash val="solid"/>
            <a:round/>
          </a:ln>
        </p:spPr>
        <p:txBody>
          <a:bodyPr rtlCol="0" anchor="ctr"/>
          <a:lstStyle/>
          <a:p>
            <a:endParaRPr lang="en-BE"/>
          </a:p>
        </p:txBody>
      </p:sp>
      <p:sp>
        <p:nvSpPr>
          <p:cNvPr id="40" name="Freeform: Shape 39">
            <a:extLst>
              <a:ext uri="{FF2B5EF4-FFF2-40B4-BE49-F238E27FC236}">
                <a16:creationId xmlns:a16="http://schemas.microsoft.com/office/drawing/2014/main" id="{96CF31E4-8B50-AA00-4833-18020E289EC2}"/>
              </a:ext>
            </a:extLst>
          </p:cNvPr>
          <p:cNvSpPr/>
          <p:nvPr/>
        </p:nvSpPr>
        <p:spPr>
          <a:xfrm>
            <a:off x="10500163" y="3189866"/>
            <a:ext cx="783297" cy="1482440"/>
          </a:xfrm>
          <a:custGeom>
            <a:avLst/>
            <a:gdLst>
              <a:gd name="connsiteX0" fmla="*/ 0 w 783297"/>
              <a:gd name="connsiteY0" fmla="*/ 1482440 h 1482440"/>
              <a:gd name="connsiteX1" fmla="*/ 783193 w 783297"/>
              <a:gd name="connsiteY1" fmla="*/ 1472607 h 1482440"/>
              <a:gd name="connsiteX2" fmla="*/ 783193 w 783297"/>
              <a:gd name="connsiteY2" fmla="*/ 602372 h 1482440"/>
              <a:gd name="connsiteX3" fmla="*/ 326133 w 783297"/>
              <a:gd name="connsiteY3" fmla="*/ 0 h 1482440"/>
              <a:gd name="connsiteX4" fmla="*/ 306103 w 783297"/>
              <a:gd name="connsiteY4" fmla="*/ 546 h 1482440"/>
              <a:gd name="connsiteX5" fmla="*/ 1093 w 783297"/>
              <a:gd name="connsiteY5" fmla="*/ 359093 h 1482440"/>
              <a:gd name="connsiteX6" fmla="*/ 182 w 783297"/>
              <a:gd name="connsiteY6" fmla="*/ 1482440 h 14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3297" h="1482440">
                <a:moveTo>
                  <a:pt x="0" y="1482440"/>
                </a:moveTo>
                <a:lnTo>
                  <a:pt x="783193" y="1472607"/>
                </a:lnTo>
                <a:lnTo>
                  <a:pt x="783193" y="602372"/>
                </a:lnTo>
                <a:cubicBezTo>
                  <a:pt x="788656" y="29864"/>
                  <a:pt x="578518" y="0"/>
                  <a:pt x="326133" y="0"/>
                </a:cubicBezTo>
                <a:cubicBezTo>
                  <a:pt x="319396" y="0"/>
                  <a:pt x="312840" y="182"/>
                  <a:pt x="306103" y="546"/>
                </a:cubicBezTo>
                <a:cubicBezTo>
                  <a:pt x="122915" y="10926"/>
                  <a:pt x="-12929" y="176086"/>
                  <a:pt x="1093" y="359093"/>
                </a:cubicBezTo>
                <a:lnTo>
                  <a:pt x="182" y="1482440"/>
                </a:lnTo>
                <a:close/>
              </a:path>
            </a:pathLst>
          </a:custGeom>
          <a:solidFill>
            <a:srgbClr val="C4AFD3"/>
          </a:solidFill>
          <a:ln w="23644" cap="flat">
            <a:solidFill>
              <a:schemeClr val="accent3"/>
            </a:solidFill>
            <a:prstDash val="solid"/>
            <a:miter/>
          </a:ln>
        </p:spPr>
        <p:txBody>
          <a:bodyPr rtlCol="0" anchor="ctr"/>
          <a:lstStyle/>
          <a:p>
            <a:endParaRPr lang="en-BE"/>
          </a:p>
        </p:txBody>
      </p:sp>
      <p:sp>
        <p:nvSpPr>
          <p:cNvPr id="41" name="Freeform: Shape 40">
            <a:extLst>
              <a:ext uri="{FF2B5EF4-FFF2-40B4-BE49-F238E27FC236}">
                <a16:creationId xmlns:a16="http://schemas.microsoft.com/office/drawing/2014/main" id="{987980A7-8D14-2933-5FC6-D70519602BE6}"/>
              </a:ext>
            </a:extLst>
          </p:cNvPr>
          <p:cNvSpPr/>
          <p:nvPr/>
        </p:nvSpPr>
        <p:spPr>
          <a:xfrm>
            <a:off x="11112746" y="4440134"/>
            <a:ext cx="265130" cy="397883"/>
          </a:xfrm>
          <a:custGeom>
            <a:avLst/>
            <a:gdLst>
              <a:gd name="connsiteX0" fmla="*/ 30397 w 265130"/>
              <a:gd name="connsiteY0" fmla="*/ 390595 h 397883"/>
              <a:gd name="connsiteX1" fmla="*/ 71915 w 265130"/>
              <a:gd name="connsiteY1" fmla="*/ 208864 h 397883"/>
              <a:gd name="connsiteX2" fmla="*/ 68819 w 265130"/>
              <a:gd name="connsiteY2" fmla="*/ 201762 h 397883"/>
              <a:gd name="connsiteX3" fmla="*/ 3083 w 265130"/>
              <a:gd name="connsiteY3" fmla="*/ 231443 h 397883"/>
              <a:gd name="connsiteX4" fmla="*/ 68819 w 265130"/>
              <a:gd name="connsiteY4" fmla="*/ 104341 h 397883"/>
              <a:gd name="connsiteX5" fmla="*/ 149670 w 265130"/>
              <a:gd name="connsiteY5" fmla="*/ 0 h 397883"/>
              <a:gd name="connsiteX6" fmla="*/ 264572 w 265130"/>
              <a:gd name="connsiteY6" fmla="*/ 19302 h 397883"/>
              <a:gd name="connsiteX7" fmla="*/ 198472 w 265130"/>
              <a:gd name="connsiteY7" fmla="*/ 224342 h 397883"/>
              <a:gd name="connsiteX8" fmla="*/ 30215 w 265130"/>
              <a:gd name="connsiteY8" fmla="*/ 390413 h 39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130" h="397883">
                <a:moveTo>
                  <a:pt x="30397" y="390595"/>
                </a:moveTo>
                <a:cubicBezTo>
                  <a:pt x="-3108" y="367287"/>
                  <a:pt x="37681" y="286619"/>
                  <a:pt x="71915" y="208864"/>
                </a:cubicBezTo>
                <a:cubicBezTo>
                  <a:pt x="74100" y="204129"/>
                  <a:pt x="74465" y="197574"/>
                  <a:pt x="68819" y="201762"/>
                </a:cubicBezTo>
                <a:cubicBezTo>
                  <a:pt x="51156" y="214873"/>
                  <a:pt x="13462" y="240912"/>
                  <a:pt x="3083" y="231443"/>
                </a:cubicBezTo>
                <a:cubicBezTo>
                  <a:pt x="-10938" y="218515"/>
                  <a:pt x="24935" y="152960"/>
                  <a:pt x="68819" y="104341"/>
                </a:cubicBezTo>
                <a:lnTo>
                  <a:pt x="149670" y="0"/>
                </a:lnTo>
                <a:lnTo>
                  <a:pt x="264572" y="19302"/>
                </a:lnTo>
                <a:cubicBezTo>
                  <a:pt x="269853" y="60274"/>
                  <a:pt x="236894" y="136390"/>
                  <a:pt x="198472" y="224342"/>
                </a:cubicBezTo>
                <a:cubicBezTo>
                  <a:pt x="149124" y="337423"/>
                  <a:pt x="79199" y="424465"/>
                  <a:pt x="30215" y="390413"/>
                </a:cubicBezTo>
                <a:close/>
              </a:path>
            </a:pathLst>
          </a:custGeom>
          <a:solidFill>
            <a:srgbClr val="FFFFFF"/>
          </a:solidFill>
          <a:ln w="23644" cap="flat">
            <a:solidFill>
              <a:schemeClr val="accent3"/>
            </a:solidFill>
            <a:prstDash val="solid"/>
            <a:round/>
          </a:ln>
        </p:spPr>
        <p:txBody>
          <a:bodyPr rtlCol="0" anchor="ctr"/>
          <a:lstStyle/>
          <a:p>
            <a:endParaRPr lang="en-BE"/>
          </a:p>
        </p:txBody>
      </p:sp>
      <p:sp>
        <p:nvSpPr>
          <p:cNvPr id="42" name="Freeform: Shape 41">
            <a:extLst>
              <a:ext uri="{FF2B5EF4-FFF2-40B4-BE49-F238E27FC236}">
                <a16:creationId xmlns:a16="http://schemas.microsoft.com/office/drawing/2014/main" id="{C0483A19-8225-9D1C-9821-574211D03BA2}"/>
              </a:ext>
            </a:extLst>
          </p:cNvPr>
          <p:cNvSpPr/>
          <p:nvPr/>
        </p:nvSpPr>
        <p:spPr>
          <a:xfrm>
            <a:off x="11080502" y="3228288"/>
            <a:ext cx="503614" cy="1336581"/>
          </a:xfrm>
          <a:custGeom>
            <a:avLst/>
            <a:gdLst>
              <a:gd name="connsiteX0" fmla="*/ 0 w 503614"/>
              <a:gd name="connsiteY0" fmla="*/ 441946 h 1336581"/>
              <a:gd name="connsiteX1" fmla="*/ 227255 w 503614"/>
              <a:gd name="connsiteY1" fmla="*/ 807412 h 1336581"/>
              <a:gd name="connsiteX2" fmla="*/ 103430 w 503614"/>
              <a:gd name="connsiteY2" fmla="*/ 1200192 h 1336581"/>
              <a:gd name="connsiteX3" fmla="*/ 327226 w 503614"/>
              <a:gd name="connsiteY3" fmla="*/ 1336582 h 1336581"/>
              <a:gd name="connsiteX4" fmla="*/ 458881 w 503614"/>
              <a:gd name="connsiteY4" fmla="*/ 603101 h 1336581"/>
              <a:gd name="connsiteX5" fmla="*/ 0 w 503614"/>
              <a:gd name="connsiteY5" fmla="*/ 0 h 133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614" h="1336581">
                <a:moveTo>
                  <a:pt x="0" y="441946"/>
                </a:moveTo>
                <a:lnTo>
                  <a:pt x="227255" y="807412"/>
                </a:lnTo>
                <a:lnTo>
                  <a:pt x="103430" y="1200192"/>
                </a:lnTo>
                <a:cubicBezTo>
                  <a:pt x="103430" y="1200192"/>
                  <a:pt x="326497" y="1336035"/>
                  <a:pt x="327226" y="1336582"/>
                </a:cubicBezTo>
                <a:cubicBezTo>
                  <a:pt x="327226" y="1336582"/>
                  <a:pt x="610749" y="882617"/>
                  <a:pt x="458881" y="603101"/>
                </a:cubicBezTo>
                <a:cubicBezTo>
                  <a:pt x="333599" y="372568"/>
                  <a:pt x="145676" y="73202"/>
                  <a:pt x="0" y="0"/>
                </a:cubicBezTo>
              </a:path>
            </a:pathLst>
          </a:custGeom>
          <a:solidFill>
            <a:srgbClr val="C4AFD3"/>
          </a:solidFill>
          <a:ln w="23644" cap="flat">
            <a:solidFill>
              <a:schemeClr val="accent3"/>
            </a:solidFill>
            <a:prstDash val="solid"/>
            <a:miter/>
          </a:ln>
        </p:spPr>
        <p:txBody>
          <a:bodyPr rtlCol="0" anchor="ctr"/>
          <a:lstStyle/>
          <a:p>
            <a:endParaRPr lang="en-BE"/>
          </a:p>
        </p:txBody>
      </p:sp>
      <p:sp>
        <p:nvSpPr>
          <p:cNvPr id="43" name="Freeform: Shape 42">
            <a:extLst>
              <a:ext uri="{FF2B5EF4-FFF2-40B4-BE49-F238E27FC236}">
                <a16:creationId xmlns:a16="http://schemas.microsoft.com/office/drawing/2014/main" id="{91CC002E-B8AD-52A3-5748-CD9424945F9A}"/>
              </a:ext>
            </a:extLst>
          </p:cNvPr>
          <p:cNvSpPr/>
          <p:nvPr/>
        </p:nvSpPr>
        <p:spPr>
          <a:xfrm>
            <a:off x="10998099" y="2616989"/>
            <a:ext cx="552937" cy="364052"/>
          </a:xfrm>
          <a:custGeom>
            <a:avLst/>
            <a:gdLst>
              <a:gd name="connsiteX0" fmla="*/ 26318 w 552937"/>
              <a:gd name="connsiteY0" fmla="*/ 90505 h 364052"/>
              <a:gd name="connsiteX1" fmla="*/ 107350 w 552937"/>
              <a:gd name="connsiteY1" fmla="*/ 27318 h 364052"/>
              <a:gd name="connsiteX2" fmla="*/ 317124 w 552937"/>
              <a:gd name="connsiteY2" fmla="*/ 27500 h 364052"/>
              <a:gd name="connsiteX3" fmla="*/ 479918 w 552937"/>
              <a:gd name="connsiteY3" fmla="*/ 265317 h 364052"/>
              <a:gd name="connsiteX4" fmla="*/ 552938 w 552937"/>
              <a:gd name="connsiteY4" fmla="*/ 317032 h 364052"/>
              <a:gd name="connsiteX5" fmla="*/ 246289 w 552937"/>
              <a:gd name="connsiteY5" fmla="*/ 315575 h 364052"/>
              <a:gd name="connsiteX6" fmla="*/ 125560 w 552937"/>
              <a:gd name="connsiteY6" fmla="*/ 222342 h 364052"/>
              <a:gd name="connsiteX7" fmla="*/ 12296 w 552937"/>
              <a:gd name="connsiteY7" fmla="*/ 166257 h 364052"/>
              <a:gd name="connsiteX8" fmla="*/ 28321 w 552937"/>
              <a:gd name="connsiteY8" fmla="*/ 89594 h 36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937" h="364052">
                <a:moveTo>
                  <a:pt x="26318" y="90505"/>
                </a:moveTo>
                <a:cubicBezTo>
                  <a:pt x="57820" y="82675"/>
                  <a:pt x="80582" y="44981"/>
                  <a:pt x="107350" y="27318"/>
                </a:cubicBezTo>
                <a:cubicBezTo>
                  <a:pt x="172176" y="-15475"/>
                  <a:pt x="249020" y="-2182"/>
                  <a:pt x="317124" y="27500"/>
                </a:cubicBezTo>
                <a:cubicBezTo>
                  <a:pt x="431844" y="77576"/>
                  <a:pt x="413999" y="182645"/>
                  <a:pt x="479918" y="265317"/>
                </a:cubicBezTo>
                <a:cubicBezTo>
                  <a:pt x="498674" y="288625"/>
                  <a:pt x="526170" y="306106"/>
                  <a:pt x="552938" y="317032"/>
                </a:cubicBezTo>
                <a:cubicBezTo>
                  <a:pt x="473909" y="399339"/>
                  <a:pt x="334788" y="356911"/>
                  <a:pt x="246289" y="315575"/>
                </a:cubicBezTo>
                <a:cubicBezTo>
                  <a:pt x="196759" y="292449"/>
                  <a:pt x="168170" y="253116"/>
                  <a:pt x="125560" y="222342"/>
                </a:cubicBezTo>
                <a:cubicBezTo>
                  <a:pt x="93329" y="199034"/>
                  <a:pt x="37243" y="196303"/>
                  <a:pt x="12296" y="166257"/>
                </a:cubicBezTo>
                <a:cubicBezTo>
                  <a:pt x="-6460" y="143859"/>
                  <a:pt x="-5731" y="96696"/>
                  <a:pt x="28321" y="89594"/>
                </a:cubicBezTo>
              </a:path>
            </a:pathLst>
          </a:custGeom>
          <a:solidFill>
            <a:srgbClr val="784B9B"/>
          </a:solidFill>
          <a:ln w="23644" cap="flat">
            <a:solidFill>
              <a:schemeClr val="accent3"/>
            </a:solidFill>
            <a:prstDash val="solid"/>
            <a:miter/>
          </a:ln>
        </p:spPr>
        <p:txBody>
          <a:bodyPr rtlCol="0" anchor="ctr"/>
          <a:lstStyle/>
          <a:p>
            <a:endParaRPr lang="en-BE"/>
          </a:p>
        </p:txBody>
      </p:sp>
      <p:sp>
        <p:nvSpPr>
          <p:cNvPr id="44" name="Freeform: Shape 43">
            <a:extLst>
              <a:ext uri="{FF2B5EF4-FFF2-40B4-BE49-F238E27FC236}">
                <a16:creationId xmlns:a16="http://schemas.microsoft.com/office/drawing/2014/main" id="{6010FF02-5333-3B90-EDBF-8DDE91D396EB}"/>
              </a:ext>
            </a:extLst>
          </p:cNvPr>
          <p:cNvSpPr/>
          <p:nvPr/>
        </p:nvSpPr>
        <p:spPr>
          <a:xfrm>
            <a:off x="10545555" y="2592640"/>
            <a:ext cx="520232" cy="489243"/>
          </a:xfrm>
          <a:custGeom>
            <a:avLst/>
            <a:gdLst>
              <a:gd name="connsiteX0" fmla="*/ 398557 w 520232"/>
              <a:gd name="connsiteY0" fmla="*/ 489061 h 489243"/>
              <a:gd name="connsiteX1" fmla="*/ 456464 w 520232"/>
              <a:gd name="connsiteY1" fmla="*/ 424053 h 489243"/>
              <a:gd name="connsiteX2" fmla="*/ 477951 w 520232"/>
              <a:gd name="connsiteY2" fmla="*/ 119589 h 489243"/>
              <a:gd name="connsiteX3" fmla="*/ 475584 w 520232"/>
              <a:gd name="connsiteY3" fmla="*/ 116311 h 489243"/>
              <a:gd name="connsiteX4" fmla="*/ 473217 w 520232"/>
              <a:gd name="connsiteY4" fmla="*/ 113034 h 489243"/>
              <a:gd name="connsiteX5" fmla="*/ 340469 w 520232"/>
              <a:gd name="connsiteY5" fmla="*/ 13609 h 489243"/>
              <a:gd name="connsiteX6" fmla="*/ 1407 w 520232"/>
              <a:gd name="connsiteY6" fmla="*/ 186054 h 489243"/>
              <a:gd name="connsiteX7" fmla="*/ 6687 w 520232"/>
              <a:gd name="connsiteY7" fmla="*/ 265630 h 489243"/>
              <a:gd name="connsiteX8" fmla="*/ 398375 w 520232"/>
              <a:gd name="connsiteY8" fmla="*/ 489243 h 48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232" h="489243">
                <a:moveTo>
                  <a:pt x="398557" y="489061"/>
                </a:moveTo>
                <a:lnTo>
                  <a:pt x="456464" y="424053"/>
                </a:lnTo>
                <a:cubicBezTo>
                  <a:pt x="532215" y="339196"/>
                  <a:pt x="541866" y="213550"/>
                  <a:pt x="477951" y="119589"/>
                </a:cubicBezTo>
                <a:cubicBezTo>
                  <a:pt x="477223" y="118497"/>
                  <a:pt x="476494" y="117404"/>
                  <a:pt x="475584" y="116311"/>
                </a:cubicBezTo>
                <a:cubicBezTo>
                  <a:pt x="474673" y="115219"/>
                  <a:pt x="473945" y="114126"/>
                  <a:pt x="473217" y="113034"/>
                </a:cubicBezTo>
                <a:cubicBezTo>
                  <a:pt x="438618" y="64232"/>
                  <a:pt x="391820" y="31091"/>
                  <a:pt x="340469" y="13609"/>
                </a:cubicBezTo>
                <a:cubicBezTo>
                  <a:pt x="200983" y="-33735"/>
                  <a:pt x="49844" y="46933"/>
                  <a:pt x="1407" y="186054"/>
                </a:cubicBezTo>
                <a:cubicBezTo>
                  <a:pt x="-1871" y="195523"/>
                  <a:pt x="861" y="226297"/>
                  <a:pt x="6687" y="265630"/>
                </a:cubicBezTo>
                <a:cubicBezTo>
                  <a:pt x="21073" y="365236"/>
                  <a:pt x="398375" y="489243"/>
                  <a:pt x="398375" y="489243"/>
                </a:cubicBezTo>
                <a:close/>
              </a:path>
            </a:pathLst>
          </a:custGeom>
          <a:solidFill>
            <a:srgbClr val="784B9B"/>
          </a:solidFill>
          <a:ln w="23644" cap="flat">
            <a:solidFill>
              <a:schemeClr val="accent3"/>
            </a:solidFill>
            <a:prstDash val="solid"/>
            <a:miter/>
          </a:ln>
        </p:spPr>
        <p:txBody>
          <a:bodyPr rtlCol="0" anchor="ctr"/>
          <a:lstStyle/>
          <a:p>
            <a:endParaRPr lang="en-BE"/>
          </a:p>
        </p:txBody>
      </p:sp>
      <p:sp>
        <p:nvSpPr>
          <p:cNvPr id="45" name="Freeform: Shape 44">
            <a:extLst>
              <a:ext uri="{FF2B5EF4-FFF2-40B4-BE49-F238E27FC236}">
                <a16:creationId xmlns:a16="http://schemas.microsoft.com/office/drawing/2014/main" id="{8CAA0855-3CBE-C66E-9FB9-FAA151A563B5}"/>
              </a:ext>
            </a:extLst>
          </p:cNvPr>
          <p:cNvSpPr/>
          <p:nvPr/>
        </p:nvSpPr>
        <p:spPr>
          <a:xfrm>
            <a:off x="10590621" y="2700802"/>
            <a:ext cx="410669" cy="583935"/>
          </a:xfrm>
          <a:custGeom>
            <a:avLst/>
            <a:gdLst>
              <a:gd name="connsiteX0" fmla="*/ 1683 w 410669"/>
              <a:gd name="connsiteY0" fmla="*/ 105752 h 583935"/>
              <a:gd name="connsiteX1" fmla="*/ 10970 w 410669"/>
              <a:gd name="connsiteY1" fmla="*/ 232308 h 583935"/>
              <a:gd name="connsiteX2" fmla="*/ 31183 w 410669"/>
              <a:gd name="connsiteY2" fmla="*/ 301141 h 583935"/>
              <a:gd name="connsiteX3" fmla="*/ 94916 w 410669"/>
              <a:gd name="connsiteY3" fmla="*/ 343023 h 583935"/>
              <a:gd name="connsiteX4" fmla="*/ 179044 w 410669"/>
              <a:gd name="connsiteY4" fmla="*/ 333554 h 583935"/>
              <a:gd name="connsiteX5" fmla="*/ 163202 w 410669"/>
              <a:gd name="connsiteY5" fmla="*/ 497075 h 583935"/>
              <a:gd name="connsiteX6" fmla="*/ 202535 w 410669"/>
              <a:gd name="connsiteY6" fmla="*/ 583935 h 583935"/>
              <a:gd name="connsiteX7" fmla="*/ 410670 w 410669"/>
              <a:gd name="connsiteY7" fmla="*/ 501992 h 583935"/>
              <a:gd name="connsiteX8" fmla="*/ 323446 w 410669"/>
              <a:gd name="connsiteY8" fmla="*/ 188788 h 583935"/>
              <a:gd name="connsiteX9" fmla="*/ 324903 w 410669"/>
              <a:gd name="connsiteY9" fmla="*/ 165661 h 583935"/>
              <a:gd name="connsiteX10" fmla="*/ 274098 w 410669"/>
              <a:gd name="connsiteY10" fmla="*/ 150183 h 583935"/>
              <a:gd name="connsiteX11" fmla="*/ 146085 w 410669"/>
              <a:gd name="connsiteY11" fmla="*/ 50759 h 583935"/>
              <a:gd name="connsiteX12" fmla="*/ 117678 w 410669"/>
              <a:gd name="connsiteY12" fmla="*/ 1229 h 583935"/>
              <a:gd name="connsiteX13" fmla="*/ 113490 w 410669"/>
              <a:gd name="connsiteY13" fmla="*/ 1229 h 583935"/>
              <a:gd name="connsiteX14" fmla="*/ 92367 w 410669"/>
              <a:gd name="connsiteY14" fmla="*/ 37648 h 583935"/>
              <a:gd name="connsiteX15" fmla="*/ 28451 w 410669"/>
              <a:gd name="connsiteY15" fmla="*/ 93734 h 583935"/>
              <a:gd name="connsiteX16" fmla="*/ 1319 w 410669"/>
              <a:gd name="connsiteY16" fmla="*/ 106116 h 58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669" h="583935">
                <a:moveTo>
                  <a:pt x="1683" y="105752"/>
                </a:moveTo>
                <a:cubicBezTo>
                  <a:pt x="-1594" y="144903"/>
                  <a:pt x="-866" y="191155"/>
                  <a:pt x="10970" y="232308"/>
                </a:cubicBezTo>
                <a:cubicBezTo>
                  <a:pt x="19529" y="261990"/>
                  <a:pt x="26266" y="284388"/>
                  <a:pt x="31183" y="301141"/>
                </a:cubicBezTo>
                <a:cubicBezTo>
                  <a:pt x="39559" y="328637"/>
                  <a:pt x="66327" y="346300"/>
                  <a:pt x="94916" y="343023"/>
                </a:cubicBezTo>
                <a:lnTo>
                  <a:pt x="179044" y="333554"/>
                </a:lnTo>
                <a:lnTo>
                  <a:pt x="163202" y="497075"/>
                </a:lnTo>
                <a:lnTo>
                  <a:pt x="202535" y="583935"/>
                </a:lnTo>
                <a:lnTo>
                  <a:pt x="410670" y="501992"/>
                </a:lnTo>
                <a:cubicBezTo>
                  <a:pt x="358955" y="436438"/>
                  <a:pt x="308150" y="270913"/>
                  <a:pt x="323446" y="188788"/>
                </a:cubicBezTo>
                <a:lnTo>
                  <a:pt x="324903" y="165661"/>
                </a:lnTo>
                <a:lnTo>
                  <a:pt x="274098" y="150183"/>
                </a:lnTo>
                <a:cubicBezTo>
                  <a:pt x="220744" y="133795"/>
                  <a:pt x="175220" y="98468"/>
                  <a:pt x="146085" y="50759"/>
                </a:cubicBezTo>
                <a:lnTo>
                  <a:pt x="117678" y="1229"/>
                </a:lnTo>
                <a:cubicBezTo>
                  <a:pt x="116768" y="-410"/>
                  <a:pt x="114400" y="-410"/>
                  <a:pt x="113490" y="1229"/>
                </a:cubicBezTo>
                <a:lnTo>
                  <a:pt x="92367" y="37648"/>
                </a:lnTo>
                <a:cubicBezTo>
                  <a:pt x="77981" y="63324"/>
                  <a:pt x="55219" y="81533"/>
                  <a:pt x="28451" y="93734"/>
                </a:cubicBezTo>
                <a:lnTo>
                  <a:pt x="1319" y="106116"/>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46" name="Freeform: Shape 45">
            <a:extLst>
              <a:ext uri="{FF2B5EF4-FFF2-40B4-BE49-F238E27FC236}">
                <a16:creationId xmlns:a16="http://schemas.microsoft.com/office/drawing/2014/main" id="{79A61C80-8AD0-ECD9-063D-BE86F8366B76}"/>
              </a:ext>
            </a:extLst>
          </p:cNvPr>
          <p:cNvSpPr/>
          <p:nvPr/>
        </p:nvSpPr>
        <p:spPr>
          <a:xfrm>
            <a:off x="10535308" y="2695476"/>
            <a:ext cx="453600" cy="170568"/>
          </a:xfrm>
          <a:custGeom>
            <a:avLst/>
            <a:gdLst>
              <a:gd name="connsiteX0" fmla="*/ 0 w 453600"/>
              <a:gd name="connsiteY0" fmla="*/ 116723 h 170568"/>
              <a:gd name="connsiteX1" fmla="*/ 168803 w 453600"/>
              <a:gd name="connsiteY1" fmla="*/ 2185 h 170568"/>
              <a:gd name="connsiteX2" fmla="*/ 174994 w 453600"/>
              <a:gd name="connsiteY2" fmla="*/ 2185 h 170568"/>
              <a:gd name="connsiteX3" fmla="*/ 401339 w 453600"/>
              <a:gd name="connsiteY3" fmla="*/ 170077 h 170568"/>
              <a:gd name="connsiteX4" fmla="*/ 453600 w 453600"/>
              <a:gd name="connsiteY4" fmla="*/ 168074 h 170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00" h="170568">
                <a:moveTo>
                  <a:pt x="0" y="116723"/>
                </a:moveTo>
                <a:cubicBezTo>
                  <a:pt x="115449" y="120547"/>
                  <a:pt x="157695" y="32049"/>
                  <a:pt x="168803" y="2185"/>
                </a:cubicBezTo>
                <a:cubicBezTo>
                  <a:pt x="169895" y="-728"/>
                  <a:pt x="174083" y="-728"/>
                  <a:pt x="174994" y="2185"/>
                </a:cubicBezTo>
                <a:cubicBezTo>
                  <a:pt x="187559" y="38058"/>
                  <a:pt x="242005" y="162065"/>
                  <a:pt x="401339" y="170077"/>
                </a:cubicBezTo>
                <a:cubicBezTo>
                  <a:pt x="435391" y="171898"/>
                  <a:pt x="453600" y="168074"/>
                  <a:pt x="453600" y="168074"/>
                </a:cubicBezTo>
              </a:path>
            </a:pathLst>
          </a:custGeom>
          <a:noFill/>
          <a:ln w="23644" cap="flat">
            <a:solidFill>
              <a:schemeClr val="accent3"/>
            </a:solidFill>
            <a:prstDash val="solid"/>
            <a:miter/>
          </a:ln>
        </p:spPr>
        <p:txBody>
          <a:bodyPr rtlCol="0" anchor="ctr"/>
          <a:lstStyle/>
          <a:p>
            <a:endParaRPr lang="en-BE"/>
          </a:p>
        </p:txBody>
      </p:sp>
      <p:sp>
        <p:nvSpPr>
          <p:cNvPr id="47" name="Freeform: Shape 46">
            <a:extLst>
              <a:ext uri="{FF2B5EF4-FFF2-40B4-BE49-F238E27FC236}">
                <a16:creationId xmlns:a16="http://schemas.microsoft.com/office/drawing/2014/main" id="{9D5070BB-85DB-8358-0033-EEB415874FDD}"/>
              </a:ext>
            </a:extLst>
          </p:cNvPr>
          <p:cNvSpPr/>
          <p:nvPr/>
        </p:nvSpPr>
        <p:spPr>
          <a:xfrm rot="15269399">
            <a:off x="7058193" y="3888223"/>
            <a:ext cx="1074364" cy="94871"/>
          </a:xfrm>
          <a:custGeom>
            <a:avLst/>
            <a:gdLst>
              <a:gd name="connsiteX0" fmla="*/ 0 w 1074364"/>
              <a:gd name="connsiteY0" fmla="*/ 0 h 94871"/>
              <a:gd name="connsiteX1" fmla="*/ 1074364 w 1074364"/>
              <a:gd name="connsiteY1" fmla="*/ 0 h 94871"/>
              <a:gd name="connsiteX2" fmla="*/ 1074364 w 1074364"/>
              <a:gd name="connsiteY2" fmla="*/ 94872 h 94871"/>
              <a:gd name="connsiteX3" fmla="*/ 0 w 1074364"/>
              <a:gd name="connsiteY3" fmla="*/ 94872 h 94871"/>
            </a:gdLst>
            <a:ahLst/>
            <a:cxnLst>
              <a:cxn ang="0">
                <a:pos x="connsiteX0" y="connsiteY0"/>
              </a:cxn>
              <a:cxn ang="0">
                <a:pos x="connsiteX1" y="connsiteY1"/>
              </a:cxn>
              <a:cxn ang="0">
                <a:pos x="connsiteX2" y="connsiteY2"/>
              </a:cxn>
              <a:cxn ang="0">
                <a:pos x="connsiteX3" y="connsiteY3"/>
              </a:cxn>
            </a:cxnLst>
            <a:rect l="l" t="t" r="r" b="b"/>
            <a:pathLst>
              <a:path w="1074364" h="94871">
                <a:moveTo>
                  <a:pt x="0" y="0"/>
                </a:moveTo>
                <a:lnTo>
                  <a:pt x="1074364" y="0"/>
                </a:lnTo>
                <a:lnTo>
                  <a:pt x="1074364" y="94872"/>
                </a:lnTo>
                <a:lnTo>
                  <a:pt x="0" y="94872"/>
                </a:lnTo>
                <a:close/>
              </a:path>
            </a:pathLst>
          </a:custGeom>
          <a:solidFill>
            <a:schemeClr val="tx2">
              <a:lumMod val="40000"/>
              <a:lumOff val="60000"/>
            </a:schemeClr>
          </a:solidFill>
          <a:ln w="23644" cap="flat">
            <a:solidFill>
              <a:schemeClr val="tx2"/>
            </a:solidFill>
            <a:prstDash val="solid"/>
            <a:round/>
          </a:ln>
        </p:spPr>
        <p:txBody>
          <a:bodyPr rtlCol="0" anchor="ctr"/>
          <a:lstStyle/>
          <a:p>
            <a:endParaRPr lang="en-BE"/>
          </a:p>
        </p:txBody>
      </p:sp>
      <p:sp>
        <p:nvSpPr>
          <p:cNvPr id="48" name="Freeform: Shape 47">
            <a:extLst>
              <a:ext uri="{FF2B5EF4-FFF2-40B4-BE49-F238E27FC236}">
                <a16:creationId xmlns:a16="http://schemas.microsoft.com/office/drawing/2014/main" id="{20289CFF-7BDD-3928-6FA5-06605D7565AD}"/>
              </a:ext>
            </a:extLst>
          </p:cNvPr>
          <p:cNvSpPr/>
          <p:nvPr/>
        </p:nvSpPr>
        <p:spPr>
          <a:xfrm>
            <a:off x="7667120" y="4371666"/>
            <a:ext cx="1099311" cy="94871"/>
          </a:xfrm>
          <a:custGeom>
            <a:avLst/>
            <a:gdLst>
              <a:gd name="connsiteX0" fmla="*/ 1099311 w 1099311"/>
              <a:gd name="connsiteY0" fmla="*/ 94872 h 94871"/>
              <a:gd name="connsiteX1" fmla="*/ 26222 w 1099311"/>
              <a:gd name="connsiteY1" fmla="*/ 94872 h 94871"/>
              <a:gd name="connsiteX2" fmla="*/ 0 w 1099311"/>
              <a:gd name="connsiteY2" fmla="*/ 0 h 94871"/>
              <a:gd name="connsiteX3" fmla="*/ 1099311 w 1099311"/>
              <a:gd name="connsiteY3" fmla="*/ 0 h 94871"/>
              <a:gd name="connsiteX4" fmla="*/ 1099311 w 1099311"/>
              <a:gd name="connsiteY4" fmla="*/ 94872 h 94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311" h="94871">
                <a:moveTo>
                  <a:pt x="1099311" y="94872"/>
                </a:moveTo>
                <a:lnTo>
                  <a:pt x="26222" y="94872"/>
                </a:lnTo>
                <a:lnTo>
                  <a:pt x="0" y="0"/>
                </a:lnTo>
                <a:lnTo>
                  <a:pt x="1099311" y="0"/>
                </a:lnTo>
                <a:lnTo>
                  <a:pt x="1099311" y="94872"/>
                </a:lnTo>
                <a:close/>
              </a:path>
            </a:pathLst>
          </a:custGeom>
          <a:solidFill>
            <a:schemeClr val="tx2">
              <a:lumMod val="40000"/>
              <a:lumOff val="60000"/>
            </a:schemeClr>
          </a:solidFill>
          <a:ln w="23644" cap="flat">
            <a:solidFill>
              <a:schemeClr val="tx2"/>
            </a:solidFill>
            <a:prstDash val="solid"/>
            <a:round/>
          </a:ln>
        </p:spPr>
        <p:txBody>
          <a:bodyPr rtlCol="0" anchor="ctr"/>
          <a:lstStyle/>
          <a:p>
            <a:endParaRPr lang="en-BE"/>
          </a:p>
        </p:txBody>
      </p:sp>
      <p:sp>
        <p:nvSpPr>
          <p:cNvPr id="11" name="Freeform: Shape 10">
            <a:extLst>
              <a:ext uri="{FF2B5EF4-FFF2-40B4-BE49-F238E27FC236}">
                <a16:creationId xmlns:a16="http://schemas.microsoft.com/office/drawing/2014/main" id="{5568CD2B-52E6-D19D-6BE4-2F3B96D54318}"/>
              </a:ext>
            </a:extLst>
          </p:cNvPr>
          <p:cNvSpPr/>
          <p:nvPr/>
        </p:nvSpPr>
        <p:spPr>
          <a:xfrm rot="10800000">
            <a:off x="6974611" y="4466538"/>
            <a:ext cx="2776593" cy="164978"/>
          </a:xfrm>
          <a:custGeom>
            <a:avLst/>
            <a:gdLst>
              <a:gd name="connsiteX0" fmla="*/ 0 w 2776593"/>
              <a:gd name="connsiteY0" fmla="*/ 0 h 164978"/>
              <a:gd name="connsiteX1" fmla="*/ 2776594 w 2776593"/>
              <a:gd name="connsiteY1" fmla="*/ 0 h 164978"/>
              <a:gd name="connsiteX2" fmla="*/ 2776594 w 2776593"/>
              <a:gd name="connsiteY2" fmla="*/ 164979 h 164978"/>
              <a:gd name="connsiteX3" fmla="*/ 0 w 2776593"/>
              <a:gd name="connsiteY3" fmla="*/ 164979 h 164978"/>
            </a:gdLst>
            <a:ahLst/>
            <a:cxnLst>
              <a:cxn ang="0">
                <a:pos x="connsiteX0" y="connsiteY0"/>
              </a:cxn>
              <a:cxn ang="0">
                <a:pos x="connsiteX1" y="connsiteY1"/>
              </a:cxn>
              <a:cxn ang="0">
                <a:pos x="connsiteX2" y="connsiteY2"/>
              </a:cxn>
              <a:cxn ang="0">
                <a:pos x="connsiteX3" y="connsiteY3"/>
              </a:cxn>
            </a:cxnLst>
            <a:rect l="l" t="t" r="r" b="b"/>
            <a:pathLst>
              <a:path w="2776593" h="164978">
                <a:moveTo>
                  <a:pt x="0" y="0"/>
                </a:moveTo>
                <a:lnTo>
                  <a:pt x="2776594" y="0"/>
                </a:lnTo>
                <a:lnTo>
                  <a:pt x="2776594" y="164979"/>
                </a:lnTo>
                <a:lnTo>
                  <a:pt x="0" y="164979"/>
                </a:lnTo>
                <a:close/>
              </a:path>
            </a:pathLst>
          </a:custGeom>
          <a:solidFill>
            <a:srgbClr val="C4AFD3"/>
          </a:solidFill>
          <a:ln w="23644" cap="flat">
            <a:solidFill>
              <a:schemeClr val="accent3"/>
            </a:solidFill>
            <a:prstDash val="solid"/>
            <a:miter/>
          </a:ln>
        </p:spPr>
        <p:txBody>
          <a:bodyPr rtlCol="0" anchor="ctr"/>
          <a:lstStyle/>
          <a:p>
            <a:endParaRPr lang="en-BE"/>
          </a:p>
        </p:txBody>
      </p:sp>
      <p:pic>
        <p:nvPicPr>
          <p:cNvPr id="4" name="Graphic 3" descr="Line arrow: Clockwise curve outline">
            <a:extLst>
              <a:ext uri="{FF2B5EF4-FFF2-40B4-BE49-F238E27FC236}">
                <a16:creationId xmlns:a16="http://schemas.microsoft.com/office/drawing/2014/main" id="{C8F22875-655D-9398-F761-5FF9C33880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9910677">
            <a:off x="7674342" y="3333296"/>
            <a:ext cx="914400" cy="914400"/>
          </a:xfrm>
          <a:prstGeom prst="rect">
            <a:avLst/>
          </a:prstGeom>
        </p:spPr>
      </p:pic>
    </p:spTree>
    <p:extLst>
      <p:ext uri="{BB962C8B-B14F-4D97-AF65-F5344CB8AC3E}">
        <p14:creationId xmlns:p14="http://schemas.microsoft.com/office/powerpoint/2010/main" val="2759803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7B87E-BF96-12AA-57CB-760091E7873D}"/>
              </a:ext>
            </a:extLst>
          </p:cNvPr>
          <p:cNvSpPr>
            <a:spLocks noGrp="1"/>
          </p:cNvSpPr>
          <p:nvPr>
            <p:ph type="title"/>
          </p:nvPr>
        </p:nvSpPr>
        <p:spPr>
          <a:xfrm>
            <a:off x="791999" y="3428996"/>
            <a:ext cx="6456939" cy="2628000"/>
          </a:xfrm>
        </p:spPr>
        <p:txBody>
          <a:bodyPr/>
          <a:lstStyle/>
          <a:p>
            <a:r>
              <a:rPr lang="en-US" dirty="0"/>
              <a:t>First things first: Who we are</a:t>
            </a:r>
            <a:endParaRPr lang="en-BE" dirty="0"/>
          </a:p>
        </p:txBody>
      </p:sp>
    </p:spTree>
    <p:extLst>
      <p:ext uri="{BB962C8B-B14F-4D97-AF65-F5344CB8AC3E}">
        <p14:creationId xmlns:p14="http://schemas.microsoft.com/office/powerpoint/2010/main" val="3178568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63CC-0F48-1E48-3885-A06701B1ADB7}"/>
              </a:ext>
            </a:extLst>
          </p:cNvPr>
          <p:cNvSpPr>
            <a:spLocks noGrp="1"/>
          </p:cNvSpPr>
          <p:nvPr>
            <p:ph type="title"/>
          </p:nvPr>
        </p:nvSpPr>
        <p:spPr/>
        <p:txBody>
          <a:bodyPr/>
          <a:lstStyle/>
          <a:p>
            <a:r>
              <a:rPr lang="en-US" dirty="0"/>
              <a:t>Introduction to Research Data Management (RDM) in Life Sciences</a:t>
            </a:r>
            <a:endParaRPr lang="en-BE" dirty="0"/>
          </a:p>
        </p:txBody>
      </p:sp>
      <p:sp>
        <p:nvSpPr>
          <p:cNvPr id="3" name="Content Placeholder 2">
            <a:extLst>
              <a:ext uri="{FF2B5EF4-FFF2-40B4-BE49-F238E27FC236}">
                <a16:creationId xmlns:a16="http://schemas.microsoft.com/office/drawing/2014/main" id="{4D6D88B8-7DA2-F82C-D8F8-F22AF2F86969}"/>
              </a:ext>
            </a:extLst>
          </p:cNvPr>
          <p:cNvSpPr>
            <a:spLocks noGrp="1"/>
          </p:cNvSpPr>
          <p:nvPr>
            <p:ph sz="quarter" idx="10"/>
          </p:nvPr>
        </p:nvSpPr>
        <p:spPr/>
        <p:txBody>
          <a:bodyPr/>
          <a:lstStyle/>
          <a:p>
            <a:r>
              <a:rPr lang="en-US" dirty="0"/>
              <a:t>Session 1: Key terms and concepts</a:t>
            </a:r>
          </a:p>
          <a:p>
            <a:r>
              <a:rPr lang="en-US" dirty="0"/>
              <a:t>Session 2: DMPs</a:t>
            </a:r>
          </a:p>
          <a:p>
            <a:r>
              <a:rPr lang="en-US" dirty="0"/>
              <a:t>Session 3: How to choose a repository</a:t>
            </a:r>
          </a:p>
          <a:p>
            <a:pPr marL="0" indent="0">
              <a:buNone/>
            </a:pPr>
            <a:r>
              <a:rPr lang="en-US" dirty="0">
                <a:solidFill>
                  <a:schemeClr val="accent2">
                    <a:alpha val="85000"/>
                  </a:schemeClr>
                </a:solidFill>
              </a:rPr>
              <a:t>Lunch</a:t>
            </a:r>
          </a:p>
          <a:p>
            <a:r>
              <a:rPr lang="en-US" dirty="0"/>
              <a:t>Session 4: Metadata</a:t>
            </a:r>
          </a:p>
          <a:p>
            <a:r>
              <a:rPr lang="en-US" dirty="0"/>
              <a:t>Session 5: Documentation</a:t>
            </a:r>
          </a:p>
          <a:p>
            <a:r>
              <a:rPr lang="en-US" dirty="0"/>
              <a:t>Session 6: Organization</a:t>
            </a:r>
            <a:endParaRPr lang="en-BE" dirty="0"/>
          </a:p>
        </p:txBody>
      </p:sp>
    </p:spTree>
    <p:extLst>
      <p:ext uri="{BB962C8B-B14F-4D97-AF65-F5344CB8AC3E}">
        <p14:creationId xmlns:p14="http://schemas.microsoft.com/office/powerpoint/2010/main" val="995614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01CAC-5FA6-DDB2-9522-91FA6FE3F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CC423-ADF3-9DD9-B258-7C4565D76B2B}"/>
              </a:ext>
            </a:extLst>
          </p:cNvPr>
          <p:cNvSpPr>
            <a:spLocks noGrp="1"/>
          </p:cNvSpPr>
          <p:nvPr>
            <p:ph type="title"/>
          </p:nvPr>
        </p:nvSpPr>
        <p:spPr/>
        <p:txBody>
          <a:bodyPr/>
          <a:lstStyle/>
          <a:p>
            <a:r>
              <a:rPr lang="en-US" dirty="0"/>
              <a:t>Session 1: key terms and concepts</a:t>
            </a:r>
            <a:endParaRPr lang="en-BE" dirty="0"/>
          </a:p>
        </p:txBody>
      </p:sp>
      <p:sp>
        <p:nvSpPr>
          <p:cNvPr id="3" name="Content Placeholder 2">
            <a:extLst>
              <a:ext uri="{FF2B5EF4-FFF2-40B4-BE49-F238E27FC236}">
                <a16:creationId xmlns:a16="http://schemas.microsoft.com/office/drawing/2014/main" id="{E3087773-04F6-1B86-1065-743A2C404A81}"/>
              </a:ext>
            </a:extLst>
          </p:cNvPr>
          <p:cNvSpPr>
            <a:spLocks noGrp="1"/>
          </p:cNvSpPr>
          <p:nvPr>
            <p:ph sz="quarter" idx="10"/>
          </p:nvPr>
        </p:nvSpPr>
        <p:spPr/>
        <p:txBody>
          <a:bodyPr/>
          <a:lstStyle/>
          <a:p>
            <a:pPr fontAlgn="base"/>
            <a:r>
              <a:rPr lang="en-US" dirty="0"/>
              <a:t>RDM and its lifecycle</a:t>
            </a:r>
          </a:p>
          <a:p>
            <a:pPr fontAlgn="base"/>
            <a:r>
              <a:rPr lang="en-US" dirty="0"/>
              <a:t>FAIR principles</a:t>
            </a:r>
          </a:p>
          <a:p>
            <a:pPr fontAlgn="base"/>
            <a:r>
              <a:rPr lang="en-US" dirty="0"/>
              <a:t>GDPR basics</a:t>
            </a:r>
          </a:p>
          <a:p>
            <a:pPr fontAlgn="base"/>
            <a:r>
              <a:rPr lang="en-US" dirty="0"/>
              <a:t>Why</a:t>
            </a:r>
          </a:p>
          <a:p>
            <a:pPr fontAlgn="base"/>
            <a:r>
              <a:rPr lang="en-US" dirty="0"/>
              <a:t>The RDM kit (by         ) </a:t>
            </a:r>
          </a:p>
        </p:txBody>
      </p:sp>
      <p:pic>
        <p:nvPicPr>
          <p:cNvPr id="2050" name="Picture 2" descr="Elixir Europe logo - DiSSCo">
            <a:extLst>
              <a:ext uri="{FF2B5EF4-FFF2-40B4-BE49-F238E27FC236}">
                <a16:creationId xmlns:a16="http://schemas.microsoft.com/office/drawing/2014/main" id="{32B985CE-3319-BDEC-4E09-A5F2EE1967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9850" y="4254500"/>
            <a:ext cx="843139" cy="63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1443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24B375-0331-66F8-29F7-5423F70F15EC}"/>
              </a:ext>
            </a:extLst>
          </p:cNvPr>
          <p:cNvSpPr>
            <a:spLocks noGrp="1"/>
          </p:cNvSpPr>
          <p:nvPr>
            <p:ph type="body" sz="quarter" idx="10"/>
          </p:nvPr>
        </p:nvSpPr>
        <p:spPr/>
        <p:txBody>
          <a:bodyPr/>
          <a:lstStyle/>
          <a:p>
            <a:r>
              <a:rPr lang="en-US" dirty="0"/>
              <a:t>RDM and it’s lifecycle</a:t>
            </a:r>
            <a:endParaRPr lang="en-BE" dirty="0"/>
          </a:p>
        </p:txBody>
      </p:sp>
      <p:sp>
        <p:nvSpPr>
          <p:cNvPr id="3" name="Text Placeholder 2">
            <a:extLst>
              <a:ext uri="{FF2B5EF4-FFF2-40B4-BE49-F238E27FC236}">
                <a16:creationId xmlns:a16="http://schemas.microsoft.com/office/drawing/2014/main" id="{1EA2B6F7-4BE1-7E5A-9CA0-A18BF8F2E076}"/>
              </a:ext>
            </a:extLst>
          </p:cNvPr>
          <p:cNvSpPr>
            <a:spLocks noGrp="1"/>
          </p:cNvSpPr>
          <p:nvPr>
            <p:ph type="body" sz="quarter" idx="11"/>
          </p:nvPr>
        </p:nvSpPr>
        <p:spPr/>
        <p:txBody>
          <a:bodyPr/>
          <a:lstStyle/>
          <a:p>
            <a:r>
              <a:rPr lang="en-US" dirty="0"/>
              <a:t>01</a:t>
            </a:r>
            <a:endParaRPr lang="en-BE" dirty="0"/>
          </a:p>
        </p:txBody>
      </p:sp>
    </p:spTree>
    <p:extLst>
      <p:ext uri="{BB962C8B-B14F-4D97-AF65-F5344CB8AC3E}">
        <p14:creationId xmlns:p14="http://schemas.microsoft.com/office/powerpoint/2010/main" val="2354957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4FADF-F4B4-BECF-9E55-A3AA9B252189}"/>
              </a:ext>
            </a:extLst>
          </p:cNvPr>
          <p:cNvSpPr>
            <a:spLocks noGrp="1"/>
          </p:cNvSpPr>
          <p:nvPr>
            <p:ph type="title"/>
          </p:nvPr>
        </p:nvSpPr>
        <p:spPr/>
        <p:txBody>
          <a:bodyPr/>
          <a:lstStyle/>
          <a:p>
            <a:r>
              <a:rPr lang="en-US" dirty="0"/>
              <a:t>One term at a time</a:t>
            </a:r>
            <a:endParaRPr lang="en-BE" dirty="0"/>
          </a:p>
        </p:txBody>
      </p:sp>
      <p:sp>
        <p:nvSpPr>
          <p:cNvPr id="3" name="Content Placeholder 2">
            <a:extLst>
              <a:ext uri="{FF2B5EF4-FFF2-40B4-BE49-F238E27FC236}">
                <a16:creationId xmlns:a16="http://schemas.microsoft.com/office/drawing/2014/main" id="{8FEB0CEE-77D9-6A89-4353-86AF51365D2C}"/>
              </a:ext>
            </a:extLst>
          </p:cNvPr>
          <p:cNvSpPr>
            <a:spLocks noGrp="1"/>
          </p:cNvSpPr>
          <p:nvPr>
            <p:ph sz="quarter" idx="10"/>
          </p:nvPr>
        </p:nvSpPr>
        <p:spPr/>
        <p:txBody>
          <a:bodyPr/>
          <a:lstStyle/>
          <a:p>
            <a:pPr marL="0" indent="0">
              <a:buNone/>
            </a:pPr>
            <a:r>
              <a:rPr lang="en-US" sz="2400" b="1" dirty="0">
                <a:solidFill>
                  <a:schemeClr val="accent1">
                    <a:alpha val="85000"/>
                  </a:schemeClr>
                </a:solidFill>
              </a:rPr>
              <a:t>Research</a:t>
            </a:r>
            <a:r>
              <a:rPr lang="en-US" sz="2400" dirty="0"/>
              <a:t>: </a:t>
            </a:r>
          </a:p>
          <a:p>
            <a:pPr marL="457200" lvl="1" indent="0">
              <a:buNone/>
            </a:pPr>
            <a:r>
              <a:rPr lang="en-US" sz="2400" dirty="0"/>
              <a:t>The systematic investigation into and study of </a:t>
            </a:r>
            <a:r>
              <a:rPr lang="en-US" sz="2400" b="1" dirty="0"/>
              <a:t>materials and sources </a:t>
            </a:r>
            <a:r>
              <a:rPr lang="en-US" sz="2400" dirty="0"/>
              <a:t>in order to establish facts and reach new conclusions</a:t>
            </a:r>
          </a:p>
          <a:p>
            <a:pPr marL="0" indent="0">
              <a:buNone/>
            </a:pPr>
            <a:r>
              <a:rPr lang="en-US" sz="2400" b="1" dirty="0">
                <a:solidFill>
                  <a:schemeClr val="accent1">
                    <a:alpha val="85000"/>
                  </a:schemeClr>
                </a:solidFill>
              </a:rPr>
              <a:t>Data</a:t>
            </a:r>
            <a:r>
              <a:rPr lang="en-US" sz="2400" dirty="0"/>
              <a:t>: </a:t>
            </a:r>
          </a:p>
          <a:p>
            <a:pPr marL="457200" lvl="1" indent="0">
              <a:buNone/>
            </a:pPr>
            <a:r>
              <a:rPr lang="en-US" sz="2400" dirty="0"/>
              <a:t>Any </a:t>
            </a:r>
            <a:r>
              <a:rPr lang="en-US" sz="2400" b="1" dirty="0"/>
              <a:t>recorded information </a:t>
            </a:r>
            <a:r>
              <a:rPr lang="en-US" sz="2400" dirty="0"/>
              <a:t>(whether on purpose or not)</a:t>
            </a:r>
          </a:p>
          <a:p>
            <a:pPr marL="0" indent="0">
              <a:buNone/>
            </a:pPr>
            <a:r>
              <a:rPr lang="en-US" sz="2400" b="1" dirty="0">
                <a:solidFill>
                  <a:schemeClr val="accent1">
                    <a:alpha val="85000"/>
                  </a:schemeClr>
                </a:solidFill>
              </a:rPr>
              <a:t>Management</a:t>
            </a:r>
            <a:r>
              <a:rPr lang="en-US" sz="2400" dirty="0"/>
              <a:t>: </a:t>
            </a:r>
          </a:p>
          <a:p>
            <a:pPr marL="457200" lvl="1" indent="0">
              <a:buNone/>
            </a:pPr>
            <a:r>
              <a:rPr lang="en-US" sz="2400" dirty="0"/>
              <a:t>The </a:t>
            </a:r>
            <a:r>
              <a:rPr lang="en-US" sz="2400" b="1" dirty="0"/>
              <a:t>process</a:t>
            </a:r>
            <a:r>
              <a:rPr lang="en-US" sz="2400" dirty="0"/>
              <a:t> of dealing with or controlling things or people </a:t>
            </a:r>
          </a:p>
          <a:p>
            <a:pPr marL="0" indent="0">
              <a:buNone/>
            </a:pPr>
            <a:r>
              <a:rPr lang="en-US" sz="2400" b="1" dirty="0">
                <a:solidFill>
                  <a:schemeClr val="accent1">
                    <a:alpha val="85000"/>
                  </a:schemeClr>
                </a:solidFill>
              </a:rPr>
              <a:t>Process</a:t>
            </a:r>
            <a:r>
              <a:rPr lang="en-US" sz="2400" dirty="0"/>
              <a:t>: </a:t>
            </a:r>
          </a:p>
          <a:p>
            <a:pPr marL="457200" lvl="1" indent="0">
              <a:buNone/>
            </a:pPr>
            <a:r>
              <a:rPr lang="en-US" sz="2400" dirty="0"/>
              <a:t>A </a:t>
            </a:r>
            <a:r>
              <a:rPr lang="en-US" sz="2400" b="1" dirty="0"/>
              <a:t>series of actions </a:t>
            </a:r>
            <a:r>
              <a:rPr lang="en-US" sz="2400" dirty="0"/>
              <a:t>or steps taken in order to achieve a particular end</a:t>
            </a:r>
            <a:endParaRPr lang="en-BE" sz="2400" dirty="0"/>
          </a:p>
        </p:txBody>
      </p:sp>
    </p:spTree>
    <p:extLst>
      <p:ext uri="{BB962C8B-B14F-4D97-AF65-F5344CB8AC3E}">
        <p14:creationId xmlns:p14="http://schemas.microsoft.com/office/powerpoint/2010/main" val="3295055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1C69F-E340-9C34-4236-2F273F2DA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DE26B-D1A8-C778-9A59-3F0F33DFEB72}"/>
              </a:ext>
            </a:extLst>
          </p:cNvPr>
          <p:cNvSpPr>
            <a:spLocks noGrp="1"/>
          </p:cNvSpPr>
          <p:nvPr>
            <p:ph type="title"/>
          </p:nvPr>
        </p:nvSpPr>
        <p:spPr/>
        <p:txBody>
          <a:bodyPr/>
          <a:lstStyle/>
          <a:p>
            <a:r>
              <a:rPr lang="en-US" dirty="0"/>
              <a:t>One term at a time</a:t>
            </a:r>
            <a:endParaRPr lang="en-BE" dirty="0"/>
          </a:p>
        </p:txBody>
      </p:sp>
      <p:sp>
        <p:nvSpPr>
          <p:cNvPr id="3" name="Content Placeholder 2">
            <a:extLst>
              <a:ext uri="{FF2B5EF4-FFF2-40B4-BE49-F238E27FC236}">
                <a16:creationId xmlns:a16="http://schemas.microsoft.com/office/drawing/2014/main" id="{71B97028-89EE-AE2F-221D-E37A2B59A78F}"/>
              </a:ext>
            </a:extLst>
          </p:cNvPr>
          <p:cNvSpPr>
            <a:spLocks noGrp="1"/>
          </p:cNvSpPr>
          <p:nvPr>
            <p:ph sz="quarter" idx="10"/>
          </p:nvPr>
        </p:nvSpPr>
        <p:spPr/>
        <p:txBody>
          <a:bodyPr/>
          <a:lstStyle/>
          <a:p>
            <a:pPr marL="0" indent="0">
              <a:buNone/>
            </a:pPr>
            <a:r>
              <a:rPr lang="en-US" sz="2400" b="1" dirty="0">
                <a:solidFill>
                  <a:schemeClr val="accent1">
                    <a:alpha val="85000"/>
                  </a:schemeClr>
                </a:solidFill>
              </a:rPr>
              <a:t>Research</a:t>
            </a:r>
            <a:r>
              <a:rPr lang="en-US" sz="2400" dirty="0"/>
              <a:t>: </a:t>
            </a:r>
          </a:p>
          <a:p>
            <a:pPr marL="457200" lvl="1" indent="0">
              <a:buNone/>
            </a:pPr>
            <a:r>
              <a:rPr lang="en-US" sz="2400" dirty="0"/>
              <a:t>The systematic investigation into and study of </a:t>
            </a:r>
            <a:r>
              <a:rPr lang="en-US" sz="2400" b="1" dirty="0"/>
              <a:t>materials and sources </a:t>
            </a:r>
            <a:r>
              <a:rPr lang="en-US" sz="2400" dirty="0"/>
              <a:t>in order to establish facts and reach new conclusions</a:t>
            </a:r>
          </a:p>
          <a:p>
            <a:pPr marL="0" indent="0">
              <a:buNone/>
            </a:pPr>
            <a:r>
              <a:rPr lang="en-US" sz="2400" b="1" dirty="0">
                <a:solidFill>
                  <a:schemeClr val="accent1">
                    <a:alpha val="85000"/>
                  </a:schemeClr>
                </a:solidFill>
              </a:rPr>
              <a:t>Data</a:t>
            </a:r>
            <a:r>
              <a:rPr lang="en-US" sz="2400" dirty="0"/>
              <a:t>: </a:t>
            </a:r>
          </a:p>
          <a:p>
            <a:pPr marL="457200" lvl="1" indent="0">
              <a:buNone/>
            </a:pPr>
            <a:r>
              <a:rPr lang="en-US" sz="2400" dirty="0"/>
              <a:t>Any </a:t>
            </a:r>
            <a:r>
              <a:rPr lang="en-US" sz="2400" b="1" dirty="0"/>
              <a:t>recorded information </a:t>
            </a:r>
            <a:r>
              <a:rPr lang="en-US" sz="2400" dirty="0"/>
              <a:t>(whether on purpose or not)</a:t>
            </a:r>
          </a:p>
          <a:p>
            <a:pPr marL="0" indent="0">
              <a:buNone/>
            </a:pPr>
            <a:r>
              <a:rPr lang="en-US" sz="2400" b="1" dirty="0">
                <a:solidFill>
                  <a:schemeClr val="accent1">
                    <a:alpha val="85000"/>
                  </a:schemeClr>
                </a:solidFill>
              </a:rPr>
              <a:t>Management</a:t>
            </a:r>
            <a:r>
              <a:rPr lang="en-US" sz="2400" dirty="0"/>
              <a:t>: </a:t>
            </a:r>
          </a:p>
          <a:p>
            <a:pPr marL="457200" lvl="1" indent="0">
              <a:buNone/>
            </a:pPr>
            <a:r>
              <a:rPr lang="en-US" sz="2400" dirty="0"/>
              <a:t>The </a:t>
            </a:r>
            <a:r>
              <a:rPr lang="en-US" sz="2400" b="1" dirty="0"/>
              <a:t>process</a:t>
            </a:r>
            <a:r>
              <a:rPr lang="en-US" sz="2400" dirty="0"/>
              <a:t> of dealing with or controlling things or people </a:t>
            </a:r>
          </a:p>
          <a:p>
            <a:pPr marL="0" indent="0">
              <a:buNone/>
            </a:pPr>
            <a:r>
              <a:rPr lang="en-US" sz="2400" b="1" dirty="0">
                <a:solidFill>
                  <a:schemeClr val="accent1">
                    <a:alpha val="85000"/>
                  </a:schemeClr>
                </a:solidFill>
              </a:rPr>
              <a:t>Process</a:t>
            </a:r>
            <a:r>
              <a:rPr lang="en-US" sz="2400" dirty="0"/>
              <a:t>: </a:t>
            </a:r>
          </a:p>
          <a:p>
            <a:pPr marL="457200" lvl="1" indent="0">
              <a:buNone/>
            </a:pPr>
            <a:r>
              <a:rPr lang="en-US" sz="2400" dirty="0"/>
              <a:t>A </a:t>
            </a:r>
            <a:r>
              <a:rPr lang="en-US" sz="2400" b="1" dirty="0"/>
              <a:t>series of actions </a:t>
            </a:r>
            <a:r>
              <a:rPr lang="en-US" sz="2400" dirty="0"/>
              <a:t>or steps taken in order to achieve a </a:t>
            </a:r>
            <a:r>
              <a:rPr lang="en-US" sz="2400" b="1" dirty="0">
                <a:solidFill>
                  <a:schemeClr val="accent2">
                    <a:alpha val="85000"/>
                  </a:schemeClr>
                </a:solidFill>
              </a:rPr>
              <a:t>particular end</a:t>
            </a:r>
            <a:endParaRPr lang="en-BE" sz="2400" b="1" dirty="0">
              <a:solidFill>
                <a:schemeClr val="accent2">
                  <a:alpha val="85000"/>
                </a:schemeClr>
              </a:solidFill>
            </a:endParaRPr>
          </a:p>
        </p:txBody>
      </p:sp>
    </p:spTree>
    <p:extLst>
      <p:ext uri="{BB962C8B-B14F-4D97-AF65-F5344CB8AC3E}">
        <p14:creationId xmlns:p14="http://schemas.microsoft.com/office/powerpoint/2010/main" val="2402762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540E-815E-E97A-873F-9F2502732D9A}"/>
              </a:ext>
            </a:extLst>
          </p:cNvPr>
          <p:cNvSpPr>
            <a:spLocks noGrp="1"/>
          </p:cNvSpPr>
          <p:nvPr>
            <p:ph type="title"/>
          </p:nvPr>
        </p:nvSpPr>
        <p:spPr/>
        <p:txBody>
          <a:bodyPr/>
          <a:lstStyle/>
          <a:p>
            <a:r>
              <a:rPr lang="en-US" dirty="0"/>
              <a:t>The RDM lifecycle</a:t>
            </a:r>
            <a:endParaRPr lang="en-BE" dirty="0"/>
          </a:p>
        </p:txBody>
      </p:sp>
      <p:sp>
        <p:nvSpPr>
          <p:cNvPr id="3" name="Content Placeholder 2">
            <a:extLst>
              <a:ext uri="{FF2B5EF4-FFF2-40B4-BE49-F238E27FC236}">
                <a16:creationId xmlns:a16="http://schemas.microsoft.com/office/drawing/2014/main" id="{251A1273-5500-791B-6FF9-02CE5C8E4C90}"/>
              </a:ext>
            </a:extLst>
          </p:cNvPr>
          <p:cNvSpPr>
            <a:spLocks noGrp="1"/>
          </p:cNvSpPr>
          <p:nvPr>
            <p:ph sz="quarter" idx="10"/>
          </p:nvPr>
        </p:nvSpPr>
        <p:spPr>
          <a:xfrm>
            <a:off x="838200" y="1792288"/>
            <a:ext cx="5257800" cy="4700587"/>
          </a:xfrm>
        </p:spPr>
        <p:txBody>
          <a:bodyPr/>
          <a:lstStyle/>
          <a:p>
            <a:r>
              <a:rPr lang="en-US" dirty="0"/>
              <a:t>Where and which actions take place in each phase of the RDM cycle?</a:t>
            </a:r>
            <a:endParaRPr lang="en-BE" dirty="0"/>
          </a:p>
        </p:txBody>
      </p:sp>
      <p:pic>
        <p:nvPicPr>
          <p:cNvPr id="4" name="Graphic 3">
            <a:extLst>
              <a:ext uri="{FF2B5EF4-FFF2-40B4-BE49-F238E27FC236}">
                <a16:creationId xmlns:a16="http://schemas.microsoft.com/office/drawing/2014/main" id="{AB9F89FD-4FD5-E3B1-03B7-07F0A3BB79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13443" y="732971"/>
            <a:ext cx="5392057" cy="5392057"/>
          </a:xfrm>
          <a:prstGeom prst="rect">
            <a:avLst/>
          </a:prstGeom>
        </p:spPr>
      </p:pic>
    </p:spTree>
    <p:extLst>
      <p:ext uri="{BB962C8B-B14F-4D97-AF65-F5344CB8AC3E}">
        <p14:creationId xmlns:p14="http://schemas.microsoft.com/office/powerpoint/2010/main" val="2281001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88B15-922A-5670-A62A-9EF5DA4924C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37BEF4C-A3A4-BF6B-294C-0C7A617676F8}"/>
              </a:ext>
            </a:extLst>
          </p:cNvPr>
          <p:cNvSpPr>
            <a:spLocks noGrp="1"/>
          </p:cNvSpPr>
          <p:nvPr>
            <p:ph type="body" sz="quarter" idx="10"/>
          </p:nvPr>
        </p:nvSpPr>
        <p:spPr/>
        <p:txBody>
          <a:bodyPr/>
          <a:lstStyle/>
          <a:p>
            <a:r>
              <a:rPr lang="en-US" dirty="0"/>
              <a:t>FAIR Principles</a:t>
            </a:r>
            <a:endParaRPr lang="en-BE" dirty="0"/>
          </a:p>
        </p:txBody>
      </p:sp>
      <p:sp>
        <p:nvSpPr>
          <p:cNvPr id="3" name="Text Placeholder 2">
            <a:extLst>
              <a:ext uri="{FF2B5EF4-FFF2-40B4-BE49-F238E27FC236}">
                <a16:creationId xmlns:a16="http://schemas.microsoft.com/office/drawing/2014/main" id="{EE573ECA-37D1-ACD6-C5D4-8599473C1FA8}"/>
              </a:ext>
            </a:extLst>
          </p:cNvPr>
          <p:cNvSpPr>
            <a:spLocks noGrp="1"/>
          </p:cNvSpPr>
          <p:nvPr>
            <p:ph type="body" sz="quarter" idx="11"/>
          </p:nvPr>
        </p:nvSpPr>
        <p:spPr/>
        <p:txBody>
          <a:bodyPr/>
          <a:lstStyle/>
          <a:p>
            <a:r>
              <a:rPr lang="en-US" dirty="0"/>
              <a:t>02</a:t>
            </a:r>
            <a:endParaRPr lang="en-BE" dirty="0"/>
          </a:p>
        </p:txBody>
      </p:sp>
    </p:spTree>
    <p:extLst>
      <p:ext uri="{BB962C8B-B14F-4D97-AF65-F5344CB8AC3E}">
        <p14:creationId xmlns:p14="http://schemas.microsoft.com/office/powerpoint/2010/main" val="2785496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8A40-CAC0-BFED-EA32-27C76BA993AE}"/>
              </a:ext>
            </a:extLst>
          </p:cNvPr>
          <p:cNvSpPr>
            <a:spLocks noGrp="1"/>
          </p:cNvSpPr>
          <p:nvPr>
            <p:ph type="title"/>
          </p:nvPr>
        </p:nvSpPr>
        <p:spPr>
          <a:xfrm>
            <a:off x="838200" y="365125"/>
            <a:ext cx="10515600" cy="1325563"/>
          </a:xfrm>
        </p:spPr>
        <p:txBody>
          <a:bodyPr/>
          <a:lstStyle/>
          <a:p>
            <a:r>
              <a:rPr lang="en-US" dirty="0"/>
              <a:t>The FAIR principles</a:t>
            </a:r>
            <a:endParaRPr lang="en-BE" dirty="0"/>
          </a:p>
        </p:txBody>
      </p:sp>
      <p:pic>
        <p:nvPicPr>
          <p:cNvPr id="4" name="Picture 3">
            <a:extLst>
              <a:ext uri="{FF2B5EF4-FFF2-40B4-BE49-F238E27FC236}">
                <a16:creationId xmlns:a16="http://schemas.microsoft.com/office/drawing/2014/main" id="{2A4019F1-5DCD-2FFA-1C6A-390C79F5D3E4}"/>
              </a:ext>
            </a:extLst>
          </p:cNvPr>
          <p:cNvPicPr>
            <a:picLocks noChangeAspect="1"/>
          </p:cNvPicPr>
          <p:nvPr/>
        </p:nvPicPr>
        <p:blipFill>
          <a:blip r:embed="rId2"/>
          <a:stretch>
            <a:fillRect/>
          </a:stretch>
        </p:blipFill>
        <p:spPr>
          <a:xfrm>
            <a:off x="3882919" y="2329316"/>
            <a:ext cx="3086786" cy="3618706"/>
          </a:xfrm>
          <a:prstGeom prst="rect">
            <a:avLst/>
          </a:prstGeom>
        </p:spPr>
      </p:pic>
      <p:pic>
        <p:nvPicPr>
          <p:cNvPr id="5" name="Picture 4">
            <a:extLst>
              <a:ext uri="{FF2B5EF4-FFF2-40B4-BE49-F238E27FC236}">
                <a16:creationId xmlns:a16="http://schemas.microsoft.com/office/drawing/2014/main" id="{9DF6748E-BA3F-BE46-A006-89AC206EAC63}"/>
              </a:ext>
            </a:extLst>
          </p:cNvPr>
          <p:cNvPicPr>
            <a:picLocks noChangeAspect="1"/>
          </p:cNvPicPr>
          <p:nvPr/>
        </p:nvPicPr>
        <p:blipFill>
          <a:blip r:embed="rId3"/>
          <a:stretch>
            <a:fillRect/>
          </a:stretch>
        </p:blipFill>
        <p:spPr>
          <a:xfrm>
            <a:off x="5882289" y="2329316"/>
            <a:ext cx="2549355" cy="3618706"/>
          </a:xfrm>
          <a:prstGeom prst="rect">
            <a:avLst/>
          </a:prstGeom>
        </p:spPr>
      </p:pic>
      <p:pic>
        <p:nvPicPr>
          <p:cNvPr id="6" name="Picture 5">
            <a:extLst>
              <a:ext uri="{FF2B5EF4-FFF2-40B4-BE49-F238E27FC236}">
                <a16:creationId xmlns:a16="http://schemas.microsoft.com/office/drawing/2014/main" id="{D10AD1A3-4B8C-127E-9F57-80A447B0E77A}"/>
              </a:ext>
            </a:extLst>
          </p:cNvPr>
          <p:cNvPicPr>
            <a:picLocks noChangeAspect="1"/>
          </p:cNvPicPr>
          <p:nvPr/>
        </p:nvPicPr>
        <p:blipFill>
          <a:blip r:embed="rId4"/>
          <a:stretch>
            <a:fillRect/>
          </a:stretch>
        </p:blipFill>
        <p:spPr>
          <a:xfrm>
            <a:off x="7344229" y="2329316"/>
            <a:ext cx="3070668" cy="3618706"/>
          </a:xfrm>
          <a:prstGeom prst="rect">
            <a:avLst/>
          </a:prstGeom>
        </p:spPr>
      </p:pic>
      <p:pic>
        <p:nvPicPr>
          <p:cNvPr id="7" name="Picture 6">
            <a:extLst>
              <a:ext uri="{FF2B5EF4-FFF2-40B4-BE49-F238E27FC236}">
                <a16:creationId xmlns:a16="http://schemas.microsoft.com/office/drawing/2014/main" id="{78D68A4B-EC1D-1DFA-CDB9-346EBCC444D6}"/>
              </a:ext>
            </a:extLst>
          </p:cNvPr>
          <p:cNvPicPr>
            <a:picLocks noChangeAspect="1"/>
          </p:cNvPicPr>
          <p:nvPr/>
        </p:nvPicPr>
        <p:blipFill>
          <a:blip r:embed="rId5"/>
          <a:stretch>
            <a:fillRect/>
          </a:stretch>
        </p:blipFill>
        <p:spPr>
          <a:xfrm>
            <a:off x="1563846" y="2329316"/>
            <a:ext cx="3406489" cy="3618706"/>
          </a:xfrm>
          <a:prstGeom prst="rect">
            <a:avLst/>
          </a:prstGeom>
        </p:spPr>
      </p:pic>
    </p:spTree>
    <p:extLst>
      <p:ext uri="{BB962C8B-B14F-4D97-AF65-F5344CB8AC3E}">
        <p14:creationId xmlns:p14="http://schemas.microsoft.com/office/powerpoint/2010/main" val="1062727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F91020-4FB3-19D1-0A64-D1BEEA174A92}"/>
              </a:ext>
            </a:extLst>
          </p:cNvPr>
          <p:cNvPicPr>
            <a:picLocks noChangeAspect="1"/>
          </p:cNvPicPr>
          <p:nvPr/>
        </p:nvPicPr>
        <p:blipFill>
          <a:blip r:embed="rId3"/>
          <a:stretch>
            <a:fillRect/>
          </a:stretch>
        </p:blipFill>
        <p:spPr>
          <a:xfrm>
            <a:off x="781226" y="1784259"/>
            <a:ext cx="2032878" cy="2383187"/>
          </a:xfrm>
          <a:prstGeom prst="rect">
            <a:avLst/>
          </a:prstGeom>
        </p:spPr>
      </p:pic>
      <p:pic>
        <p:nvPicPr>
          <p:cNvPr id="4" name="Picture 3">
            <a:extLst>
              <a:ext uri="{FF2B5EF4-FFF2-40B4-BE49-F238E27FC236}">
                <a16:creationId xmlns:a16="http://schemas.microsoft.com/office/drawing/2014/main" id="{741D7109-31E6-9C61-BA9B-17113D27ED54}"/>
              </a:ext>
            </a:extLst>
          </p:cNvPr>
          <p:cNvPicPr>
            <a:picLocks noChangeAspect="1"/>
          </p:cNvPicPr>
          <p:nvPr/>
        </p:nvPicPr>
        <p:blipFill>
          <a:blip r:embed="rId4"/>
          <a:stretch>
            <a:fillRect/>
          </a:stretch>
        </p:blipFill>
        <p:spPr>
          <a:xfrm>
            <a:off x="958195" y="3303474"/>
            <a:ext cx="1678940" cy="2383187"/>
          </a:xfrm>
          <a:prstGeom prst="rect">
            <a:avLst/>
          </a:prstGeom>
        </p:spPr>
      </p:pic>
      <p:pic>
        <p:nvPicPr>
          <p:cNvPr id="5" name="Picture 4">
            <a:extLst>
              <a:ext uri="{FF2B5EF4-FFF2-40B4-BE49-F238E27FC236}">
                <a16:creationId xmlns:a16="http://schemas.microsoft.com/office/drawing/2014/main" id="{46BC4475-B8F7-E7B2-DD77-69BC1C52EAFF}"/>
              </a:ext>
            </a:extLst>
          </p:cNvPr>
          <p:cNvPicPr>
            <a:picLocks noChangeAspect="1"/>
          </p:cNvPicPr>
          <p:nvPr/>
        </p:nvPicPr>
        <p:blipFill>
          <a:blip r:embed="rId5"/>
          <a:stretch>
            <a:fillRect/>
          </a:stretch>
        </p:blipFill>
        <p:spPr>
          <a:xfrm>
            <a:off x="786534" y="4822689"/>
            <a:ext cx="2022263" cy="2383187"/>
          </a:xfrm>
          <a:prstGeom prst="rect">
            <a:avLst/>
          </a:prstGeom>
        </p:spPr>
      </p:pic>
      <p:pic>
        <p:nvPicPr>
          <p:cNvPr id="6" name="Picture 5">
            <a:extLst>
              <a:ext uri="{FF2B5EF4-FFF2-40B4-BE49-F238E27FC236}">
                <a16:creationId xmlns:a16="http://schemas.microsoft.com/office/drawing/2014/main" id="{722053A7-12F3-6069-C902-B8F1CBA7E305}"/>
              </a:ext>
            </a:extLst>
          </p:cNvPr>
          <p:cNvPicPr>
            <a:picLocks noChangeAspect="1"/>
          </p:cNvPicPr>
          <p:nvPr/>
        </p:nvPicPr>
        <p:blipFill>
          <a:blip r:embed="rId6"/>
          <a:stretch>
            <a:fillRect/>
          </a:stretch>
        </p:blipFill>
        <p:spPr>
          <a:xfrm>
            <a:off x="675952" y="265044"/>
            <a:ext cx="2243426" cy="2383187"/>
          </a:xfrm>
          <a:prstGeom prst="rect">
            <a:avLst/>
          </a:prstGeom>
        </p:spPr>
      </p:pic>
      <p:sp>
        <p:nvSpPr>
          <p:cNvPr id="7" name="TextBox 6">
            <a:extLst>
              <a:ext uri="{FF2B5EF4-FFF2-40B4-BE49-F238E27FC236}">
                <a16:creationId xmlns:a16="http://schemas.microsoft.com/office/drawing/2014/main" id="{B23946D5-416C-AE4B-73E2-1242F055F59E}"/>
              </a:ext>
            </a:extLst>
          </p:cNvPr>
          <p:cNvSpPr txBox="1"/>
          <p:nvPr/>
        </p:nvSpPr>
        <p:spPr>
          <a:xfrm>
            <a:off x="2919378" y="1102695"/>
            <a:ext cx="2148345" cy="707886"/>
          </a:xfrm>
          <a:prstGeom prst="rect">
            <a:avLst/>
          </a:prstGeom>
          <a:noFill/>
        </p:spPr>
        <p:txBody>
          <a:bodyPr wrap="none" rtlCol="0">
            <a:spAutoFit/>
          </a:bodyPr>
          <a:lstStyle/>
          <a:p>
            <a:r>
              <a:rPr lang="en-US" sz="4000" dirty="0"/>
              <a:t>Findable</a:t>
            </a:r>
            <a:endParaRPr lang="en-BE" sz="4000" dirty="0"/>
          </a:p>
        </p:txBody>
      </p:sp>
      <p:sp>
        <p:nvSpPr>
          <p:cNvPr id="8" name="TextBox 7">
            <a:extLst>
              <a:ext uri="{FF2B5EF4-FFF2-40B4-BE49-F238E27FC236}">
                <a16:creationId xmlns:a16="http://schemas.microsoft.com/office/drawing/2014/main" id="{CA337933-2719-8AB7-C3FA-8C9B5A9642F3}"/>
              </a:ext>
            </a:extLst>
          </p:cNvPr>
          <p:cNvSpPr txBox="1"/>
          <p:nvPr/>
        </p:nvSpPr>
        <p:spPr>
          <a:xfrm>
            <a:off x="2919378" y="2621910"/>
            <a:ext cx="2553904" cy="707886"/>
          </a:xfrm>
          <a:prstGeom prst="rect">
            <a:avLst/>
          </a:prstGeom>
          <a:noFill/>
        </p:spPr>
        <p:txBody>
          <a:bodyPr wrap="none" rtlCol="0">
            <a:spAutoFit/>
          </a:bodyPr>
          <a:lstStyle/>
          <a:p>
            <a:r>
              <a:rPr lang="en-US" sz="4000" dirty="0"/>
              <a:t>Accessible</a:t>
            </a:r>
            <a:endParaRPr lang="en-BE" sz="4000" dirty="0"/>
          </a:p>
        </p:txBody>
      </p:sp>
      <p:sp>
        <p:nvSpPr>
          <p:cNvPr id="9" name="TextBox 8">
            <a:extLst>
              <a:ext uri="{FF2B5EF4-FFF2-40B4-BE49-F238E27FC236}">
                <a16:creationId xmlns:a16="http://schemas.microsoft.com/office/drawing/2014/main" id="{86CB3201-B90B-05FF-99C0-71450C2FB00E}"/>
              </a:ext>
            </a:extLst>
          </p:cNvPr>
          <p:cNvSpPr txBox="1"/>
          <p:nvPr/>
        </p:nvSpPr>
        <p:spPr>
          <a:xfrm>
            <a:off x="2919378" y="4141125"/>
            <a:ext cx="3316934" cy="707886"/>
          </a:xfrm>
          <a:prstGeom prst="rect">
            <a:avLst/>
          </a:prstGeom>
          <a:noFill/>
        </p:spPr>
        <p:txBody>
          <a:bodyPr wrap="none" rtlCol="0">
            <a:spAutoFit/>
          </a:bodyPr>
          <a:lstStyle/>
          <a:p>
            <a:r>
              <a:rPr lang="en-US" sz="4000" dirty="0"/>
              <a:t>Interoperable</a:t>
            </a:r>
            <a:endParaRPr lang="en-BE" sz="4000" dirty="0"/>
          </a:p>
        </p:txBody>
      </p:sp>
      <p:sp>
        <p:nvSpPr>
          <p:cNvPr id="10" name="TextBox 9">
            <a:extLst>
              <a:ext uri="{FF2B5EF4-FFF2-40B4-BE49-F238E27FC236}">
                <a16:creationId xmlns:a16="http://schemas.microsoft.com/office/drawing/2014/main" id="{6E3C480B-3250-AA2D-CAB5-11541D1574DB}"/>
              </a:ext>
            </a:extLst>
          </p:cNvPr>
          <p:cNvSpPr txBox="1"/>
          <p:nvPr/>
        </p:nvSpPr>
        <p:spPr>
          <a:xfrm>
            <a:off x="2919378" y="5660339"/>
            <a:ext cx="2406493" cy="707886"/>
          </a:xfrm>
          <a:prstGeom prst="rect">
            <a:avLst/>
          </a:prstGeom>
          <a:noFill/>
        </p:spPr>
        <p:txBody>
          <a:bodyPr wrap="none" rtlCol="0">
            <a:spAutoFit/>
          </a:bodyPr>
          <a:lstStyle/>
          <a:p>
            <a:r>
              <a:rPr lang="en-US" sz="4000" dirty="0"/>
              <a:t>Re-usable</a:t>
            </a:r>
            <a:endParaRPr lang="en-BE" sz="4000" dirty="0"/>
          </a:p>
        </p:txBody>
      </p:sp>
      <p:cxnSp>
        <p:nvCxnSpPr>
          <p:cNvPr id="12" name="Straight Connector 11">
            <a:extLst>
              <a:ext uri="{FF2B5EF4-FFF2-40B4-BE49-F238E27FC236}">
                <a16:creationId xmlns:a16="http://schemas.microsoft.com/office/drawing/2014/main" id="{55401656-7F43-A7F2-F44A-C9B94BBAC542}"/>
              </a:ext>
            </a:extLst>
          </p:cNvPr>
          <p:cNvCxnSpPr>
            <a:cxnSpLocks/>
          </p:cNvCxnSpPr>
          <p:nvPr/>
        </p:nvCxnSpPr>
        <p:spPr>
          <a:xfrm>
            <a:off x="2919378" y="2226365"/>
            <a:ext cx="829196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6664235-6153-E9E3-840B-85ECB1B866F5}"/>
              </a:ext>
            </a:extLst>
          </p:cNvPr>
          <p:cNvCxnSpPr>
            <a:cxnSpLocks/>
          </p:cNvCxnSpPr>
          <p:nvPr/>
        </p:nvCxnSpPr>
        <p:spPr>
          <a:xfrm>
            <a:off x="2919378" y="3770243"/>
            <a:ext cx="829196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EE47451-763A-14A4-51CF-3A24F2EA6832}"/>
              </a:ext>
            </a:extLst>
          </p:cNvPr>
          <p:cNvCxnSpPr>
            <a:cxnSpLocks/>
          </p:cNvCxnSpPr>
          <p:nvPr/>
        </p:nvCxnSpPr>
        <p:spPr>
          <a:xfrm>
            <a:off x="2919378" y="5314122"/>
            <a:ext cx="8291961"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object 8">
            <a:extLst>
              <a:ext uri="{FF2B5EF4-FFF2-40B4-BE49-F238E27FC236}">
                <a16:creationId xmlns:a16="http://schemas.microsoft.com/office/drawing/2014/main" id="{A29CA1E1-FF87-FE00-A874-839324EBC9C4}"/>
              </a:ext>
            </a:extLst>
          </p:cNvPr>
          <p:cNvSpPr txBox="1"/>
          <p:nvPr/>
        </p:nvSpPr>
        <p:spPr>
          <a:xfrm>
            <a:off x="5561031" y="966039"/>
            <a:ext cx="5650308" cy="1013098"/>
          </a:xfrm>
          <a:prstGeom prst="rect">
            <a:avLst/>
          </a:prstGeom>
        </p:spPr>
        <p:txBody>
          <a:bodyPr vert="horz" wrap="square" lIns="0" tIns="12700" rIns="0" bIns="0" rtlCol="0">
            <a:spAutoFit/>
          </a:bodyPr>
          <a:lstStyle>
            <a:defPPr>
              <a:defRPr kern="0"/>
            </a:defPPr>
          </a:lstStyle>
          <a:p>
            <a:pPr marL="12700">
              <a:lnSpc>
                <a:spcPts val="1910"/>
              </a:lnSpc>
              <a:spcBef>
                <a:spcPts val="100"/>
              </a:spcBef>
            </a:pPr>
            <a:r>
              <a:rPr spc="140" dirty="0">
                <a:cs typeface="Calibri"/>
              </a:rPr>
              <a:t>Metadata</a:t>
            </a:r>
            <a:endParaRPr dirty="0">
              <a:cs typeface="Calibri"/>
            </a:endParaRPr>
          </a:p>
          <a:p>
            <a:pPr marL="297815" indent="-285115">
              <a:lnSpc>
                <a:spcPts val="1910"/>
              </a:lnSpc>
              <a:buFont typeface="Arial"/>
              <a:buChar char="•"/>
              <a:tabLst>
                <a:tab pos="297815" algn="l"/>
              </a:tabLst>
            </a:pPr>
            <a:r>
              <a:rPr spc="145" dirty="0">
                <a:cs typeface="Calibri"/>
              </a:rPr>
              <a:t>keywords</a:t>
            </a:r>
            <a:endParaRPr dirty="0">
              <a:cs typeface="Calibri"/>
            </a:endParaRPr>
          </a:p>
          <a:p>
            <a:pPr marL="297815" indent="-285115">
              <a:lnSpc>
                <a:spcPts val="1910"/>
              </a:lnSpc>
              <a:spcBef>
                <a:spcPts val="95"/>
              </a:spcBef>
              <a:buFont typeface="Arial"/>
              <a:buChar char="•"/>
              <a:tabLst>
                <a:tab pos="297815" algn="l"/>
              </a:tabLst>
            </a:pPr>
            <a:r>
              <a:rPr spc="95" dirty="0">
                <a:cs typeface="Calibri"/>
              </a:rPr>
              <a:t>identifiers</a:t>
            </a:r>
            <a:endParaRPr dirty="0">
              <a:cs typeface="Calibri"/>
            </a:endParaRPr>
          </a:p>
          <a:p>
            <a:pPr marL="298450" marR="5080" indent="-285750">
              <a:lnSpc>
                <a:spcPts val="1900"/>
              </a:lnSpc>
              <a:spcBef>
                <a:spcPts val="65"/>
              </a:spcBef>
              <a:buFont typeface="Arial"/>
              <a:buChar char="•"/>
              <a:tabLst>
                <a:tab pos="298450" algn="l"/>
              </a:tabLst>
            </a:pPr>
            <a:r>
              <a:rPr spc="195" dirty="0">
                <a:cs typeface="Calibri"/>
              </a:rPr>
              <a:t>machine-</a:t>
            </a:r>
            <a:r>
              <a:rPr spc="135" dirty="0">
                <a:cs typeface="Calibri"/>
              </a:rPr>
              <a:t>actionable </a:t>
            </a:r>
            <a:r>
              <a:rPr spc="140" dirty="0">
                <a:cs typeface="Calibri"/>
              </a:rPr>
              <a:t>(SEO,</a:t>
            </a:r>
            <a:r>
              <a:rPr spc="70" dirty="0">
                <a:cs typeface="Calibri"/>
              </a:rPr>
              <a:t> </a:t>
            </a:r>
            <a:r>
              <a:rPr spc="95" dirty="0">
                <a:cs typeface="Calibri"/>
              </a:rPr>
              <a:t>etc)</a:t>
            </a:r>
            <a:endParaRPr dirty="0">
              <a:cs typeface="Calibri"/>
            </a:endParaRPr>
          </a:p>
        </p:txBody>
      </p:sp>
      <p:sp>
        <p:nvSpPr>
          <p:cNvPr id="17" name="object 10">
            <a:extLst>
              <a:ext uri="{FF2B5EF4-FFF2-40B4-BE49-F238E27FC236}">
                <a16:creationId xmlns:a16="http://schemas.microsoft.com/office/drawing/2014/main" id="{BFC2609D-A0F3-8CDF-0EF1-804F26BD92BC}"/>
              </a:ext>
            </a:extLst>
          </p:cNvPr>
          <p:cNvSpPr txBox="1"/>
          <p:nvPr/>
        </p:nvSpPr>
        <p:spPr>
          <a:xfrm>
            <a:off x="5561031" y="2414568"/>
            <a:ext cx="5490787" cy="1104790"/>
          </a:xfrm>
          <a:prstGeom prst="rect">
            <a:avLst/>
          </a:prstGeom>
        </p:spPr>
        <p:txBody>
          <a:bodyPr vert="horz" wrap="square" lIns="0" tIns="24765" rIns="0" bIns="0" rtlCol="0">
            <a:spAutoFit/>
          </a:bodyPr>
          <a:lstStyle>
            <a:defPPr>
              <a:defRPr kern="0"/>
            </a:defPPr>
          </a:lstStyle>
          <a:p>
            <a:pPr marL="12700">
              <a:lnSpc>
                <a:spcPct val="100000"/>
              </a:lnSpc>
              <a:spcBef>
                <a:spcPts val="195"/>
              </a:spcBef>
              <a:tabLst>
                <a:tab pos="297815" algn="l"/>
              </a:tabLst>
            </a:pPr>
            <a:r>
              <a:rPr lang="en-US" dirty="0">
                <a:cs typeface="Calibri"/>
              </a:rPr>
              <a:t>Access procedure</a:t>
            </a:r>
          </a:p>
          <a:p>
            <a:pPr marL="297815" indent="-285115">
              <a:lnSpc>
                <a:spcPct val="100000"/>
              </a:lnSpc>
              <a:spcBef>
                <a:spcPts val="195"/>
              </a:spcBef>
              <a:buFont typeface="Arial"/>
              <a:buChar char="•"/>
              <a:tabLst>
                <a:tab pos="297815" algn="l"/>
              </a:tabLst>
            </a:pPr>
            <a:r>
              <a:rPr dirty="0">
                <a:cs typeface="Calibri"/>
              </a:rPr>
              <a:t>e.g.,</a:t>
            </a:r>
            <a:r>
              <a:rPr spc="285" dirty="0">
                <a:cs typeface="Calibri"/>
              </a:rPr>
              <a:t> </a:t>
            </a:r>
            <a:r>
              <a:rPr spc="240" dirty="0">
                <a:cs typeface="Calibri"/>
              </a:rPr>
              <a:t>DAC</a:t>
            </a:r>
            <a:endParaRPr dirty="0">
              <a:cs typeface="Calibri"/>
            </a:endParaRPr>
          </a:p>
          <a:p>
            <a:pPr marL="298450" marR="5080" indent="-285750">
              <a:lnSpc>
                <a:spcPts val="1900"/>
              </a:lnSpc>
              <a:spcBef>
                <a:spcPts val="175"/>
              </a:spcBef>
              <a:buFont typeface="Arial"/>
              <a:buChar char="•"/>
              <a:tabLst>
                <a:tab pos="298450" algn="l"/>
              </a:tabLst>
            </a:pPr>
            <a:r>
              <a:rPr spc="120" dirty="0">
                <a:cs typeface="Calibri"/>
              </a:rPr>
              <a:t>authentication, </a:t>
            </a:r>
            <a:r>
              <a:rPr spc="110" dirty="0">
                <a:cs typeface="Calibri"/>
              </a:rPr>
              <a:t>identification</a:t>
            </a:r>
            <a:endParaRPr dirty="0">
              <a:cs typeface="Calibri"/>
            </a:endParaRPr>
          </a:p>
          <a:p>
            <a:pPr marL="297815" indent="-285115">
              <a:lnSpc>
                <a:spcPts val="1830"/>
              </a:lnSpc>
              <a:buFont typeface="Arial"/>
              <a:buChar char="•"/>
              <a:tabLst>
                <a:tab pos="297815" algn="l"/>
              </a:tabLst>
            </a:pPr>
            <a:r>
              <a:rPr spc="-50" dirty="0">
                <a:cs typeface="Calibri"/>
              </a:rPr>
              <a:t>…</a:t>
            </a:r>
            <a:endParaRPr dirty="0">
              <a:cs typeface="Calibri"/>
            </a:endParaRPr>
          </a:p>
        </p:txBody>
      </p:sp>
      <p:sp>
        <p:nvSpPr>
          <p:cNvPr id="18" name="object 11">
            <a:extLst>
              <a:ext uri="{FF2B5EF4-FFF2-40B4-BE49-F238E27FC236}">
                <a16:creationId xmlns:a16="http://schemas.microsoft.com/office/drawing/2014/main" id="{24C2BA9A-2AB8-41E1-2528-2035B6D0592F}"/>
              </a:ext>
            </a:extLst>
          </p:cNvPr>
          <p:cNvSpPr txBox="1"/>
          <p:nvPr/>
        </p:nvSpPr>
        <p:spPr>
          <a:xfrm>
            <a:off x="6454369" y="4198465"/>
            <a:ext cx="4756970" cy="743793"/>
          </a:xfrm>
          <a:prstGeom prst="rect">
            <a:avLst/>
          </a:prstGeom>
        </p:spPr>
        <p:txBody>
          <a:bodyPr vert="horz" wrap="square" lIns="0" tIns="12700" rIns="0" bIns="0" rtlCol="0">
            <a:spAutoFit/>
          </a:bodyPr>
          <a:lstStyle>
            <a:defPPr>
              <a:defRPr kern="0"/>
            </a:defPPr>
          </a:lstStyle>
          <a:p>
            <a:pPr marL="297815" indent="-285115">
              <a:lnSpc>
                <a:spcPts val="1910"/>
              </a:lnSpc>
              <a:spcBef>
                <a:spcPts val="100"/>
              </a:spcBef>
              <a:buFont typeface="Arial"/>
              <a:buChar char="•"/>
              <a:tabLst>
                <a:tab pos="297815" algn="l"/>
              </a:tabLst>
            </a:pPr>
            <a:r>
              <a:rPr spc="160" dirty="0">
                <a:cs typeface="Calibri"/>
              </a:rPr>
              <a:t>Standards</a:t>
            </a:r>
            <a:endParaRPr dirty="0">
              <a:cs typeface="Calibri"/>
            </a:endParaRPr>
          </a:p>
          <a:p>
            <a:pPr marL="297815" indent="-285115">
              <a:lnSpc>
                <a:spcPts val="1910"/>
              </a:lnSpc>
              <a:buFont typeface="Arial"/>
              <a:buChar char="•"/>
              <a:tabLst>
                <a:tab pos="297815" algn="l"/>
              </a:tabLst>
            </a:pPr>
            <a:r>
              <a:rPr spc="145" dirty="0">
                <a:cs typeface="Calibri"/>
              </a:rPr>
              <a:t>Ontologies</a:t>
            </a:r>
            <a:endParaRPr lang="en-US" dirty="0">
              <a:cs typeface="Calibri"/>
            </a:endParaRPr>
          </a:p>
          <a:p>
            <a:pPr marL="297815" indent="-285115">
              <a:lnSpc>
                <a:spcPts val="1910"/>
              </a:lnSpc>
              <a:buFont typeface="Arial"/>
              <a:buChar char="•"/>
              <a:tabLst>
                <a:tab pos="297815" algn="l"/>
              </a:tabLst>
            </a:pPr>
            <a:r>
              <a:rPr spc="155" dirty="0">
                <a:cs typeface="Calibri"/>
              </a:rPr>
              <a:t>For</a:t>
            </a:r>
            <a:r>
              <a:rPr spc="50" dirty="0">
                <a:cs typeface="Calibri"/>
              </a:rPr>
              <a:t> </a:t>
            </a:r>
            <a:r>
              <a:rPr spc="220" dirty="0">
                <a:cs typeface="Calibri"/>
              </a:rPr>
              <a:t>humans </a:t>
            </a:r>
            <a:r>
              <a:rPr spc="180" dirty="0">
                <a:cs typeface="Calibri"/>
              </a:rPr>
              <a:t>and </a:t>
            </a:r>
            <a:r>
              <a:rPr spc="185" dirty="0">
                <a:cs typeface="Calibri"/>
              </a:rPr>
              <a:t>machines</a:t>
            </a:r>
            <a:endParaRPr dirty="0">
              <a:cs typeface="Calibri"/>
            </a:endParaRPr>
          </a:p>
        </p:txBody>
      </p:sp>
      <p:sp>
        <p:nvSpPr>
          <p:cNvPr id="19" name="object 12">
            <a:extLst>
              <a:ext uri="{FF2B5EF4-FFF2-40B4-BE49-F238E27FC236}">
                <a16:creationId xmlns:a16="http://schemas.microsoft.com/office/drawing/2014/main" id="{8D1A7574-D094-C5CE-7660-08B6A0CC583B}"/>
              </a:ext>
            </a:extLst>
          </p:cNvPr>
          <p:cNvSpPr txBox="1"/>
          <p:nvPr/>
        </p:nvSpPr>
        <p:spPr>
          <a:xfrm>
            <a:off x="5561031" y="5779234"/>
            <a:ext cx="3666237" cy="500137"/>
          </a:xfrm>
          <a:prstGeom prst="rect">
            <a:avLst/>
          </a:prstGeom>
        </p:spPr>
        <p:txBody>
          <a:bodyPr vert="horz" wrap="square" lIns="0" tIns="12700" rIns="0" bIns="0" rtlCol="0">
            <a:spAutoFit/>
          </a:bodyPr>
          <a:lstStyle>
            <a:defPPr>
              <a:defRPr kern="0"/>
            </a:defPPr>
          </a:lstStyle>
          <a:p>
            <a:pPr marL="297815" indent="-285115">
              <a:lnSpc>
                <a:spcPts val="1910"/>
              </a:lnSpc>
              <a:spcBef>
                <a:spcPts val="100"/>
              </a:spcBef>
              <a:buFont typeface="Arial"/>
              <a:buChar char="•"/>
              <a:tabLst>
                <a:tab pos="297815" algn="l"/>
              </a:tabLst>
            </a:pPr>
            <a:r>
              <a:rPr spc="175" dirty="0">
                <a:cs typeface="Calibri"/>
              </a:rPr>
              <a:t>Documentation</a:t>
            </a:r>
            <a:endParaRPr dirty="0">
              <a:cs typeface="Calibri"/>
            </a:endParaRPr>
          </a:p>
          <a:p>
            <a:pPr marL="297815" indent="-285115">
              <a:lnSpc>
                <a:spcPts val="1910"/>
              </a:lnSpc>
              <a:buFont typeface="Arial"/>
              <a:buChar char="•"/>
              <a:tabLst>
                <a:tab pos="297815" algn="l"/>
              </a:tabLst>
            </a:pPr>
            <a:r>
              <a:rPr spc="165" dirty="0">
                <a:cs typeface="Calibri"/>
              </a:rPr>
              <a:t>Licence</a:t>
            </a:r>
            <a:endParaRPr dirty="0">
              <a:cs typeface="Calibri"/>
            </a:endParaRPr>
          </a:p>
        </p:txBody>
      </p:sp>
    </p:spTree>
    <p:extLst>
      <p:ext uri="{BB962C8B-B14F-4D97-AF65-F5344CB8AC3E}">
        <p14:creationId xmlns:p14="http://schemas.microsoft.com/office/powerpoint/2010/main" val="2084874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DE24F-97F6-2298-ECFB-6DA4FDF8F314}"/>
              </a:ext>
            </a:extLst>
          </p:cNvPr>
          <p:cNvSpPr>
            <a:spLocks noGrp="1"/>
          </p:cNvSpPr>
          <p:nvPr>
            <p:ph type="title"/>
          </p:nvPr>
        </p:nvSpPr>
        <p:spPr/>
        <p:txBody>
          <a:bodyPr/>
          <a:lstStyle/>
          <a:p>
            <a:r>
              <a:rPr lang="en-US" dirty="0"/>
              <a:t>Real world consequences</a:t>
            </a:r>
            <a:endParaRPr lang="en-BE" dirty="0"/>
          </a:p>
        </p:txBody>
      </p:sp>
      <p:sp>
        <p:nvSpPr>
          <p:cNvPr id="3" name="Content Placeholder 2">
            <a:extLst>
              <a:ext uri="{FF2B5EF4-FFF2-40B4-BE49-F238E27FC236}">
                <a16:creationId xmlns:a16="http://schemas.microsoft.com/office/drawing/2014/main" id="{D7E4A9C7-02B1-DD35-9255-7DE12385CBEF}"/>
              </a:ext>
            </a:extLst>
          </p:cNvPr>
          <p:cNvSpPr>
            <a:spLocks noGrp="1"/>
          </p:cNvSpPr>
          <p:nvPr>
            <p:ph sz="quarter" idx="10"/>
          </p:nvPr>
        </p:nvSpPr>
        <p:spPr/>
        <p:txBody>
          <a:bodyPr/>
          <a:lstStyle/>
          <a:p>
            <a:r>
              <a:rPr lang="en-US" sz="2000" b="1" dirty="0"/>
              <a:t>Summary: </a:t>
            </a:r>
            <a:r>
              <a:rPr lang="en-US" sz="2000" dirty="0"/>
              <a:t>Flemish students are temporarily no longer being tested for hearing damage because the tablets used for the SPIN-test (Speech In Noise) have become outdated and are no longer available. This interruption may lead to missed early detection of hearing loss, with potential long-term consequences for students' academic performance and future opportunities.</a:t>
            </a:r>
          </a:p>
          <a:p>
            <a:r>
              <a:rPr lang="en-US" sz="2000" dirty="0"/>
              <a:t>What missing FAIR principle is illustrated by this story?</a:t>
            </a:r>
            <a:endParaRPr lang="en-BE" sz="2000" dirty="0"/>
          </a:p>
        </p:txBody>
      </p:sp>
      <p:pic>
        <p:nvPicPr>
          <p:cNvPr id="6" name="Picture Placeholder 5">
            <a:extLst>
              <a:ext uri="{FF2B5EF4-FFF2-40B4-BE49-F238E27FC236}">
                <a16:creationId xmlns:a16="http://schemas.microsoft.com/office/drawing/2014/main" id="{236C9C58-5CDF-0A99-30B1-2ED70FBF39AE}"/>
              </a:ext>
            </a:extLst>
          </p:cNvPr>
          <p:cNvPicPr>
            <a:picLocks noGrp="1" noChangeAspect="1"/>
          </p:cNvPicPr>
          <p:nvPr>
            <p:ph type="pic" sz="quarter" idx="11"/>
          </p:nvPr>
        </p:nvPicPr>
        <p:blipFill>
          <a:blip r:embed="rId3"/>
          <a:srcRect l="21621" t="10621" r="1" b="-1882"/>
          <a:stretch>
            <a:fillRect/>
          </a:stretch>
        </p:blipFill>
        <p:spPr>
          <a:xfrm>
            <a:off x="6411135" y="1057655"/>
            <a:ext cx="5780865" cy="5466522"/>
          </a:xfrm>
          <a:prstGeom prst="rect">
            <a:avLst/>
          </a:prstGeom>
        </p:spPr>
      </p:pic>
      <p:pic>
        <p:nvPicPr>
          <p:cNvPr id="7" name="Picture Placeholder 5">
            <a:extLst>
              <a:ext uri="{FF2B5EF4-FFF2-40B4-BE49-F238E27FC236}">
                <a16:creationId xmlns:a16="http://schemas.microsoft.com/office/drawing/2014/main" id="{0B1CDF7A-6C11-41D0-9FDD-E58918E6066D}"/>
              </a:ext>
            </a:extLst>
          </p:cNvPr>
          <p:cNvPicPr>
            <a:picLocks noChangeAspect="1"/>
          </p:cNvPicPr>
          <p:nvPr/>
        </p:nvPicPr>
        <p:blipFill>
          <a:blip r:embed="rId3"/>
          <a:srcRect l="30065" r="-8443" b="93042"/>
          <a:stretch>
            <a:fillRect/>
          </a:stretch>
        </p:blipFill>
        <p:spPr>
          <a:xfrm>
            <a:off x="6411135" y="510899"/>
            <a:ext cx="5780865" cy="416753"/>
          </a:xfrm>
          <a:prstGeom prst="rect">
            <a:avLst/>
          </a:prstGeom>
        </p:spPr>
      </p:pic>
    </p:spTree>
    <p:extLst>
      <p:ext uri="{BB962C8B-B14F-4D97-AF65-F5344CB8AC3E}">
        <p14:creationId xmlns:p14="http://schemas.microsoft.com/office/powerpoint/2010/main" val="15871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C1C7D4A-6267-202B-7B57-D82D393467C1}"/>
              </a:ext>
            </a:extLst>
          </p:cNvPr>
          <p:cNvSpPr/>
          <p:nvPr/>
        </p:nvSpPr>
        <p:spPr>
          <a:xfrm>
            <a:off x="0" y="0"/>
            <a:ext cx="12192000" cy="6858000"/>
          </a:xfrm>
          <a:prstGeom prst="rect">
            <a:avLst/>
          </a:prstGeom>
          <a:solidFill>
            <a:schemeClr val="accent5"/>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2" name="Title 1">
            <a:extLst>
              <a:ext uri="{FF2B5EF4-FFF2-40B4-BE49-F238E27FC236}">
                <a16:creationId xmlns:a16="http://schemas.microsoft.com/office/drawing/2014/main" id="{5839C746-759D-4CA7-EDBD-D75C06E54E1E}"/>
              </a:ext>
            </a:extLst>
          </p:cNvPr>
          <p:cNvSpPr>
            <a:spLocks noGrp="1"/>
          </p:cNvSpPr>
          <p:nvPr>
            <p:ph type="title"/>
          </p:nvPr>
        </p:nvSpPr>
        <p:spPr>
          <a:xfrm>
            <a:off x="838200" y="1675191"/>
            <a:ext cx="10515600" cy="1160774"/>
          </a:xfrm>
        </p:spPr>
        <p:txBody>
          <a:bodyPr>
            <a:normAutofit/>
          </a:bodyPr>
          <a:lstStyle/>
          <a:p>
            <a:pPr algn="ctr"/>
            <a:r>
              <a:rPr lang="en-US" sz="6000" dirty="0">
                <a:solidFill>
                  <a:schemeClr val="bg2"/>
                </a:solidFill>
              </a:rPr>
              <a:t>Summary</a:t>
            </a:r>
            <a:endParaRPr lang="en-BE" sz="6000" dirty="0">
              <a:solidFill>
                <a:schemeClr val="bg2"/>
              </a:solidFill>
            </a:endParaRPr>
          </a:p>
        </p:txBody>
      </p:sp>
      <p:sp>
        <p:nvSpPr>
          <p:cNvPr id="3" name="Content Placeholder 2">
            <a:extLst>
              <a:ext uri="{FF2B5EF4-FFF2-40B4-BE49-F238E27FC236}">
                <a16:creationId xmlns:a16="http://schemas.microsoft.com/office/drawing/2014/main" id="{BBF6434D-E699-5D71-9AC8-7887ACFB4CC4}"/>
              </a:ext>
            </a:extLst>
          </p:cNvPr>
          <p:cNvSpPr>
            <a:spLocks noGrp="1"/>
          </p:cNvSpPr>
          <p:nvPr>
            <p:ph sz="quarter" idx="10"/>
          </p:nvPr>
        </p:nvSpPr>
        <p:spPr>
          <a:xfrm>
            <a:off x="838200" y="2544417"/>
            <a:ext cx="10515600" cy="2424458"/>
          </a:xfrm>
        </p:spPr>
        <p:txBody>
          <a:bodyPr anchor="ctr"/>
          <a:lstStyle/>
          <a:p>
            <a:pPr marL="0" indent="0" algn="ctr">
              <a:buNone/>
            </a:pPr>
            <a:r>
              <a:rPr lang="en-US" sz="3600" dirty="0">
                <a:solidFill>
                  <a:schemeClr val="bg2"/>
                </a:solidFill>
              </a:rPr>
              <a:t>All the actions that you take to control your data throughout its lifecycle to ensure that they are FAIR.</a:t>
            </a:r>
            <a:endParaRPr lang="en-BE" sz="3600" dirty="0">
              <a:solidFill>
                <a:schemeClr val="bg2"/>
              </a:solidFill>
            </a:endParaRPr>
          </a:p>
        </p:txBody>
      </p:sp>
    </p:spTree>
    <p:extLst>
      <p:ext uri="{BB962C8B-B14F-4D97-AF65-F5344CB8AC3E}">
        <p14:creationId xmlns:p14="http://schemas.microsoft.com/office/powerpoint/2010/main" val="4003358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3540F-2955-BD07-C63F-628F2067B0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00993A3-BA21-E19A-20B8-FE6296CD6328}"/>
              </a:ext>
            </a:extLst>
          </p:cNvPr>
          <p:cNvSpPr>
            <a:spLocks noGrp="1"/>
          </p:cNvSpPr>
          <p:nvPr>
            <p:ph type="body" sz="quarter" idx="10"/>
          </p:nvPr>
        </p:nvSpPr>
        <p:spPr/>
        <p:txBody>
          <a:bodyPr/>
          <a:lstStyle/>
          <a:p>
            <a:r>
              <a:rPr lang="en-US" dirty="0"/>
              <a:t>GDPR basics</a:t>
            </a:r>
            <a:endParaRPr lang="en-BE" dirty="0"/>
          </a:p>
        </p:txBody>
      </p:sp>
      <p:sp>
        <p:nvSpPr>
          <p:cNvPr id="3" name="Text Placeholder 2">
            <a:extLst>
              <a:ext uri="{FF2B5EF4-FFF2-40B4-BE49-F238E27FC236}">
                <a16:creationId xmlns:a16="http://schemas.microsoft.com/office/drawing/2014/main" id="{31A55061-8FD2-ABC8-EA17-85AA22C6C2A9}"/>
              </a:ext>
            </a:extLst>
          </p:cNvPr>
          <p:cNvSpPr>
            <a:spLocks noGrp="1"/>
          </p:cNvSpPr>
          <p:nvPr>
            <p:ph type="body" sz="quarter" idx="11"/>
          </p:nvPr>
        </p:nvSpPr>
        <p:spPr/>
        <p:txBody>
          <a:bodyPr/>
          <a:lstStyle/>
          <a:p>
            <a:r>
              <a:rPr lang="en-US" dirty="0"/>
              <a:t>03</a:t>
            </a:r>
            <a:endParaRPr lang="en-BE" dirty="0"/>
          </a:p>
        </p:txBody>
      </p:sp>
    </p:spTree>
    <p:extLst>
      <p:ext uri="{BB962C8B-B14F-4D97-AF65-F5344CB8AC3E}">
        <p14:creationId xmlns:p14="http://schemas.microsoft.com/office/powerpoint/2010/main" val="1369121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AB136-B624-0F20-7B7C-2DBCECC56108}"/>
              </a:ext>
            </a:extLst>
          </p:cNvPr>
          <p:cNvSpPr>
            <a:spLocks noGrp="1"/>
          </p:cNvSpPr>
          <p:nvPr>
            <p:ph type="title"/>
          </p:nvPr>
        </p:nvSpPr>
        <p:spPr/>
        <p:txBody>
          <a:bodyPr/>
          <a:lstStyle/>
          <a:p>
            <a:r>
              <a:rPr lang="en-US" dirty="0"/>
              <a:t>What is personal data?</a:t>
            </a:r>
            <a:endParaRPr lang="en-BE" dirty="0"/>
          </a:p>
        </p:txBody>
      </p:sp>
      <p:sp>
        <p:nvSpPr>
          <p:cNvPr id="3" name="Content Placeholder 2">
            <a:extLst>
              <a:ext uri="{FF2B5EF4-FFF2-40B4-BE49-F238E27FC236}">
                <a16:creationId xmlns:a16="http://schemas.microsoft.com/office/drawing/2014/main" id="{B0EA6471-1FB6-BFBF-1AFB-6ACF55B21B09}"/>
              </a:ext>
            </a:extLst>
          </p:cNvPr>
          <p:cNvSpPr>
            <a:spLocks noGrp="1"/>
          </p:cNvSpPr>
          <p:nvPr>
            <p:ph sz="quarter" idx="10"/>
          </p:nvPr>
        </p:nvSpPr>
        <p:spPr>
          <a:xfrm>
            <a:off x="838200" y="1792288"/>
            <a:ext cx="10515600" cy="3919399"/>
          </a:xfrm>
        </p:spPr>
        <p:txBody>
          <a:bodyPr lIns="91440" tIns="45720" rIns="91440" bIns="45720" anchor="ctr"/>
          <a:lstStyle/>
          <a:p>
            <a:pPr marL="0" indent="0" algn="ctr">
              <a:buNone/>
            </a:pPr>
            <a:r>
              <a:rPr lang="en-US" sz="3600" dirty="0">
                <a:solidFill>
                  <a:schemeClr val="accent2">
                    <a:alpha val="85000"/>
                  </a:schemeClr>
                </a:solidFill>
              </a:rPr>
              <a:t>Personal data </a:t>
            </a:r>
            <a:r>
              <a:rPr lang="en-US" sz="3600" dirty="0"/>
              <a:t>is any data (i.e. any recorded information) about a person that you can identify, either </a:t>
            </a:r>
            <a:r>
              <a:rPr lang="en-US" sz="3600" b="1" dirty="0"/>
              <a:t>directly or indirectly</a:t>
            </a:r>
            <a:r>
              <a:rPr lang="en-US" sz="3600" dirty="0"/>
              <a:t> (</a:t>
            </a:r>
            <a:r>
              <a:rPr lang="en-US" sz="3600" dirty="0">
                <a:hlinkClick r:id="rId3"/>
              </a:rPr>
              <a:t>https://gdpr-info.eu/art-4-gdpr/</a:t>
            </a:r>
            <a:r>
              <a:rPr lang="en-US" sz="3600" dirty="0"/>
              <a:t>) </a:t>
            </a:r>
            <a:endParaRPr lang="en-BE" sz="3600" dirty="0"/>
          </a:p>
        </p:txBody>
      </p:sp>
    </p:spTree>
    <p:extLst>
      <p:ext uri="{BB962C8B-B14F-4D97-AF65-F5344CB8AC3E}">
        <p14:creationId xmlns:p14="http://schemas.microsoft.com/office/powerpoint/2010/main" val="3841799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97641-30B4-B4BB-3432-7E8B39FE159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EB41483-25BC-0F85-A48A-ECE2CE0C4BA3}"/>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0" name="Freeform: Shape 9">
            <a:extLst>
              <a:ext uri="{FF2B5EF4-FFF2-40B4-BE49-F238E27FC236}">
                <a16:creationId xmlns:a16="http://schemas.microsoft.com/office/drawing/2014/main" id="{D62B998C-13D3-813E-3F24-56F40A770D48}"/>
              </a:ext>
            </a:extLst>
          </p:cNvPr>
          <p:cNvSpPr/>
          <p:nvPr/>
        </p:nvSpPr>
        <p:spPr>
          <a:xfrm rot="16200000" flipH="1">
            <a:off x="6307603" y="5611373"/>
            <a:ext cx="2290034" cy="164978"/>
          </a:xfrm>
          <a:custGeom>
            <a:avLst/>
            <a:gdLst>
              <a:gd name="connsiteX0" fmla="*/ 0 w 2290034"/>
              <a:gd name="connsiteY0" fmla="*/ 0 h 164978"/>
              <a:gd name="connsiteX1" fmla="*/ 2290034 w 2290034"/>
              <a:gd name="connsiteY1" fmla="*/ 0 h 164978"/>
              <a:gd name="connsiteX2" fmla="*/ 2290034 w 2290034"/>
              <a:gd name="connsiteY2" fmla="*/ 164979 h 164978"/>
              <a:gd name="connsiteX3" fmla="*/ 0 w 2290034"/>
              <a:gd name="connsiteY3" fmla="*/ 164979 h 164978"/>
            </a:gdLst>
            <a:ahLst/>
            <a:cxnLst>
              <a:cxn ang="0">
                <a:pos x="connsiteX0" y="connsiteY0"/>
              </a:cxn>
              <a:cxn ang="0">
                <a:pos x="connsiteX1" y="connsiteY1"/>
              </a:cxn>
              <a:cxn ang="0">
                <a:pos x="connsiteX2" y="connsiteY2"/>
              </a:cxn>
              <a:cxn ang="0">
                <a:pos x="connsiteX3" y="connsiteY3"/>
              </a:cxn>
            </a:cxnLst>
            <a:rect l="l" t="t" r="r" b="b"/>
            <a:pathLst>
              <a:path w="2290034" h="164978">
                <a:moveTo>
                  <a:pt x="0" y="0"/>
                </a:moveTo>
                <a:lnTo>
                  <a:pt x="2290034" y="0"/>
                </a:lnTo>
                <a:lnTo>
                  <a:pt x="2290034" y="164979"/>
                </a:lnTo>
                <a:lnTo>
                  <a:pt x="0" y="164979"/>
                </a:lnTo>
                <a:close/>
              </a:path>
            </a:pathLst>
          </a:custGeom>
          <a:solidFill>
            <a:srgbClr val="C4AFD3"/>
          </a:solidFill>
          <a:ln w="23644" cap="flat">
            <a:solidFill>
              <a:schemeClr val="accent3"/>
            </a:solidFill>
            <a:prstDash val="solid"/>
            <a:miter/>
          </a:ln>
        </p:spPr>
        <p:txBody>
          <a:bodyPr rtlCol="0" anchor="ctr"/>
          <a:lstStyle/>
          <a:p>
            <a:endParaRPr lang="en-BE"/>
          </a:p>
        </p:txBody>
      </p:sp>
      <p:grpSp>
        <p:nvGrpSpPr>
          <p:cNvPr id="12" name="Graphic 7">
            <a:extLst>
              <a:ext uri="{FF2B5EF4-FFF2-40B4-BE49-F238E27FC236}">
                <a16:creationId xmlns:a16="http://schemas.microsoft.com/office/drawing/2014/main" id="{627FC6BA-B851-D98D-A2CC-44AD6B289758}"/>
              </a:ext>
            </a:extLst>
          </p:cNvPr>
          <p:cNvGrpSpPr/>
          <p:nvPr/>
        </p:nvGrpSpPr>
        <p:grpSpPr>
          <a:xfrm flipH="1">
            <a:off x="4262123" y="5059077"/>
            <a:ext cx="1600802" cy="1779984"/>
            <a:chOff x="9952602" y="5059077"/>
            <a:chExt cx="1600802" cy="1779984"/>
          </a:xfrm>
        </p:grpSpPr>
        <p:sp>
          <p:nvSpPr>
            <p:cNvPr id="13" name="Freeform: Shape 12">
              <a:extLst>
                <a:ext uri="{FF2B5EF4-FFF2-40B4-BE49-F238E27FC236}">
                  <a16:creationId xmlns:a16="http://schemas.microsoft.com/office/drawing/2014/main" id="{9B5C5456-4961-2F2D-DD84-5F0D286603BA}"/>
                </a:ext>
              </a:extLst>
            </p:cNvPr>
            <p:cNvSpPr/>
            <p:nvPr/>
          </p:nvSpPr>
          <p:spPr>
            <a:xfrm>
              <a:off x="10636553" y="5196013"/>
              <a:ext cx="242187" cy="460519"/>
            </a:xfrm>
            <a:custGeom>
              <a:avLst/>
              <a:gdLst>
                <a:gd name="connsiteX0" fmla="*/ 0 w 242187"/>
                <a:gd name="connsiteY0" fmla="*/ 0 h 460519"/>
                <a:gd name="connsiteX1" fmla="*/ 242187 w 242187"/>
                <a:gd name="connsiteY1" fmla="*/ 0 h 460519"/>
                <a:gd name="connsiteX2" fmla="*/ 242187 w 242187"/>
                <a:gd name="connsiteY2" fmla="*/ 460520 h 460519"/>
                <a:gd name="connsiteX3" fmla="*/ 0 w 242187"/>
                <a:gd name="connsiteY3" fmla="*/ 460520 h 460519"/>
              </a:gdLst>
              <a:ahLst/>
              <a:cxnLst>
                <a:cxn ang="0">
                  <a:pos x="connsiteX0" y="connsiteY0"/>
                </a:cxn>
                <a:cxn ang="0">
                  <a:pos x="connsiteX1" y="connsiteY1"/>
                </a:cxn>
                <a:cxn ang="0">
                  <a:pos x="connsiteX2" y="connsiteY2"/>
                </a:cxn>
                <a:cxn ang="0">
                  <a:pos x="connsiteX3" y="connsiteY3"/>
                </a:cxn>
              </a:cxnLst>
              <a:rect l="l" t="t" r="r" b="b"/>
              <a:pathLst>
                <a:path w="242187" h="460519">
                  <a:moveTo>
                    <a:pt x="0" y="0"/>
                  </a:moveTo>
                  <a:lnTo>
                    <a:pt x="242187" y="0"/>
                  </a:lnTo>
                  <a:lnTo>
                    <a:pt x="242187" y="460520"/>
                  </a:lnTo>
                  <a:lnTo>
                    <a:pt x="0" y="460520"/>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14" name="Freeform: Shape 13">
              <a:extLst>
                <a:ext uri="{FF2B5EF4-FFF2-40B4-BE49-F238E27FC236}">
                  <a16:creationId xmlns:a16="http://schemas.microsoft.com/office/drawing/2014/main" id="{3D408D18-C59D-A49C-6E28-CA185693A923}"/>
                </a:ext>
              </a:extLst>
            </p:cNvPr>
            <p:cNvSpPr/>
            <p:nvPr/>
          </p:nvSpPr>
          <p:spPr>
            <a:xfrm>
              <a:off x="10714490" y="5656533"/>
              <a:ext cx="86495" cy="752419"/>
            </a:xfrm>
            <a:custGeom>
              <a:avLst/>
              <a:gdLst>
                <a:gd name="connsiteX0" fmla="*/ 0 w 86495"/>
                <a:gd name="connsiteY0" fmla="*/ 0 h 752419"/>
                <a:gd name="connsiteX1" fmla="*/ 86495 w 86495"/>
                <a:gd name="connsiteY1" fmla="*/ 0 h 752419"/>
                <a:gd name="connsiteX2" fmla="*/ 86495 w 86495"/>
                <a:gd name="connsiteY2" fmla="*/ 752419 h 752419"/>
                <a:gd name="connsiteX3" fmla="*/ 0 w 86495"/>
                <a:gd name="connsiteY3" fmla="*/ 752419 h 752419"/>
              </a:gdLst>
              <a:ahLst/>
              <a:cxnLst>
                <a:cxn ang="0">
                  <a:pos x="connsiteX0" y="connsiteY0"/>
                </a:cxn>
                <a:cxn ang="0">
                  <a:pos x="connsiteX1" y="connsiteY1"/>
                </a:cxn>
                <a:cxn ang="0">
                  <a:pos x="connsiteX2" y="connsiteY2"/>
                </a:cxn>
                <a:cxn ang="0">
                  <a:pos x="connsiteX3" y="connsiteY3"/>
                </a:cxn>
              </a:cxnLst>
              <a:rect l="l" t="t" r="r" b="b"/>
              <a:pathLst>
                <a:path w="86495" h="752419">
                  <a:moveTo>
                    <a:pt x="0" y="0"/>
                  </a:moveTo>
                  <a:lnTo>
                    <a:pt x="86495" y="0"/>
                  </a:lnTo>
                  <a:lnTo>
                    <a:pt x="86495" y="752419"/>
                  </a:lnTo>
                  <a:lnTo>
                    <a:pt x="0" y="752419"/>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15" name="Freeform: Shape 14">
              <a:extLst>
                <a:ext uri="{FF2B5EF4-FFF2-40B4-BE49-F238E27FC236}">
                  <a16:creationId xmlns:a16="http://schemas.microsoft.com/office/drawing/2014/main" id="{15AA5A65-D56E-6BE5-6C84-1E26F133FD7D}"/>
                </a:ext>
              </a:extLst>
            </p:cNvPr>
            <p:cNvSpPr/>
            <p:nvPr/>
          </p:nvSpPr>
          <p:spPr>
            <a:xfrm>
              <a:off x="10107019" y="5059077"/>
              <a:ext cx="1301619" cy="188468"/>
            </a:xfrm>
            <a:custGeom>
              <a:avLst/>
              <a:gdLst>
                <a:gd name="connsiteX0" fmla="*/ 1207476 w 1301619"/>
                <a:gd name="connsiteY0" fmla="*/ 0 h 188468"/>
                <a:gd name="connsiteX1" fmla="*/ 1301619 w 1301619"/>
                <a:gd name="connsiteY1" fmla="*/ 94144 h 188468"/>
                <a:gd name="connsiteX2" fmla="*/ 1301619 w 1301619"/>
                <a:gd name="connsiteY2" fmla="*/ 94326 h 188468"/>
                <a:gd name="connsiteX3" fmla="*/ 1207476 w 1301619"/>
                <a:gd name="connsiteY3" fmla="*/ 188469 h 188468"/>
                <a:gd name="connsiteX4" fmla="*/ 94143 w 1301619"/>
                <a:gd name="connsiteY4" fmla="*/ 188469 h 188468"/>
                <a:gd name="connsiteX5" fmla="*/ 0 w 1301619"/>
                <a:gd name="connsiteY5" fmla="*/ 94326 h 188468"/>
                <a:gd name="connsiteX6" fmla="*/ 0 w 1301619"/>
                <a:gd name="connsiteY6" fmla="*/ 94144 h 188468"/>
                <a:gd name="connsiteX7" fmla="*/ 94143 w 1301619"/>
                <a:gd name="connsiteY7" fmla="*/ 0 h 18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1619" h="188468">
                  <a:moveTo>
                    <a:pt x="1207476" y="0"/>
                  </a:moveTo>
                  <a:cubicBezTo>
                    <a:pt x="1259470" y="0"/>
                    <a:pt x="1301619" y="42149"/>
                    <a:pt x="1301619" y="94144"/>
                  </a:cubicBezTo>
                  <a:lnTo>
                    <a:pt x="1301619" y="94326"/>
                  </a:lnTo>
                  <a:cubicBezTo>
                    <a:pt x="1301619" y="146320"/>
                    <a:pt x="1259470" y="188469"/>
                    <a:pt x="1207476" y="188469"/>
                  </a:cubicBezTo>
                  <a:lnTo>
                    <a:pt x="94143" y="188469"/>
                  </a:lnTo>
                  <a:cubicBezTo>
                    <a:pt x="42149" y="188469"/>
                    <a:pt x="0" y="146320"/>
                    <a:pt x="0" y="94326"/>
                  </a:cubicBezTo>
                  <a:lnTo>
                    <a:pt x="0" y="94144"/>
                  </a:lnTo>
                  <a:cubicBezTo>
                    <a:pt x="0" y="42149"/>
                    <a:pt x="42149" y="0"/>
                    <a:pt x="94143" y="0"/>
                  </a:cubicBezTo>
                  <a:close/>
                </a:path>
              </a:pathLst>
            </a:custGeom>
            <a:solidFill>
              <a:srgbClr val="FFFFFF"/>
            </a:solidFill>
            <a:ln w="23644" cap="flat">
              <a:solidFill>
                <a:schemeClr val="accent3"/>
              </a:solidFill>
              <a:prstDash val="solid"/>
              <a:miter/>
            </a:ln>
          </p:spPr>
          <p:txBody>
            <a:bodyPr rtlCol="0" anchor="ctr"/>
            <a:lstStyle/>
            <a:p>
              <a:endParaRPr lang="en-BE"/>
            </a:p>
          </p:txBody>
        </p:sp>
        <p:grpSp>
          <p:nvGrpSpPr>
            <p:cNvPr id="16" name="Graphic 7">
              <a:extLst>
                <a:ext uri="{FF2B5EF4-FFF2-40B4-BE49-F238E27FC236}">
                  <a16:creationId xmlns:a16="http://schemas.microsoft.com/office/drawing/2014/main" id="{F0B31391-2AE8-FAB2-4B27-DF8550493B97}"/>
                </a:ext>
              </a:extLst>
            </p:cNvPr>
            <p:cNvGrpSpPr/>
            <p:nvPr/>
          </p:nvGrpSpPr>
          <p:grpSpPr>
            <a:xfrm>
              <a:off x="9952602" y="6379270"/>
              <a:ext cx="299365" cy="459791"/>
              <a:chOff x="9952602" y="6379270"/>
              <a:chExt cx="299365" cy="459791"/>
            </a:xfrm>
          </p:grpSpPr>
          <p:sp>
            <p:nvSpPr>
              <p:cNvPr id="17" name="Freeform: Shape 16">
                <a:extLst>
                  <a:ext uri="{FF2B5EF4-FFF2-40B4-BE49-F238E27FC236}">
                    <a16:creationId xmlns:a16="http://schemas.microsoft.com/office/drawing/2014/main" id="{5742D869-DA40-905E-E762-818C6ABC82EF}"/>
                  </a:ext>
                </a:extLst>
              </p:cNvPr>
              <p:cNvSpPr/>
              <p:nvPr/>
            </p:nvSpPr>
            <p:spPr>
              <a:xfrm>
                <a:off x="10102285"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18" name="Graphic 7">
                <a:extLst>
                  <a:ext uri="{FF2B5EF4-FFF2-40B4-BE49-F238E27FC236}">
                    <a16:creationId xmlns:a16="http://schemas.microsoft.com/office/drawing/2014/main" id="{CABBCAF3-FF80-1E39-C35C-4F681C46D4A7}"/>
                  </a:ext>
                </a:extLst>
              </p:cNvPr>
              <p:cNvGrpSpPr/>
              <p:nvPr/>
            </p:nvGrpSpPr>
            <p:grpSpPr>
              <a:xfrm>
                <a:off x="9952602" y="6539696"/>
                <a:ext cx="299365" cy="299365"/>
                <a:chOff x="9952602" y="6539696"/>
                <a:chExt cx="299365" cy="299365"/>
              </a:xfrm>
            </p:grpSpPr>
            <p:sp>
              <p:nvSpPr>
                <p:cNvPr id="19" name="Freeform: Shape 18">
                  <a:extLst>
                    <a:ext uri="{FF2B5EF4-FFF2-40B4-BE49-F238E27FC236}">
                      <a16:creationId xmlns:a16="http://schemas.microsoft.com/office/drawing/2014/main" id="{CA68DFC6-5813-2197-C317-AE156E9776D6}"/>
                    </a:ext>
                  </a:extLst>
                </p:cNvPr>
                <p:cNvSpPr/>
                <p:nvPr/>
              </p:nvSpPr>
              <p:spPr>
                <a:xfrm>
                  <a:off x="9952602" y="6539696"/>
                  <a:ext cx="299365" cy="299365"/>
                </a:xfrm>
                <a:custGeom>
                  <a:avLst/>
                  <a:gdLst>
                    <a:gd name="connsiteX0" fmla="*/ 299365 w 299365"/>
                    <a:gd name="connsiteY0" fmla="*/ 149683 h 299365"/>
                    <a:gd name="connsiteX1" fmla="*/ 149683 w 299365"/>
                    <a:gd name="connsiteY1" fmla="*/ 299365 h 299365"/>
                    <a:gd name="connsiteX2" fmla="*/ 0 w 299365"/>
                    <a:gd name="connsiteY2" fmla="*/ 149683 h 299365"/>
                    <a:gd name="connsiteX3" fmla="*/ 149683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3" y="299365"/>
                      </a:cubicBezTo>
                      <a:cubicBezTo>
                        <a:pt x="67015" y="299365"/>
                        <a:pt x="0" y="232350"/>
                        <a:pt x="0" y="149683"/>
                      </a:cubicBezTo>
                      <a:cubicBezTo>
                        <a:pt x="0" y="67015"/>
                        <a:pt x="67015" y="0"/>
                        <a:pt x="149683"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20" name="Freeform: Shape 19">
                  <a:extLst>
                    <a:ext uri="{FF2B5EF4-FFF2-40B4-BE49-F238E27FC236}">
                      <a16:creationId xmlns:a16="http://schemas.microsoft.com/office/drawing/2014/main" id="{C14B4B54-6E37-18F0-4C87-E8901B849892}"/>
                    </a:ext>
                  </a:extLst>
                </p:cNvPr>
                <p:cNvSpPr/>
                <p:nvPr/>
              </p:nvSpPr>
              <p:spPr>
                <a:xfrm>
                  <a:off x="10039826"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784B9B"/>
                </a:solidFill>
                <a:ln w="23644" cap="flat">
                  <a:solidFill>
                    <a:schemeClr val="accent3"/>
                  </a:solidFill>
                  <a:prstDash val="solid"/>
                  <a:miter/>
                </a:ln>
              </p:spPr>
              <p:txBody>
                <a:bodyPr rtlCol="0" anchor="ctr"/>
                <a:lstStyle/>
                <a:p>
                  <a:endParaRPr lang="en-BE"/>
                </a:p>
              </p:txBody>
            </p:sp>
          </p:grpSp>
        </p:grpSp>
        <p:grpSp>
          <p:nvGrpSpPr>
            <p:cNvPr id="21" name="Graphic 7">
              <a:extLst>
                <a:ext uri="{FF2B5EF4-FFF2-40B4-BE49-F238E27FC236}">
                  <a16:creationId xmlns:a16="http://schemas.microsoft.com/office/drawing/2014/main" id="{12F5B013-A970-716A-918D-BB0F0E173E15}"/>
                </a:ext>
              </a:extLst>
            </p:cNvPr>
            <p:cNvGrpSpPr/>
            <p:nvPr/>
          </p:nvGrpSpPr>
          <p:grpSpPr>
            <a:xfrm>
              <a:off x="11254039" y="6379270"/>
              <a:ext cx="299365" cy="459791"/>
              <a:chOff x="11254039" y="6379270"/>
              <a:chExt cx="299365" cy="459791"/>
            </a:xfrm>
          </p:grpSpPr>
          <p:sp>
            <p:nvSpPr>
              <p:cNvPr id="22" name="Freeform: Shape 21">
                <a:extLst>
                  <a:ext uri="{FF2B5EF4-FFF2-40B4-BE49-F238E27FC236}">
                    <a16:creationId xmlns:a16="http://schemas.microsoft.com/office/drawing/2014/main" id="{B67EAF8A-F421-1C4D-D5EE-398DCB49BAAB}"/>
                  </a:ext>
                </a:extLst>
              </p:cNvPr>
              <p:cNvSpPr/>
              <p:nvPr/>
            </p:nvSpPr>
            <p:spPr>
              <a:xfrm>
                <a:off x="11403722"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23" name="Graphic 7">
                <a:extLst>
                  <a:ext uri="{FF2B5EF4-FFF2-40B4-BE49-F238E27FC236}">
                    <a16:creationId xmlns:a16="http://schemas.microsoft.com/office/drawing/2014/main" id="{E5327393-65FA-B4EB-5A2A-549ECCEB0EAC}"/>
                  </a:ext>
                </a:extLst>
              </p:cNvPr>
              <p:cNvGrpSpPr/>
              <p:nvPr/>
            </p:nvGrpSpPr>
            <p:grpSpPr>
              <a:xfrm>
                <a:off x="11254039" y="6539696"/>
                <a:ext cx="299365" cy="299365"/>
                <a:chOff x="11254039" y="6539696"/>
                <a:chExt cx="299365" cy="299365"/>
              </a:xfrm>
            </p:grpSpPr>
            <p:sp>
              <p:nvSpPr>
                <p:cNvPr id="24" name="Freeform: Shape 23">
                  <a:extLst>
                    <a:ext uri="{FF2B5EF4-FFF2-40B4-BE49-F238E27FC236}">
                      <a16:creationId xmlns:a16="http://schemas.microsoft.com/office/drawing/2014/main" id="{29827DF9-FCA8-E2FA-CCD0-B65B685576FA}"/>
                    </a:ext>
                  </a:extLst>
                </p:cNvPr>
                <p:cNvSpPr/>
                <p:nvPr/>
              </p:nvSpPr>
              <p:spPr>
                <a:xfrm>
                  <a:off x="11254039" y="6539696"/>
                  <a:ext cx="299365" cy="299365"/>
                </a:xfrm>
                <a:custGeom>
                  <a:avLst/>
                  <a:gdLst>
                    <a:gd name="connsiteX0" fmla="*/ 299365 w 299365"/>
                    <a:gd name="connsiteY0" fmla="*/ 149683 h 299365"/>
                    <a:gd name="connsiteX1" fmla="*/ 149683 w 299365"/>
                    <a:gd name="connsiteY1" fmla="*/ 299365 h 299365"/>
                    <a:gd name="connsiteX2" fmla="*/ 0 w 299365"/>
                    <a:gd name="connsiteY2" fmla="*/ 149683 h 299365"/>
                    <a:gd name="connsiteX3" fmla="*/ 149683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3" y="299365"/>
                      </a:cubicBezTo>
                      <a:cubicBezTo>
                        <a:pt x="67015" y="299365"/>
                        <a:pt x="0" y="232350"/>
                        <a:pt x="0" y="149683"/>
                      </a:cubicBezTo>
                      <a:cubicBezTo>
                        <a:pt x="0" y="67015"/>
                        <a:pt x="67015" y="0"/>
                        <a:pt x="149683"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25" name="Freeform: Shape 24">
                  <a:extLst>
                    <a:ext uri="{FF2B5EF4-FFF2-40B4-BE49-F238E27FC236}">
                      <a16:creationId xmlns:a16="http://schemas.microsoft.com/office/drawing/2014/main" id="{A6044EB9-2D0E-8132-56A3-833B91BD9DEE}"/>
                    </a:ext>
                  </a:extLst>
                </p:cNvPr>
                <p:cNvSpPr/>
                <p:nvPr/>
              </p:nvSpPr>
              <p:spPr>
                <a:xfrm>
                  <a:off x="11341263"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784B9B"/>
                </a:solidFill>
                <a:ln w="23644" cap="flat">
                  <a:solidFill>
                    <a:schemeClr val="accent3"/>
                  </a:solidFill>
                  <a:prstDash val="solid"/>
                  <a:miter/>
                </a:ln>
              </p:spPr>
              <p:txBody>
                <a:bodyPr rtlCol="0" anchor="ctr"/>
                <a:lstStyle/>
                <a:p>
                  <a:endParaRPr lang="en-BE"/>
                </a:p>
              </p:txBody>
            </p:sp>
          </p:grpSp>
        </p:grpSp>
        <p:grpSp>
          <p:nvGrpSpPr>
            <p:cNvPr id="26" name="Graphic 7">
              <a:extLst>
                <a:ext uri="{FF2B5EF4-FFF2-40B4-BE49-F238E27FC236}">
                  <a16:creationId xmlns:a16="http://schemas.microsoft.com/office/drawing/2014/main" id="{254A76B7-C114-C243-53D1-ED7A6E3058FD}"/>
                </a:ext>
              </a:extLst>
            </p:cNvPr>
            <p:cNvGrpSpPr/>
            <p:nvPr/>
          </p:nvGrpSpPr>
          <p:grpSpPr>
            <a:xfrm>
              <a:off x="10603412" y="6379270"/>
              <a:ext cx="299365" cy="459791"/>
              <a:chOff x="10603412" y="6379270"/>
              <a:chExt cx="299365" cy="459791"/>
            </a:xfrm>
          </p:grpSpPr>
          <p:sp>
            <p:nvSpPr>
              <p:cNvPr id="27" name="Freeform: Shape 26">
                <a:extLst>
                  <a:ext uri="{FF2B5EF4-FFF2-40B4-BE49-F238E27FC236}">
                    <a16:creationId xmlns:a16="http://schemas.microsoft.com/office/drawing/2014/main" id="{2F7779E9-E548-DE0C-C163-4CB1841383EA}"/>
                  </a:ext>
                </a:extLst>
              </p:cNvPr>
              <p:cNvSpPr/>
              <p:nvPr/>
            </p:nvSpPr>
            <p:spPr>
              <a:xfrm>
                <a:off x="10753094"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28" name="Graphic 7">
                <a:extLst>
                  <a:ext uri="{FF2B5EF4-FFF2-40B4-BE49-F238E27FC236}">
                    <a16:creationId xmlns:a16="http://schemas.microsoft.com/office/drawing/2014/main" id="{F121E447-2401-273C-E343-EE92ADECD2EE}"/>
                  </a:ext>
                </a:extLst>
              </p:cNvPr>
              <p:cNvGrpSpPr/>
              <p:nvPr/>
            </p:nvGrpSpPr>
            <p:grpSpPr>
              <a:xfrm>
                <a:off x="10603412" y="6539696"/>
                <a:ext cx="299365" cy="299365"/>
                <a:chOff x="10603412" y="6539696"/>
                <a:chExt cx="299365" cy="299365"/>
              </a:xfrm>
            </p:grpSpPr>
            <p:sp>
              <p:nvSpPr>
                <p:cNvPr id="29" name="Freeform: Shape 28">
                  <a:extLst>
                    <a:ext uri="{FF2B5EF4-FFF2-40B4-BE49-F238E27FC236}">
                      <a16:creationId xmlns:a16="http://schemas.microsoft.com/office/drawing/2014/main" id="{6817C301-6DC0-6277-DC20-08ED017C7D66}"/>
                    </a:ext>
                  </a:extLst>
                </p:cNvPr>
                <p:cNvSpPr/>
                <p:nvPr/>
              </p:nvSpPr>
              <p:spPr>
                <a:xfrm>
                  <a:off x="10603412" y="6539696"/>
                  <a:ext cx="299365" cy="299365"/>
                </a:xfrm>
                <a:custGeom>
                  <a:avLst/>
                  <a:gdLst>
                    <a:gd name="connsiteX0" fmla="*/ 299365 w 299365"/>
                    <a:gd name="connsiteY0" fmla="*/ 149683 h 299365"/>
                    <a:gd name="connsiteX1" fmla="*/ 149682 w 299365"/>
                    <a:gd name="connsiteY1" fmla="*/ 299365 h 299365"/>
                    <a:gd name="connsiteX2" fmla="*/ 0 w 299365"/>
                    <a:gd name="connsiteY2" fmla="*/ 149683 h 299365"/>
                    <a:gd name="connsiteX3" fmla="*/ 149682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2" y="299365"/>
                      </a:cubicBezTo>
                      <a:cubicBezTo>
                        <a:pt x="67015" y="299365"/>
                        <a:pt x="0" y="232350"/>
                        <a:pt x="0" y="149683"/>
                      </a:cubicBezTo>
                      <a:cubicBezTo>
                        <a:pt x="0" y="67015"/>
                        <a:pt x="67015" y="0"/>
                        <a:pt x="149682"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30" name="Freeform: Shape 29">
                  <a:extLst>
                    <a:ext uri="{FF2B5EF4-FFF2-40B4-BE49-F238E27FC236}">
                      <a16:creationId xmlns:a16="http://schemas.microsoft.com/office/drawing/2014/main" id="{5ABF1844-1AB0-FDC6-88D0-7125BDFE27A7}"/>
                    </a:ext>
                  </a:extLst>
                </p:cNvPr>
                <p:cNvSpPr/>
                <p:nvPr/>
              </p:nvSpPr>
              <p:spPr>
                <a:xfrm>
                  <a:off x="10690635"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E83050"/>
                </a:solidFill>
                <a:ln w="23644" cap="flat">
                  <a:solidFill>
                    <a:schemeClr val="accent3"/>
                  </a:solidFill>
                  <a:prstDash val="solid"/>
                  <a:miter/>
                </a:ln>
              </p:spPr>
              <p:txBody>
                <a:bodyPr rtlCol="0" anchor="ctr"/>
                <a:lstStyle/>
                <a:p>
                  <a:endParaRPr lang="en-BE"/>
                </a:p>
              </p:txBody>
            </p:sp>
          </p:grpSp>
        </p:grpSp>
        <p:sp>
          <p:nvSpPr>
            <p:cNvPr id="31" name="Freeform: Shape 30">
              <a:extLst>
                <a:ext uri="{FF2B5EF4-FFF2-40B4-BE49-F238E27FC236}">
                  <a16:creationId xmlns:a16="http://schemas.microsoft.com/office/drawing/2014/main" id="{0945FBAE-3BE1-641B-CFFE-C2CA098BF824}"/>
                </a:ext>
              </a:extLst>
            </p:cNvPr>
            <p:cNvSpPr/>
            <p:nvPr/>
          </p:nvSpPr>
          <p:spPr>
            <a:xfrm rot="5400000">
              <a:off x="10709664" y="5728369"/>
              <a:ext cx="86495" cy="1301619"/>
            </a:xfrm>
            <a:custGeom>
              <a:avLst/>
              <a:gdLst>
                <a:gd name="connsiteX0" fmla="*/ 0 w 86495"/>
                <a:gd name="connsiteY0" fmla="*/ 0 h 1301619"/>
                <a:gd name="connsiteX1" fmla="*/ 86495 w 86495"/>
                <a:gd name="connsiteY1" fmla="*/ 0 h 1301619"/>
                <a:gd name="connsiteX2" fmla="*/ 86495 w 86495"/>
                <a:gd name="connsiteY2" fmla="*/ 1301620 h 1301619"/>
                <a:gd name="connsiteX3" fmla="*/ 0 w 86495"/>
                <a:gd name="connsiteY3" fmla="*/ 1301620 h 1301619"/>
              </a:gdLst>
              <a:ahLst/>
              <a:cxnLst>
                <a:cxn ang="0">
                  <a:pos x="connsiteX0" y="connsiteY0"/>
                </a:cxn>
                <a:cxn ang="0">
                  <a:pos x="connsiteX1" y="connsiteY1"/>
                </a:cxn>
                <a:cxn ang="0">
                  <a:pos x="connsiteX2" y="connsiteY2"/>
                </a:cxn>
                <a:cxn ang="0">
                  <a:pos x="connsiteX3" y="connsiteY3"/>
                </a:cxn>
              </a:cxnLst>
              <a:rect l="l" t="t" r="r" b="b"/>
              <a:pathLst>
                <a:path w="86495" h="1301619">
                  <a:moveTo>
                    <a:pt x="0" y="0"/>
                  </a:moveTo>
                  <a:lnTo>
                    <a:pt x="86495" y="0"/>
                  </a:lnTo>
                  <a:lnTo>
                    <a:pt x="86495" y="1301620"/>
                  </a:lnTo>
                  <a:lnTo>
                    <a:pt x="0" y="1301620"/>
                  </a:lnTo>
                  <a:close/>
                </a:path>
              </a:pathLst>
            </a:custGeom>
            <a:solidFill>
              <a:srgbClr val="FFFFFF"/>
            </a:solidFill>
            <a:ln w="23644" cap="flat">
              <a:solidFill>
                <a:schemeClr val="accent3"/>
              </a:solidFill>
              <a:prstDash val="solid"/>
              <a:miter/>
            </a:ln>
          </p:spPr>
          <p:txBody>
            <a:bodyPr rtlCol="0" anchor="ctr"/>
            <a:lstStyle/>
            <a:p>
              <a:endParaRPr lang="en-BE"/>
            </a:p>
          </p:txBody>
        </p:sp>
      </p:grpSp>
      <p:sp>
        <p:nvSpPr>
          <p:cNvPr id="32" name="Freeform: Shape 31">
            <a:extLst>
              <a:ext uri="{FF2B5EF4-FFF2-40B4-BE49-F238E27FC236}">
                <a16:creationId xmlns:a16="http://schemas.microsoft.com/office/drawing/2014/main" id="{96C8941F-F30E-B7C2-5A1D-14AC62079FAA}"/>
              </a:ext>
            </a:extLst>
          </p:cNvPr>
          <p:cNvSpPr/>
          <p:nvPr/>
        </p:nvSpPr>
        <p:spPr>
          <a:xfrm flipH="1">
            <a:off x="5844170" y="6296599"/>
            <a:ext cx="246921" cy="486219"/>
          </a:xfrm>
          <a:custGeom>
            <a:avLst/>
            <a:gdLst>
              <a:gd name="connsiteX0" fmla="*/ 27496 w 246921"/>
              <a:gd name="connsiteY0" fmla="*/ 418820 h 486219"/>
              <a:gd name="connsiteX1" fmla="*/ 0 w 246921"/>
              <a:gd name="connsiteY1" fmla="*/ 0 h 486219"/>
              <a:gd name="connsiteX2" fmla="*/ 200123 w 246921"/>
              <a:gd name="connsiteY2" fmla="*/ 35873 h 486219"/>
              <a:gd name="connsiteX3" fmla="*/ 246922 w 246921"/>
              <a:gd name="connsiteY3" fmla="*/ 483100 h 486219"/>
              <a:gd name="connsiteX4" fmla="*/ 138028 w 246921"/>
              <a:gd name="connsiteY4" fmla="*/ 472538 h 486219"/>
              <a:gd name="connsiteX5" fmla="*/ 27496 w 246921"/>
              <a:gd name="connsiteY5" fmla="*/ 418820 h 486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921" h="486219">
                <a:moveTo>
                  <a:pt x="27496" y="418820"/>
                </a:moveTo>
                <a:lnTo>
                  <a:pt x="0" y="0"/>
                </a:lnTo>
                <a:lnTo>
                  <a:pt x="200123" y="35873"/>
                </a:lnTo>
                <a:lnTo>
                  <a:pt x="246922" y="483100"/>
                </a:lnTo>
                <a:cubicBezTo>
                  <a:pt x="246922" y="497121"/>
                  <a:pt x="138392" y="458517"/>
                  <a:pt x="138028" y="472538"/>
                </a:cubicBezTo>
                <a:lnTo>
                  <a:pt x="27496" y="418820"/>
                </a:lnTo>
                <a:close/>
              </a:path>
            </a:pathLst>
          </a:custGeom>
          <a:solidFill>
            <a:srgbClr val="FFFFFF"/>
          </a:solidFill>
          <a:ln w="23644" cap="flat">
            <a:solidFill>
              <a:schemeClr val="accent3"/>
            </a:solidFill>
            <a:prstDash val="solid"/>
            <a:round/>
          </a:ln>
        </p:spPr>
        <p:txBody>
          <a:bodyPr rtlCol="0" anchor="ctr"/>
          <a:lstStyle/>
          <a:p>
            <a:endParaRPr lang="en-BE"/>
          </a:p>
        </p:txBody>
      </p:sp>
      <p:sp>
        <p:nvSpPr>
          <p:cNvPr id="33" name="Freeform: Shape 32">
            <a:extLst>
              <a:ext uri="{FF2B5EF4-FFF2-40B4-BE49-F238E27FC236}">
                <a16:creationId xmlns:a16="http://schemas.microsoft.com/office/drawing/2014/main" id="{5FEC2081-0FC0-F4DA-C321-D9078AEEE7BD}"/>
              </a:ext>
            </a:extLst>
          </p:cNvPr>
          <p:cNvSpPr/>
          <p:nvPr/>
        </p:nvSpPr>
        <p:spPr>
          <a:xfrm flipH="1">
            <a:off x="5838160" y="6706132"/>
            <a:ext cx="503945" cy="115266"/>
          </a:xfrm>
          <a:custGeom>
            <a:avLst/>
            <a:gdLst>
              <a:gd name="connsiteX0" fmla="*/ 492291 w 503945"/>
              <a:gd name="connsiteY0" fmla="*/ 40607 h 115266"/>
              <a:gd name="connsiteX1" fmla="*/ 282153 w 503945"/>
              <a:gd name="connsiteY1" fmla="*/ 0 h 115266"/>
              <a:gd name="connsiteX2" fmla="*/ 96597 w 503945"/>
              <a:gd name="connsiteY2" fmla="*/ 35873 h 115266"/>
              <a:gd name="connsiteX3" fmla="*/ 27037 w 503945"/>
              <a:gd name="connsiteY3" fmla="*/ 67193 h 115266"/>
              <a:gd name="connsiteX4" fmla="*/ 87 w 503945"/>
              <a:gd name="connsiteY4" fmla="*/ 115267 h 115266"/>
              <a:gd name="connsiteX5" fmla="*/ 503945 w 503945"/>
              <a:gd name="connsiteY5" fmla="*/ 115267 h 115266"/>
              <a:gd name="connsiteX6" fmla="*/ 492291 w 503945"/>
              <a:gd name="connsiteY6" fmla="*/ 40607 h 1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945" h="115266">
                <a:moveTo>
                  <a:pt x="492291" y="40607"/>
                </a:moveTo>
                <a:lnTo>
                  <a:pt x="282153" y="0"/>
                </a:lnTo>
                <a:lnTo>
                  <a:pt x="96597" y="35873"/>
                </a:lnTo>
                <a:cubicBezTo>
                  <a:pt x="71286" y="40789"/>
                  <a:pt x="46885" y="50805"/>
                  <a:pt x="27037" y="67193"/>
                </a:cubicBezTo>
                <a:cubicBezTo>
                  <a:pt x="11741" y="79758"/>
                  <a:pt x="-1188" y="96146"/>
                  <a:pt x="87" y="115267"/>
                </a:cubicBezTo>
                <a:lnTo>
                  <a:pt x="503945" y="115267"/>
                </a:lnTo>
                <a:lnTo>
                  <a:pt x="492291" y="40607"/>
                </a:lnTo>
                <a:close/>
              </a:path>
            </a:pathLst>
          </a:custGeom>
          <a:solidFill>
            <a:srgbClr val="C4AFD3"/>
          </a:solidFill>
          <a:ln w="23644" cap="flat">
            <a:solidFill>
              <a:schemeClr val="accent3"/>
            </a:solidFill>
            <a:prstDash val="solid"/>
            <a:miter/>
          </a:ln>
        </p:spPr>
        <p:txBody>
          <a:bodyPr rtlCol="0" anchor="ctr"/>
          <a:lstStyle/>
          <a:p>
            <a:endParaRPr lang="en-BE"/>
          </a:p>
        </p:txBody>
      </p:sp>
      <p:sp>
        <p:nvSpPr>
          <p:cNvPr id="34" name="Freeform: Shape 33">
            <a:extLst>
              <a:ext uri="{FF2B5EF4-FFF2-40B4-BE49-F238E27FC236}">
                <a16:creationId xmlns:a16="http://schemas.microsoft.com/office/drawing/2014/main" id="{C778DCC7-59EB-1C0D-8670-2DC24078F1AF}"/>
              </a:ext>
            </a:extLst>
          </p:cNvPr>
          <p:cNvSpPr/>
          <p:nvPr/>
        </p:nvSpPr>
        <p:spPr>
          <a:xfrm flipH="1">
            <a:off x="4537889" y="4647177"/>
            <a:ext cx="1713106" cy="1730818"/>
          </a:xfrm>
          <a:custGeom>
            <a:avLst/>
            <a:gdLst>
              <a:gd name="connsiteX0" fmla="*/ 1115542 w 1713106"/>
              <a:gd name="connsiteY0" fmla="*/ 182 h 1730818"/>
              <a:gd name="connsiteX1" fmla="*/ 109464 w 1713106"/>
              <a:gd name="connsiteY1" fmla="*/ 140032 h 1730818"/>
              <a:gd name="connsiteX2" fmla="*/ 24 w 1713106"/>
              <a:gd name="connsiteY2" fmla="*/ 252020 h 1730818"/>
              <a:gd name="connsiteX3" fmla="*/ 24061 w 1713106"/>
              <a:gd name="connsiteY3" fmla="*/ 1730819 h 1730818"/>
              <a:gd name="connsiteX4" fmla="*/ 460362 w 1713106"/>
              <a:gd name="connsiteY4" fmla="*/ 1685113 h 1730818"/>
              <a:gd name="connsiteX5" fmla="*/ 449072 w 1713106"/>
              <a:gd name="connsiteY5" fmla="*/ 551568 h 1730818"/>
              <a:gd name="connsiteX6" fmla="*/ 1375756 w 1713106"/>
              <a:gd name="connsiteY6" fmla="*/ 448684 h 1730818"/>
              <a:gd name="connsiteX7" fmla="*/ 1712087 w 1713106"/>
              <a:gd name="connsiteY7" fmla="*/ 22216 h 1730818"/>
              <a:gd name="connsiteX8" fmla="*/ 1708627 w 1713106"/>
              <a:gd name="connsiteY8" fmla="*/ 14932 h 1730818"/>
              <a:gd name="connsiteX9" fmla="*/ 1115542 w 1713106"/>
              <a:gd name="connsiteY9" fmla="*/ 0 h 173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106" h="1730818">
                <a:moveTo>
                  <a:pt x="1115542" y="182"/>
                </a:moveTo>
                <a:lnTo>
                  <a:pt x="109464" y="140032"/>
                </a:lnTo>
                <a:cubicBezTo>
                  <a:pt x="48097" y="140032"/>
                  <a:pt x="-1251" y="190472"/>
                  <a:pt x="24" y="252020"/>
                </a:cubicBezTo>
                <a:lnTo>
                  <a:pt x="24061" y="1730819"/>
                </a:lnTo>
                <a:lnTo>
                  <a:pt x="460362" y="1685113"/>
                </a:lnTo>
                <a:lnTo>
                  <a:pt x="449072" y="551568"/>
                </a:lnTo>
                <a:lnTo>
                  <a:pt x="1375756" y="448684"/>
                </a:lnTo>
                <a:lnTo>
                  <a:pt x="1712087" y="22216"/>
                </a:lnTo>
                <a:cubicBezTo>
                  <a:pt x="1714454" y="19302"/>
                  <a:pt x="1712451" y="14932"/>
                  <a:pt x="1708627" y="14932"/>
                </a:cubicBezTo>
                <a:lnTo>
                  <a:pt x="1115542" y="0"/>
                </a:lnTo>
                <a:close/>
              </a:path>
            </a:pathLst>
          </a:custGeom>
          <a:solidFill>
            <a:srgbClr val="784B9B"/>
          </a:solidFill>
          <a:ln w="23644" cap="flat">
            <a:solidFill>
              <a:schemeClr val="accent3"/>
            </a:solidFill>
            <a:prstDash val="solid"/>
            <a:round/>
          </a:ln>
        </p:spPr>
        <p:txBody>
          <a:bodyPr rtlCol="0" anchor="ctr"/>
          <a:lstStyle/>
          <a:p>
            <a:endParaRPr lang="en-BE"/>
          </a:p>
        </p:txBody>
      </p:sp>
      <p:sp>
        <p:nvSpPr>
          <p:cNvPr id="36" name="Freeform: Shape 35">
            <a:extLst>
              <a:ext uri="{FF2B5EF4-FFF2-40B4-BE49-F238E27FC236}">
                <a16:creationId xmlns:a16="http://schemas.microsoft.com/office/drawing/2014/main" id="{4C0CF6FD-C3ED-95CE-B353-B48EA55D069B}"/>
              </a:ext>
            </a:extLst>
          </p:cNvPr>
          <p:cNvSpPr/>
          <p:nvPr/>
        </p:nvSpPr>
        <p:spPr>
          <a:xfrm flipH="1">
            <a:off x="4984293" y="6278389"/>
            <a:ext cx="302664" cy="454687"/>
          </a:xfrm>
          <a:custGeom>
            <a:avLst/>
            <a:gdLst>
              <a:gd name="connsiteX0" fmla="*/ 77208 w 302664"/>
              <a:gd name="connsiteY0" fmla="*/ 412629 h 454687"/>
              <a:gd name="connsiteX1" fmla="*/ 0 w 302664"/>
              <a:gd name="connsiteY1" fmla="*/ 0 h 454687"/>
              <a:gd name="connsiteX2" fmla="*/ 203036 w 302664"/>
              <a:gd name="connsiteY2" fmla="*/ 11836 h 454687"/>
              <a:gd name="connsiteX3" fmla="*/ 302643 w 302664"/>
              <a:gd name="connsiteY3" fmla="*/ 450322 h 454687"/>
              <a:gd name="connsiteX4" fmla="*/ 193385 w 302664"/>
              <a:gd name="connsiteY4" fmla="*/ 452872 h 454687"/>
              <a:gd name="connsiteX5" fmla="*/ 77208 w 302664"/>
              <a:gd name="connsiteY5" fmla="*/ 412629 h 45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64" h="454687">
                <a:moveTo>
                  <a:pt x="77208" y="412629"/>
                </a:moveTo>
                <a:lnTo>
                  <a:pt x="0" y="0"/>
                </a:lnTo>
                <a:lnTo>
                  <a:pt x="203036" y="11836"/>
                </a:lnTo>
                <a:lnTo>
                  <a:pt x="302643" y="450322"/>
                </a:lnTo>
                <a:cubicBezTo>
                  <a:pt x="304464" y="464344"/>
                  <a:pt x="191929" y="438851"/>
                  <a:pt x="193385" y="452872"/>
                </a:cubicBezTo>
                <a:lnTo>
                  <a:pt x="77208" y="412629"/>
                </a:lnTo>
                <a:close/>
              </a:path>
            </a:pathLst>
          </a:custGeom>
          <a:solidFill>
            <a:srgbClr val="FFFFFF"/>
          </a:solidFill>
          <a:ln w="23644" cap="flat">
            <a:solidFill>
              <a:schemeClr val="accent3"/>
            </a:solidFill>
            <a:prstDash val="solid"/>
            <a:round/>
          </a:ln>
        </p:spPr>
        <p:txBody>
          <a:bodyPr rtlCol="0" anchor="ctr"/>
          <a:lstStyle/>
          <a:p>
            <a:endParaRPr lang="en-BE"/>
          </a:p>
        </p:txBody>
      </p:sp>
      <p:sp>
        <p:nvSpPr>
          <p:cNvPr id="37" name="Freeform: Shape 36">
            <a:extLst>
              <a:ext uri="{FF2B5EF4-FFF2-40B4-BE49-F238E27FC236}">
                <a16:creationId xmlns:a16="http://schemas.microsoft.com/office/drawing/2014/main" id="{D3008C88-8E22-C8F7-99FA-B7B9890AA0F9}"/>
              </a:ext>
            </a:extLst>
          </p:cNvPr>
          <p:cNvSpPr/>
          <p:nvPr/>
        </p:nvSpPr>
        <p:spPr>
          <a:xfrm flipH="1">
            <a:off x="4973206" y="6681367"/>
            <a:ext cx="500924" cy="148043"/>
          </a:xfrm>
          <a:custGeom>
            <a:avLst/>
            <a:gdLst>
              <a:gd name="connsiteX0" fmla="*/ 480348 w 500924"/>
              <a:gd name="connsiteY0" fmla="*/ 15478 h 148043"/>
              <a:gd name="connsiteX1" fmla="*/ 266932 w 500924"/>
              <a:gd name="connsiteY1" fmla="*/ 0 h 148043"/>
              <a:gd name="connsiteX2" fmla="*/ 87021 w 500924"/>
              <a:gd name="connsiteY2" fmla="*/ 57724 h 148043"/>
              <a:gd name="connsiteX3" fmla="*/ 21649 w 500924"/>
              <a:gd name="connsiteY3" fmla="*/ 97057 h 148043"/>
              <a:gd name="connsiteX4" fmla="*/ 708 w 500924"/>
              <a:gd name="connsiteY4" fmla="*/ 148044 h 148043"/>
              <a:gd name="connsiteX5" fmla="*/ 500925 w 500924"/>
              <a:gd name="connsiteY5" fmla="*/ 88134 h 148043"/>
              <a:gd name="connsiteX6" fmla="*/ 480530 w 500924"/>
              <a:gd name="connsiteY6" fmla="*/ 15478 h 148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0924" h="148043">
                <a:moveTo>
                  <a:pt x="480348" y="15478"/>
                </a:moveTo>
                <a:lnTo>
                  <a:pt x="266932" y="0"/>
                </a:lnTo>
                <a:lnTo>
                  <a:pt x="87021" y="57724"/>
                </a:lnTo>
                <a:cubicBezTo>
                  <a:pt x="62438" y="65554"/>
                  <a:pt x="39494" y="78483"/>
                  <a:pt x="21649" y="97057"/>
                </a:cubicBezTo>
                <a:cubicBezTo>
                  <a:pt x="7992" y="111260"/>
                  <a:pt x="-2934" y="129106"/>
                  <a:pt x="708" y="148044"/>
                </a:cubicBezTo>
                <a:lnTo>
                  <a:pt x="500925" y="88134"/>
                </a:lnTo>
                <a:lnTo>
                  <a:pt x="480530" y="15478"/>
                </a:lnTo>
                <a:close/>
              </a:path>
            </a:pathLst>
          </a:custGeom>
          <a:solidFill>
            <a:srgbClr val="C4AFD3"/>
          </a:solidFill>
          <a:ln w="23644" cap="flat">
            <a:solidFill>
              <a:schemeClr val="accent3"/>
            </a:solidFill>
            <a:prstDash val="solid"/>
            <a:miter/>
          </a:ln>
        </p:spPr>
        <p:txBody>
          <a:bodyPr rtlCol="0" anchor="ctr"/>
          <a:lstStyle/>
          <a:p>
            <a:endParaRPr lang="en-BE"/>
          </a:p>
        </p:txBody>
      </p:sp>
      <p:grpSp>
        <p:nvGrpSpPr>
          <p:cNvPr id="64" name="Group 63">
            <a:extLst>
              <a:ext uri="{FF2B5EF4-FFF2-40B4-BE49-F238E27FC236}">
                <a16:creationId xmlns:a16="http://schemas.microsoft.com/office/drawing/2014/main" id="{F781AE4F-B8BE-A7BF-F8D6-DE00D84D2EB9}"/>
              </a:ext>
            </a:extLst>
          </p:cNvPr>
          <p:cNvGrpSpPr/>
          <p:nvPr/>
        </p:nvGrpSpPr>
        <p:grpSpPr>
          <a:xfrm rot="2292934" flipH="1">
            <a:off x="4850100" y="3743276"/>
            <a:ext cx="1426921" cy="760883"/>
            <a:chOff x="9191968" y="3323160"/>
            <a:chExt cx="1426921" cy="760883"/>
          </a:xfrm>
          <a:solidFill>
            <a:srgbClr val="C4AFD3"/>
          </a:solidFill>
        </p:grpSpPr>
        <p:sp>
          <p:nvSpPr>
            <p:cNvPr id="35" name="Freeform: Shape 34">
              <a:extLst>
                <a:ext uri="{FF2B5EF4-FFF2-40B4-BE49-F238E27FC236}">
                  <a16:creationId xmlns:a16="http://schemas.microsoft.com/office/drawing/2014/main" id="{ACE2A20B-3888-009C-8ADE-18FD07B25D80}"/>
                </a:ext>
              </a:extLst>
            </p:cNvPr>
            <p:cNvSpPr/>
            <p:nvPr/>
          </p:nvSpPr>
          <p:spPr>
            <a:xfrm>
              <a:off x="9191968" y="3590668"/>
              <a:ext cx="393529" cy="273203"/>
            </a:xfrm>
            <a:custGeom>
              <a:avLst/>
              <a:gdLst>
                <a:gd name="connsiteX0" fmla="*/ 8397 w 393529"/>
                <a:gd name="connsiteY0" fmla="*/ 23298 h 273203"/>
                <a:gd name="connsiteX1" fmla="*/ 188308 w 393529"/>
                <a:gd name="connsiteY1" fmla="*/ 72464 h 273203"/>
                <a:gd name="connsiteX2" fmla="*/ 195409 w 393529"/>
                <a:gd name="connsiteY2" fmla="*/ 69550 h 273203"/>
                <a:gd name="connsiteX3" fmla="*/ 168459 w 393529"/>
                <a:gd name="connsiteY3" fmla="*/ 2721 h 273203"/>
                <a:gd name="connsiteX4" fmla="*/ 292649 w 393529"/>
                <a:gd name="connsiteY4" fmla="*/ 73738 h 273203"/>
                <a:gd name="connsiteX5" fmla="*/ 393529 w 393529"/>
                <a:gd name="connsiteY5" fmla="*/ 158959 h 273203"/>
                <a:gd name="connsiteX6" fmla="*/ 369311 w 393529"/>
                <a:gd name="connsiteY6" fmla="*/ 272951 h 273203"/>
                <a:gd name="connsiteX7" fmla="*/ 167367 w 393529"/>
                <a:gd name="connsiteY7" fmla="*/ 198292 h 273203"/>
                <a:gd name="connsiteX8" fmla="*/ 8397 w 393529"/>
                <a:gd name="connsiteY8" fmla="*/ 23116 h 273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529" h="273203">
                  <a:moveTo>
                    <a:pt x="8397" y="23298"/>
                  </a:moveTo>
                  <a:cubicBezTo>
                    <a:pt x="32980" y="-9297"/>
                    <a:pt x="112010" y="34952"/>
                    <a:pt x="188308" y="72464"/>
                  </a:cubicBezTo>
                  <a:cubicBezTo>
                    <a:pt x="193042" y="74831"/>
                    <a:pt x="199416" y="75559"/>
                    <a:pt x="195409" y="69550"/>
                  </a:cubicBezTo>
                  <a:cubicBezTo>
                    <a:pt x="183027" y="51341"/>
                    <a:pt x="158626" y="12554"/>
                    <a:pt x="168459" y="2721"/>
                  </a:cubicBezTo>
                  <a:cubicBezTo>
                    <a:pt x="181935" y="-10754"/>
                    <a:pt x="246032" y="27850"/>
                    <a:pt x="292649" y="73738"/>
                  </a:cubicBezTo>
                  <a:lnTo>
                    <a:pt x="393529" y="158959"/>
                  </a:lnTo>
                  <a:lnTo>
                    <a:pt x="369311" y="272951"/>
                  </a:lnTo>
                  <a:cubicBezTo>
                    <a:pt x="328157" y="276593"/>
                    <a:pt x="253498" y="240356"/>
                    <a:pt x="167367" y="198292"/>
                  </a:cubicBezTo>
                  <a:cubicBezTo>
                    <a:pt x="56471" y="144209"/>
                    <a:pt x="-27475" y="70643"/>
                    <a:pt x="8397" y="23116"/>
                  </a:cubicBezTo>
                  <a:close/>
                </a:path>
              </a:pathLst>
            </a:custGeom>
            <a:grpFill/>
            <a:ln w="23644" cap="flat">
              <a:solidFill>
                <a:schemeClr val="accent3"/>
              </a:solidFill>
              <a:prstDash val="solid"/>
              <a:round/>
            </a:ln>
          </p:spPr>
          <p:txBody>
            <a:bodyPr rtlCol="0" anchor="ctr"/>
            <a:lstStyle/>
            <a:p>
              <a:endParaRPr lang="en-BE"/>
            </a:p>
          </p:txBody>
        </p:sp>
        <p:sp>
          <p:nvSpPr>
            <p:cNvPr id="38" name="Freeform: Shape 37">
              <a:extLst>
                <a:ext uri="{FF2B5EF4-FFF2-40B4-BE49-F238E27FC236}">
                  <a16:creationId xmlns:a16="http://schemas.microsoft.com/office/drawing/2014/main" id="{BE62A47F-A8C3-248E-0ECF-0448BE210C40}"/>
                </a:ext>
              </a:extLst>
            </p:cNvPr>
            <p:cNvSpPr/>
            <p:nvPr/>
          </p:nvSpPr>
          <p:spPr>
            <a:xfrm>
              <a:off x="9446376" y="3323160"/>
              <a:ext cx="1172513" cy="760883"/>
            </a:xfrm>
            <a:custGeom>
              <a:avLst/>
              <a:gdLst>
                <a:gd name="connsiteX0" fmla="*/ 1119342 w 1172513"/>
                <a:gd name="connsiteY0" fmla="*/ 0 h 760883"/>
                <a:gd name="connsiteX1" fmla="*/ 596545 w 1172513"/>
                <a:gd name="connsiteY1" fmla="*/ 480186 h 760883"/>
                <a:gd name="connsiteX2" fmla="*/ 126739 w 1172513"/>
                <a:gd name="connsiteY2" fmla="*/ 362916 h 760883"/>
                <a:gd name="connsiteX3" fmla="*/ 0 w 1172513"/>
                <a:gd name="connsiteY3" fmla="*/ 592175 h 760883"/>
                <a:gd name="connsiteX4" fmla="*/ 762798 w 1172513"/>
                <a:gd name="connsiteY4" fmla="*/ 751873 h 760883"/>
                <a:gd name="connsiteX5" fmla="*/ 1172514 w 1172513"/>
                <a:gd name="connsiteY5" fmla="*/ 414085 h 760883"/>
                <a:gd name="connsiteX6" fmla="*/ 1119342 w 1172513"/>
                <a:gd name="connsiteY6" fmla="*/ 0 h 760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2513" h="760883">
                  <a:moveTo>
                    <a:pt x="1119342" y="0"/>
                  </a:moveTo>
                  <a:lnTo>
                    <a:pt x="596545" y="480186"/>
                  </a:lnTo>
                  <a:lnTo>
                    <a:pt x="126739" y="362916"/>
                  </a:lnTo>
                  <a:cubicBezTo>
                    <a:pt x="126739" y="362916"/>
                    <a:pt x="364" y="591447"/>
                    <a:pt x="0" y="592175"/>
                  </a:cubicBezTo>
                  <a:cubicBezTo>
                    <a:pt x="0" y="592175"/>
                    <a:pt x="456514" y="806866"/>
                    <a:pt x="762798" y="751873"/>
                  </a:cubicBezTo>
                  <a:cubicBezTo>
                    <a:pt x="902101" y="726926"/>
                    <a:pt x="1172514" y="414085"/>
                    <a:pt x="1172514" y="414085"/>
                  </a:cubicBezTo>
                  <a:lnTo>
                    <a:pt x="1119342" y="0"/>
                  </a:lnTo>
                  <a:close/>
                </a:path>
              </a:pathLst>
            </a:custGeom>
            <a:grpFill/>
            <a:ln w="23644" cap="flat">
              <a:solidFill>
                <a:schemeClr val="accent3"/>
              </a:solidFill>
              <a:prstDash val="solid"/>
              <a:miter/>
            </a:ln>
          </p:spPr>
          <p:txBody>
            <a:bodyPr rtlCol="0" anchor="ctr"/>
            <a:lstStyle/>
            <a:p>
              <a:endParaRPr lang="en-BE"/>
            </a:p>
          </p:txBody>
        </p:sp>
      </p:grpSp>
      <p:sp>
        <p:nvSpPr>
          <p:cNvPr id="39" name="Freeform: Shape 38">
            <a:extLst>
              <a:ext uri="{FF2B5EF4-FFF2-40B4-BE49-F238E27FC236}">
                <a16:creationId xmlns:a16="http://schemas.microsoft.com/office/drawing/2014/main" id="{B632BC94-01EF-75D0-E1E1-430A858A49C6}"/>
              </a:ext>
            </a:extLst>
          </p:cNvPr>
          <p:cNvSpPr/>
          <p:nvPr/>
        </p:nvSpPr>
        <p:spPr>
          <a:xfrm flipH="1">
            <a:off x="4526657" y="4662291"/>
            <a:ext cx="1070274" cy="1713155"/>
          </a:xfrm>
          <a:custGeom>
            <a:avLst/>
            <a:gdLst>
              <a:gd name="connsiteX0" fmla="*/ 468215 w 1070274"/>
              <a:gd name="connsiteY0" fmla="*/ 206679 h 1713155"/>
              <a:gd name="connsiteX1" fmla="*/ 81080 w 1070274"/>
              <a:gd name="connsiteY1" fmla="*/ 350898 h 1713155"/>
              <a:gd name="connsiteX2" fmla="*/ 1140 w 1070274"/>
              <a:gd name="connsiteY2" fmla="*/ 484374 h 1713155"/>
              <a:gd name="connsiteX3" fmla="*/ 185057 w 1070274"/>
              <a:gd name="connsiteY3" fmla="*/ 1713156 h 1713155"/>
              <a:gd name="connsiteX4" fmla="*/ 612799 w 1070274"/>
              <a:gd name="connsiteY4" fmla="*/ 1615917 h 1713155"/>
              <a:gd name="connsiteX5" fmla="*/ 479323 w 1070274"/>
              <a:gd name="connsiteY5" fmla="*/ 657729 h 1713155"/>
              <a:gd name="connsiteX6" fmla="*/ 780145 w 1070274"/>
              <a:gd name="connsiteY6" fmla="*/ 535725 h 1713155"/>
              <a:gd name="connsiteX7" fmla="*/ 852437 w 1070274"/>
              <a:gd name="connsiteY7" fmla="*/ 499124 h 1713155"/>
              <a:gd name="connsiteX8" fmla="*/ 1070041 w 1070274"/>
              <a:gd name="connsiteY8" fmla="*/ 179911 h 1713155"/>
              <a:gd name="connsiteX9" fmla="*/ 1063668 w 1070274"/>
              <a:gd name="connsiteY9" fmla="*/ 0 h 171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0274" h="1713155">
                <a:moveTo>
                  <a:pt x="468215" y="206679"/>
                </a:moveTo>
                <a:lnTo>
                  <a:pt x="81080" y="350898"/>
                </a:lnTo>
                <a:cubicBezTo>
                  <a:pt x="26451" y="371293"/>
                  <a:pt x="-6690" y="426650"/>
                  <a:pt x="1140" y="484374"/>
                </a:cubicBezTo>
                <a:lnTo>
                  <a:pt x="185057" y="1713156"/>
                </a:lnTo>
                <a:lnTo>
                  <a:pt x="612799" y="1615917"/>
                </a:lnTo>
                <a:lnTo>
                  <a:pt x="479323" y="657729"/>
                </a:lnTo>
                <a:lnTo>
                  <a:pt x="780145" y="535725"/>
                </a:lnTo>
                <a:cubicBezTo>
                  <a:pt x="805274" y="525528"/>
                  <a:pt x="829493" y="513328"/>
                  <a:pt x="852437" y="499124"/>
                </a:cubicBezTo>
                <a:cubicBezTo>
                  <a:pt x="990830" y="413175"/>
                  <a:pt x="1075322" y="326680"/>
                  <a:pt x="1070041" y="179911"/>
                </a:cubicBezTo>
                <a:lnTo>
                  <a:pt x="1063668" y="0"/>
                </a:lnTo>
              </a:path>
            </a:pathLst>
          </a:custGeom>
          <a:solidFill>
            <a:srgbClr val="784B9B"/>
          </a:solidFill>
          <a:ln w="23644" cap="flat">
            <a:solidFill>
              <a:schemeClr val="accent3"/>
            </a:solidFill>
            <a:prstDash val="solid"/>
            <a:round/>
          </a:ln>
        </p:spPr>
        <p:txBody>
          <a:bodyPr rtlCol="0" anchor="ctr"/>
          <a:lstStyle/>
          <a:p>
            <a:endParaRPr lang="en-BE"/>
          </a:p>
        </p:txBody>
      </p:sp>
      <p:sp>
        <p:nvSpPr>
          <p:cNvPr id="40" name="Freeform: Shape 39">
            <a:extLst>
              <a:ext uri="{FF2B5EF4-FFF2-40B4-BE49-F238E27FC236}">
                <a16:creationId xmlns:a16="http://schemas.microsoft.com/office/drawing/2014/main" id="{51DB2653-5032-E77C-89C5-B4B92377F2C3}"/>
              </a:ext>
            </a:extLst>
          </p:cNvPr>
          <p:cNvSpPr/>
          <p:nvPr/>
        </p:nvSpPr>
        <p:spPr>
          <a:xfrm flipH="1">
            <a:off x="4532067" y="3189866"/>
            <a:ext cx="783297" cy="1482440"/>
          </a:xfrm>
          <a:custGeom>
            <a:avLst/>
            <a:gdLst>
              <a:gd name="connsiteX0" fmla="*/ 0 w 783297"/>
              <a:gd name="connsiteY0" fmla="*/ 1482440 h 1482440"/>
              <a:gd name="connsiteX1" fmla="*/ 783193 w 783297"/>
              <a:gd name="connsiteY1" fmla="*/ 1472607 h 1482440"/>
              <a:gd name="connsiteX2" fmla="*/ 783193 w 783297"/>
              <a:gd name="connsiteY2" fmla="*/ 602372 h 1482440"/>
              <a:gd name="connsiteX3" fmla="*/ 326133 w 783297"/>
              <a:gd name="connsiteY3" fmla="*/ 0 h 1482440"/>
              <a:gd name="connsiteX4" fmla="*/ 306103 w 783297"/>
              <a:gd name="connsiteY4" fmla="*/ 546 h 1482440"/>
              <a:gd name="connsiteX5" fmla="*/ 1093 w 783297"/>
              <a:gd name="connsiteY5" fmla="*/ 359093 h 1482440"/>
              <a:gd name="connsiteX6" fmla="*/ 182 w 783297"/>
              <a:gd name="connsiteY6" fmla="*/ 1482440 h 14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3297" h="1482440">
                <a:moveTo>
                  <a:pt x="0" y="1482440"/>
                </a:moveTo>
                <a:lnTo>
                  <a:pt x="783193" y="1472607"/>
                </a:lnTo>
                <a:lnTo>
                  <a:pt x="783193" y="602372"/>
                </a:lnTo>
                <a:cubicBezTo>
                  <a:pt x="788656" y="29864"/>
                  <a:pt x="578518" y="0"/>
                  <a:pt x="326133" y="0"/>
                </a:cubicBezTo>
                <a:cubicBezTo>
                  <a:pt x="319396" y="0"/>
                  <a:pt x="312840" y="182"/>
                  <a:pt x="306103" y="546"/>
                </a:cubicBezTo>
                <a:cubicBezTo>
                  <a:pt x="122915" y="10926"/>
                  <a:pt x="-12929" y="176086"/>
                  <a:pt x="1093" y="359093"/>
                </a:cubicBezTo>
                <a:lnTo>
                  <a:pt x="182" y="1482440"/>
                </a:lnTo>
                <a:close/>
              </a:path>
            </a:pathLst>
          </a:custGeom>
          <a:solidFill>
            <a:srgbClr val="C4AFD3"/>
          </a:solidFill>
          <a:ln w="23644" cap="flat">
            <a:solidFill>
              <a:schemeClr val="accent3"/>
            </a:solidFill>
            <a:prstDash val="solid"/>
            <a:miter/>
          </a:ln>
        </p:spPr>
        <p:txBody>
          <a:bodyPr rtlCol="0" anchor="ctr"/>
          <a:lstStyle/>
          <a:p>
            <a:endParaRPr lang="en-BE"/>
          </a:p>
        </p:txBody>
      </p:sp>
      <p:sp>
        <p:nvSpPr>
          <p:cNvPr id="41" name="Freeform: Shape 40">
            <a:extLst>
              <a:ext uri="{FF2B5EF4-FFF2-40B4-BE49-F238E27FC236}">
                <a16:creationId xmlns:a16="http://schemas.microsoft.com/office/drawing/2014/main" id="{7F7FF14E-C921-706C-B36A-2758E0623CE7}"/>
              </a:ext>
            </a:extLst>
          </p:cNvPr>
          <p:cNvSpPr/>
          <p:nvPr/>
        </p:nvSpPr>
        <p:spPr>
          <a:xfrm flipH="1">
            <a:off x="4437651" y="4440134"/>
            <a:ext cx="265130" cy="397883"/>
          </a:xfrm>
          <a:custGeom>
            <a:avLst/>
            <a:gdLst>
              <a:gd name="connsiteX0" fmla="*/ 30397 w 265130"/>
              <a:gd name="connsiteY0" fmla="*/ 390595 h 397883"/>
              <a:gd name="connsiteX1" fmla="*/ 71915 w 265130"/>
              <a:gd name="connsiteY1" fmla="*/ 208864 h 397883"/>
              <a:gd name="connsiteX2" fmla="*/ 68819 w 265130"/>
              <a:gd name="connsiteY2" fmla="*/ 201762 h 397883"/>
              <a:gd name="connsiteX3" fmla="*/ 3083 w 265130"/>
              <a:gd name="connsiteY3" fmla="*/ 231443 h 397883"/>
              <a:gd name="connsiteX4" fmla="*/ 68819 w 265130"/>
              <a:gd name="connsiteY4" fmla="*/ 104341 h 397883"/>
              <a:gd name="connsiteX5" fmla="*/ 149670 w 265130"/>
              <a:gd name="connsiteY5" fmla="*/ 0 h 397883"/>
              <a:gd name="connsiteX6" fmla="*/ 264572 w 265130"/>
              <a:gd name="connsiteY6" fmla="*/ 19302 h 397883"/>
              <a:gd name="connsiteX7" fmla="*/ 198472 w 265130"/>
              <a:gd name="connsiteY7" fmla="*/ 224342 h 397883"/>
              <a:gd name="connsiteX8" fmla="*/ 30215 w 265130"/>
              <a:gd name="connsiteY8" fmla="*/ 390413 h 39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130" h="397883">
                <a:moveTo>
                  <a:pt x="30397" y="390595"/>
                </a:moveTo>
                <a:cubicBezTo>
                  <a:pt x="-3108" y="367287"/>
                  <a:pt x="37681" y="286619"/>
                  <a:pt x="71915" y="208864"/>
                </a:cubicBezTo>
                <a:cubicBezTo>
                  <a:pt x="74100" y="204129"/>
                  <a:pt x="74465" y="197574"/>
                  <a:pt x="68819" y="201762"/>
                </a:cubicBezTo>
                <a:cubicBezTo>
                  <a:pt x="51156" y="214873"/>
                  <a:pt x="13462" y="240912"/>
                  <a:pt x="3083" y="231443"/>
                </a:cubicBezTo>
                <a:cubicBezTo>
                  <a:pt x="-10938" y="218515"/>
                  <a:pt x="24935" y="152960"/>
                  <a:pt x="68819" y="104341"/>
                </a:cubicBezTo>
                <a:lnTo>
                  <a:pt x="149670" y="0"/>
                </a:lnTo>
                <a:lnTo>
                  <a:pt x="264572" y="19302"/>
                </a:lnTo>
                <a:cubicBezTo>
                  <a:pt x="269853" y="60274"/>
                  <a:pt x="236894" y="136390"/>
                  <a:pt x="198472" y="224342"/>
                </a:cubicBezTo>
                <a:cubicBezTo>
                  <a:pt x="149124" y="337423"/>
                  <a:pt x="79199" y="424465"/>
                  <a:pt x="30215" y="390413"/>
                </a:cubicBezTo>
                <a:close/>
              </a:path>
            </a:pathLst>
          </a:custGeom>
          <a:solidFill>
            <a:srgbClr val="FFFFFF"/>
          </a:solidFill>
          <a:ln w="23644" cap="flat">
            <a:solidFill>
              <a:schemeClr val="accent3"/>
            </a:solidFill>
            <a:prstDash val="solid"/>
            <a:round/>
          </a:ln>
        </p:spPr>
        <p:txBody>
          <a:bodyPr rtlCol="0" anchor="ctr"/>
          <a:lstStyle/>
          <a:p>
            <a:endParaRPr lang="en-BE"/>
          </a:p>
        </p:txBody>
      </p:sp>
      <p:sp>
        <p:nvSpPr>
          <p:cNvPr id="42" name="Freeform: Shape 41">
            <a:extLst>
              <a:ext uri="{FF2B5EF4-FFF2-40B4-BE49-F238E27FC236}">
                <a16:creationId xmlns:a16="http://schemas.microsoft.com/office/drawing/2014/main" id="{150FBA5B-B2D5-9DB6-6D5E-68966C046B14}"/>
              </a:ext>
            </a:extLst>
          </p:cNvPr>
          <p:cNvSpPr/>
          <p:nvPr/>
        </p:nvSpPr>
        <p:spPr>
          <a:xfrm flipH="1">
            <a:off x="4231411" y="3228288"/>
            <a:ext cx="503614" cy="1336581"/>
          </a:xfrm>
          <a:custGeom>
            <a:avLst/>
            <a:gdLst>
              <a:gd name="connsiteX0" fmla="*/ 0 w 503614"/>
              <a:gd name="connsiteY0" fmla="*/ 441946 h 1336581"/>
              <a:gd name="connsiteX1" fmla="*/ 227255 w 503614"/>
              <a:gd name="connsiteY1" fmla="*/ 807412 h 1336581"/>
              <a:gd name="connsiteX2" fmla="*/ 103430 w 503614"/>
              <a:gd name="connsiteY2" fmla="*/ 1200192 h 1336581"/>
              <a:gd name="connsiteX3" fmla="*/ 327226 w 503614"/>
              <a:gd name="connsiteY3" fmla="*/ 1336582 h 1336581"/>
              <a:gd name="connsiteX4" fmla="*/ 458881 w 503614"/>
              <a:gd name="connsiteY4" fmla="*/ 603101 h 1336581"/>
              <a:gd name="connsiteX5" fmla="*/ 0 w 503614"/>
              <a:gd name="connsiteY5" fmla="*/ 0 h 133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614" h="1336581">
                <a:moveTo>
                  <a:pt x="0" y="441946"/>
                </a:moveTo>
                <a:lnTo>
                  <a:pt x="227255" y="807412"/>
                </a:lnTo>
                <a:lnTo>
                  <a:pt x="103430" y="1200192"/>
                </a:lnTo>
                <a:cubicBezTo>
                  <a:pt x="103430" y="1200192"/>
                  <a:pt x="326497" y="1336035"/>
                  <a:pt x="327226" y="1336582"/>
                </a:cubicBezTo>
                <a:cubicBezTo>
                  <a:pt x="327226" y="1336582"/>
                  <a:pt x="610749" y="882617"/>
                  <a:pt x="458881" y="603101"/>
                </a:cubicBezTo>
                <a:cubicBezTo>
                  <a:pt x="333599" y="372568"/>
                  <a:pt x="145676" y="73202"/>
                  <a:pt x="0" y="0"/>
                </a:cubicBezTo>
              </a:path>
            </a:pathLst>
          </a:custGeom>
          <a:solidFill>
            <a:srgbClr val="C4AFD3"/>
          </a:solidFill>
          <a:ln w="23644" cap="flat">
            <a:solidFill>
              <a:schemeClr val="accent3"/>
            </a:solidFill>
            <a:prstDash val="solid"/>
            <a:miter/>
          </a:ln>
        </p:spPr>
        <p:txBody>
          <a:bodyPr rtlCol="0" anchor="ctr"/>
          <a:lstStyle/>
          <a:p>
            <a:endParaRPr lang="en-BE"/>
          </a:p>
        </p:txBody>
      </p:sp>
      <p:sp>
        <p:nvSpPr>
          <p:cNvPr id="43" name="Freeform: Shape 42">
            <a:extLst>
              <a:ext uri="{FF2B5EF4-FFF2-40B4-BE49-F238E27FC236}">
                <a16:creationId xmlns:a16="http://schemas.microsoft.com/office/drawing/2014/main" id="{9D2164F0-0AFD-4DC5-6EB1-DD5AAFEEF93A}"/>
              </a:ext>
            </a:extLst>
          </p:cNvPr>
          <p:cNvSpPr/>
          <p:nvPr/>
        </p:nvSpPr>
        <p:spPr>
          <a:xfrm flipH="1">
            <a:off x="4264491" y="2616989"/>
            <a:ext cx="552937" cy="364052"/>
          </a:xfrm>
          <a:custGeom>
            <a:avLst/>
            <a:gdLst>
              <a:gd name="connsiteX0" fmla="*/ 26318 w 552937"/>
              <a:gd name="connsiteY0" fmla="*/ 90505 h 364052"/>
              <a:gd name="connsiteX1" fmla="*/ 107350 w 552937"/>
              <a:gd name="connsiteY1" fmla="*/ 27318 h 364052"/>
              <a:gd name="connsiteX2" fmla="*/ 317124 w 552937"/>
              <a:gd name="connsiteY2" fmla="*/ 27500 h 364052"/>
              <a:gd name="connsiteX3" fmla="*/ 479918 w 552937"/>
              <a:gd name="connsiteY3" fmla="*/ 265317 h 364052"/>
              <a:gd name="connsiteX4" fmla="*/ 552938 w 552937"/>
              <a:gd name="connsiteY4" fmla="*/ 317032 h 364052"/>
              <a:gd name="connsiteX5" fmla="*/ 246289 w 552937"/>
              <a:gd name="connsiteY5" fmla="*/ 315575 h 364052"/>
              <a:gd name="connsiteX6" fmla="*/ 125560 w 552937"/>
              <a:gd name="connsiteY6" fmla="*/ 222342 h 364052"/>
              <a:gd name="connsiteX7" fmla="*/ 12296 w 552937"/>
              <a:gd name="connsiteY7" fmla="*/ 166257 h 364052"/>
              <a:gd name="connsiteX8" fmla="*/ 28321 w 552937"/>
              <a:gd name="connsiteY8" fmla="*/ 89594 h 36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937" h="364052">
                <a:moveTo>
                  <a:pt x="26318" y="90505"/>
                </a:moveTo>
                <a:cubicBezTo>
                  <a:pt x="57820" y="82675"/>
                  <a:pt x="80582" y="44981"/>
                  <a:pt x="107350" y="27318"/>
                </a:cubicBezTo>
                <a:cubicBezTo>
                  <a:pt x="172176" y="-15475"/>
                  <a:pt x="249020" y="-2182"/>
                  <a:pt x="317124" y="27500"/>
                </a:cubicBezTo>
                <a:cubicBezTo>
                  <a:pt x="431844" y="77576"/>
                  <a:pt x="413999" y="182645"/>
                  <a:pt x="479918" y="265317"/>
                </a:cubicBezTo>
                <a:cubicBezTo>
                  <a:pt x="498674" y="288625"/>
                  <a:pt x="526170" y="306106"/>
                  <a:pt x="552938" y="317032"/>
                </a:cubicBezTo>
                <a:cubicBezTo>
                  <a:pt x="473909" y="399339"/>
                  <a:pt x="334788" y="356911"/>
                  <a:pt x="246289" y="315575"/>
                </a:cubicBezTo>
                <a:cubicBezTo>
                  <a:pt x="196759" y="292449"/>
                  <a:pt x="168170" y="253116"/>
                  <a:pt x="125560" y="222342"/>
                </a:cubicBezTo>
                <a:cubicBezTo>
                  <a:pt x="93329" y="199034"/>
                  <a:pt x="37243" y="196303"/>
                  <a:pt x="12296" y="166257"/>
                </a:cubicBezTo>
                <a:cubicBezTo>
                  <a:pt x="-6460" y="143859"/>
                  <a:pt x="-5731" y="96696"/>
                  <a:pt x="28321" y="89594"/>
                </a:cubicBezTo>
              </a:path>
            </a:pathLst>
          </a:custGeom>
          <a:solidFill>
            <a:srgbClr val="784B9B"/>
          </a:solidFill>
          <a:ln w="23644" cap="flat">
            <a:solidFill>
              <a:schemeClr val="accent3"/>
            </a:solidFill>
            <a:prstDash val="solid"/>
            <a:miter/>
          </a:ln>
        </p:spPr>
        <p:txBody>
          <a:bodyPr rtlCol="0" anchor="ctr"/>
          <a:lstStyle/>
          <a:p>
            <a:endParaRPr lang="en-BE"/>
          </a:p>
        </p:txBody>
      </p:sp>
      <p:sp>
        <p:nvSpPr>
          <p:cNvPr id="44" name="Freeform: Shape 43">
            <a:extLst>
              <a:ext uri="{FF2B5EF4-FFF2-40B4-BE49-F238E27FC236}">
                <a16:creationId xmlns:a16="http://schemas.microsoft.com/office/drawing/2014/main" id="{30552096-669F-5473-C8C0-698965E3EC95}"/>
              </a:ext>
            </a:extLst>
          </p:cNvPr>
          <p:cNvSpPr/>
          <p:nvPr/>
        </p:nvSpPr>
        <p:spPr>
          <a:xfrm flipH="1">
            <a:off x="4749740" y="2592640"/>
            <a:ext cx="520232" cy="489243"/>
          </a:xfrm>
          <a:custGeom>
            <a:avLst/>
            <a:gdLst>
              <a:gd name="connsiteX0" fmla="*/ 398557 w 520232"/>
              <a:gd name="connsiteY0" fmla="*/ 489061 h 489243"/>
              <a:gd name="connsiteX1" fmla="*/ 456464 w 520232"/>
              <a:gd name="connsiteY1" fmla="*/ 424053 h 489243"/>
              <a:gd name="connsiteX2" fmla="*/ 477951 w 520232"/>
              <a:gd name="connsiteY2" fmla="*/ 119589 h 489243"/>
              <a:gd name="connsiteX3" fmla="*/ 475584 w 520232"/>
              <a:gd name="connsiteY3" fmla="*/ 116311 h 489243"/>
              <a:gd name="connsiteX4" fmla="*/ 473217 w 520232"/>
              <a:gd name="connsiteY4" fmla="*/ 113034 h 489243"/>
              <a:gd name="connsiteX5" fmla="*/ 340469 w 520232"/>
              <a:gd name="connsiteY5" fmla="*/ 13609 h 489243"/>
              <a:gd name="connsiteX6" fmla="*/ 1407 w 520232"/>
              <a:gd name="connsiteY6" fmla="*/ 186054 h 489243"/>
              <a:gd name="connsiteX7" fmla="*/ 6687 w 520232"/>
              <a:gd name="connsiteY7" fmla="*/ 265630 h 489243"/>
              <a:gd name="connsiteX8" fmla="*/ 398375 w 520232"/>
              <a:gd name="connsiteY8" fmla="*/ 489243 h 48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232" h="489243">
                <a:moveTo>
                  <a:pt x="398557" y="489061"/>
                </a:moveTo>
                <a:lnTo>
                  <a:pt x="456464" y="424053"/>
                </a:lnTo>
                <a:cubicBezTo>
                  <a:pt x="532215" y="339196"/>
                  <a:pt x="541866" y="213550"/>
                  <a:pt x="477951" y="119589"/>
                </a:cubicBezTo>
                <a:cubicBezTo>
                  <a:pt x="477223" y="118497"/>
                  <a:pt x="476494" y="117404"/>
                  <a:pt x="475584" y="116311"/>
                </a:cubicBezTo>
                <a:cubicBezTo>
                  <a:pt x="474673" y="115219"/>
                  <a:pt x="473945" y="114126"/>
                  <a:pt x="473217" y="113034"/>
                </a:cubicBezTo>
                <a:cubicBezTo>
                  <a:pt x="438618" y="64232"/>
                  <a:pt x="391820" y="31091"/>
                  <a:pt x="340469" y="13609"/>
                </a:cubicBezTo>
                <a:cubicBezTo>
                  <a:pt x="200983" y="-33735"/>
                  <a:pt x="49844" y="46933"/>
                  <a:pt x="1407" y="186054"/>
                </a:cubicBezTo>
                <a:cubicBezTo>
                  <a:pt x="-1871" y="195523"/>
                  <a:pt x="861" y="226297"/>
                  <a:pt x="6687" y="265630"/>
                </a:cubicBezTo>
                <a:cubicBezTo>
                  <a:pt x="21073" y="365236"/>
                  <a:pt x="398375" y="489243"/>
                  <a:pt x="398375" y="489243"/>
                </a:cubicBezTo>
                <a:close/>
              </a:path>
            </a:pathLst>
          </a:custGeom>
          <a:solidFill>
            <a:srgbClr val="784B9B"/>
          </a:solidFill>
          <a:ln w="23644" cap="flat">
            <a:solidFill>
              <a:schemeClr val="accent3"/>
            </a:solidFill>
            <a:prstDash val="solid"/>
            <a:miter/>
          </a:ln>
        </p:spPr>
        <p:txBody>
          <a:bodyPr rtlCol="0" anchor="ctr"/>
          <a:lstStyle/>
          <a:p>
            <a:endParaRPr lang="en-BE"/>
          </a:p>
        </p:txBody>
      </p:sp>
      <p:sp>
        <p:nvSpPr>
          <p:cNvPr id="45" name="Freeform: Shape 44">
            <a:extLst>
              <a:ext uri="{FF2B5EF4-FFF2-40B4-BE49-F238E27FC236}">
                <a16:creationId xmlns:a16="http://schemas.microsoft.com/office/drawing/2014/main" id="{53F206D7-B042-BADA-CDB4-2049B0339818}"/>
              </a:ext>
            </a:extLst>
          </p:cNvPr>
          <p:cNvSpPr/>
          <p:nvPr/>
        </p:nvSpPr>
        <p:spPr>
          <a:xfrm flipH="1">
            <a:off x="4814237" y="2700802"/>
            <a:ext cx="410669" cy="583935"/>
          </a:xfrm>
          <a:custGeom>
            <a:avLst/>
            <a:gdLst>
              <a:gd name="connsiteX0" fmla="*/ 1683 w 410669"/>
              <a:gd name="connsiteY0" fmla="*/ 105752 h 583935"/>
              <a:gd name="connsiteX1" fmla="*/ 10970 w 410669"/>
              <a:gd name="connsiteY1" fmla="*/ 232308 h 583935"/>
              <a:gd name="connsiteX2" fmla="*/ 31183 w 410669"/>
              <a:gd name="connsiteY2" fmla="*/ 301141 h 583935"/>
              <a:gd name="connsiteX3" fmla="*/ 94916 w 410669"/>
              <a:gd name="connsiteY3" fmla="*/ 343023 h 583935"/>
              <a:gd name="connsiteX4" fmla="*/ 179044 w 410669"/>
              <a:gd name="connsiteY4" fmla="*/ 333554 h 583935"/>
              <a:gd name="connsiteX5" fmla="*/ 163202 w 410669"/>
              <a:gd name="connsiteY5" fmla="*/ 497075 h 583935"/>
              <a:gd name="connsiteX6" fmla="*/ 202535 w 410669"/>
              <a:gd name="connsiteY6" fmla="*/ 583935 h 583935"/>
              <a:gd name="connsiteX7" fmla="*/ 410670 w 410669"/>
              <a:gd name="connsiteY7" fmla="*/ 501992 h 583935"/>
              <a:gd name="connsiteX8" fmla="*/ 323446 w 410669"/>
              <a:gd name="connsiteY8" fmla="*/ 188788 h 583935"/>
              <a:gd name="connsiteX9" fmla="*/ 324903 w 410669"/>
              <a:gd name="connsiteY9" fmla="*/ 165661 h 583935"/>
              <a:gd name="connsiteX10" fmla="*/ 274098 w 410669"/>
              <a:gd name="connsiteY10" fmla="*/ 150183 h 583935"/>
              <a:gd name="connsiteX11" fmla="*/ 146085 w 410669"/>
              <a:gd name="connsiteY11" fmla="*/ 50759 h 583935"/>
              <a:gd name="connsiteX12" fmla="*/ 117678 w 410669"/>
              <a:gd name="connsiteY12" fmla="*/ 1229 h 583935"/>
              <a:gd name="connsiteX13" fmla="*/ 113490 w 410669"/>
              <a:gd name="connsiteY13" fmla="*/ 1229 h 583935"/>
              <a:gd name="connsiteX14" fmla="*/ 92367 w 410669"/>
              <a:gd name="connsiteY14" fmla="*/ 37648 h 583935"/>
              <a:gd name="connsiteX15" fmla="*/ 28451 w 410669"/>
              <a:gd name="connsiteY15" fmla="*/ 93734 h 583935"/>
              <a:gd name="connsiteX16" fmla="*/ 1319 w 410669"/>
              <a:gd name="connsiteY16" fmla="*/ 106116 h 58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669" h="583935">
                <a:moveTo>
                  <a:pt x="1683" y="105752"/>
                </a:moveTo>
                <a:cubicBezTo>
                  <a:pt x="-1594" y="144903"/>
                  <a:pt x="-866" y="191155"/>
                  <a:pt x="10970" y="232308"/>
                </a:cubicBezTo>
                <a:cubicBezTo>
                  <a:pt x="19529" y="261990"/>
                  <a:pt x="26266" y="284388"/>
                  <a:pt x="31183" y="301141"/>
                </a:cubicBezTo>
                <a:cubicBezTo>
                  <a:pt x="39559" y="328637"/>
                  <a:pt x="66327" y="346300"/>
                  <a:pt x="94916" y="343023"/>
                </a:cubicBezTo>
                <a:lnTo>
                  <a:pt x="179044" y="333554"/>
                </a:lnTo>
                <a:lnTo>
                  <a:pt x="163202" y="497075"/>
                </a:lnTo>
                <a:lnTo>
                  <a:pt x="202535" y="583935"/>
                </a:lnTo>
                <a:lnTo>
                  <a:pt x="410670" y="501992"/>
                </a:lnTo>
                <a:cubicBezTo>
                  <a:pt x="358955" y="436438"/>
                  <a:pt x="308150" y="270913"/>
                  <a:pt x="323446" y="188788"/>
                </a:cubicBezTo>
                <a:lnTo>
                  <a:pt x="324903" y="165661"/>
                </a:lnTo>
                <a:lnTo>
                  <a:pt x="274098" y="150183"/>
                </a:lnTo>
                <a:cubicBezTo>
                  <a:pt x="220744" y="133795"/>
                  <a:pt x="175220" y="98468"/>
                  <a:pt x="146085" y="50759"/>
                </a:cubicBezTo>
                <a:lnTo>
                  <a:pt x="117678" y="1229"/>
                </a:lnTo>
                <a:cubicBezTo>
                  <a:pt x="116768" y="-410"/>
                  <a:pt x="114400" y="-410"/>
                  <a:pt x="113490" y="1229"/>
                </a:cubicBezTo>
                <a:lnTo>
                  <a:pt x="92367" y="37648"/>
                </a:lnTo>
                <a:cubicBezTo>
                  <a:pt x="77981" y="63324"/>
                  <a:pt x="55219" y="81533"/>
                  <a:pt x="28451" y="93734"/>
                </a:cubicBezTo>
                <a:lnTo>
                  <a:pt x="1319" y="106116"/>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46" name="Freeform: Shape 45">
            <a:extLst>
              <a:ext uri="{FF2B5EF4-FFF2-40B4-BE49-F238E27FC236}">
                <a16:creationId xmlns:a16="http://schemas.microsoft.com/office/drawing/2014/main" id="{823055F3-5279-8877-11DE-4F7F4C1ABBF6}"/>
              </a:ext>
            </a:extLst>
          </p:cNvPr>
          <p:cNvSpPr/>
          <p:nvPr/>
        </p:nvSpPr>
        <p:spPr>
          <a:xfrm flipH="1">
            <a:off x="4826619" y="2695476"/>
            <a:ext cx="453600" cy="170568"/>
          </a:xfrm>
          <a:custGeom>
            <a:avLst/>
            <a:gdLst>
              <a:gd name="connsiteX0" fmla="*/ 0 w 453600"/>
              <a:gd name="connsiteY0" fmla="*/ 116723 h 170568"/>
              <a:gd name="connsiteX1" fmla="*/ 168803 w 453600"/>
              <a:gd name="connsiteY1" fmla="*/ 2185 h 170568"/>
              <a:gd name="connsiteX2" fmla="*/ 174994 w 453600"/>
              <a:gd name="connsiteY2" fmla="*/ 2185 h 170568"/>
              <a:gd name="connsiteX3" fmla="*/ 401339 w 453600"/>
              <a:gd name="connsiteY3" fmla="*/ 170077 h 170568"/>
              <a:gd name="connsiteX4" fmla="*/ 453600 w 453600"/>
              <a:gd name="connsiteY4" fmla="*/ 168074 h 170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00" h="170568">
                <a:moveTo>
                  <a:pt x="0" y="116723"/>
                </a:moveTo>
                <a:cubicBezTo>
                  <a:pt x="115449" y="120547"/>
                  <a:pt x="157695" y="32049"/>
                  <a:pt x="168803" y="2185"/>
                </a:cubicBezTo>
                <a:cubicBezTo>
                  <a:pt x="169895" y="-728"/>
                  <a:pt x="174083" y="-728"/>
                  <a:pt x="174994" y="2185"/>
                </a:cubicBezTo>
                <a:cubicBezTo>
                  <a:pt x="187559" y="38058"/>
                  <a:pt x="242005" y="162065"/>
                  <a:pt x="401339" y="170077"/>
                </a:cubicBezTo>
                <a:cubicBezTo>
                  <a:pt x="435391" y="171898"/>
                  <a:pt x="453600" y="168074"/>
                  <a:pt x="453600" y="168074"/>
                </a:cubicBezTo>
              </a:path>
            </a:pathLst>
          </a:custGeom>
          <a:noFill/>
          <a:ln w="23644" cap="flat">
            <a:solidFill>
              <a:schemeClr val="accent3"/>
            </a:solidFill>
            <a:prstDash val="solid"/>
            <a:miter/>
          </a:ln>
        </p:spPr>
        <p:txBody>
          <a:bodyPr rtlCol="0" anchor="ctr"/>
          <a:lstStyle/>
          <a:p>
            <a:endParaRPr lang="en-BE"/>
          </a:p>
        </p:txBody>
      </p:sp>
      <p:sp>
        <p:nvSpPr>
          <p:cNvPr id="47" name="Freeform: Shape 46">
            <a:extLst>
              <a:ext uri="{FF2B5EF4-FFF2-40B4-BE49-F238E27FC236}">
                <a16:creationId xmlns:a16="http://schemas.microsoft.com/office/drawing/2014/main" id="{AA206DDF-81F6-2A9C-98A6-08F1697A77E8}"/>
              </a:ext>
            </a:extLst>
          </p:cNvPr>
          <p:cNvSpPr/>
          <p:nvPr/>
        </p:nvSpPr>
        <p:spPr>
          <a:xfrm rot="6330601" flipH="1">
            <a:off x="7682970" y="3888223"/>
            <a:ext cx="1074364" cy="94871"/>
          </a:xfrm>
          <a:custGeom>
            <a:avLst/>
            <a:gdLst>
              <a:gd name="connsiteX0" fmla="*/ 0 w 1074364"/>
              <a:gd name="connsiteY0" fmla="*/ 0 h 94871"/>
              <a:gd name="connsiteX1" fmla="*/ 1074364 w 1074364"/>
              <a:gd name="connsiteY1" fmla="*/ 0 h 94871"/>
              <a:gd name="connsiteX2" fmla="*/ 1074364 w 1074364"/>
              <a:gd name="connsiteY2" fmla="*/ 94872 h 94871"/>
              <a:gd name="connsiteX3" fmla="*/ 0 w 1074364"/>
              <a:gd name="connsiteY3" fmla="*/ 94872 h 94871"/>
            </a:gdLst>
            <a:ahLst/>
            <a:cxnLst>
              <a:cxn ang="0">
                <a:pos x="connsiteX0" y="connsiteY0"/>
              </a:cxn>
              <a:cxn ang="0">
                <a:pos x="connsiteX1" y="connsiteY1"/>
              </a:cxn>
              <a:cxn ang="0">
                <a:pos x="connsiteX2" y="connsiteY2"/>
              </a:cxn>
              <a:cxn ang="0">
                <a:pos x="connsiteX3" y="connsiteY3"/>
              </a:cxn>
            </a:cxnLst>
            <a:rect l="l" t="t" r="r" b="b"/>
            <a:pathLst>
              <a:path w="1074364" h="94871">
                <a:moveTo>
                  <a:pt x="0" y="0"/>
                </a:moveTo>
                <a:lnTo>
                  <a:pt x="1074364" y="0"/>
                </a:lnTo>
                <a:lnTo>
                  <a:pt x="1074364" y="94872"/>
                </a:lnTo>
                <a:lnTo>
                  <a:pt x="0" y="94872"/>
                </a:lnTo>
                <a:close/>
              </a:path>
            </a:pathLst>
          </a:custGeom>
          <a:solidFill>
            <a:schemeClr val="tx2">
              <a:lumMod val="40000"/>
              <a:lumOff val="60000"/>
            </a:schemeClr>
          </a:solidFill>
          <a:ln w="23644" cap="flat">
            <a:solidFill>
              <a:schemeClr val="tx2"/>
            </a:solidFill>
            <a:prstDash val="solid"/>
            <a:round/>
          </a:ln>
        </p:spPr>
        <p:txBody>
          <a:bodyPr rtlCol="0" anchor="ctr"/>
          <a:lstStyle/>
          <a:p>
            <a:endParaRPr lang="en-BE"/>
          </a:p>
        </p:txBody>
      </p:sp>
      <p:sp>
        <p:nvSpPr>
          <p:cNvPr id="48" name="Freeform: Shape 47">
            <a:extLst>
              <a:ext uri="{FF2B5EF4-FFF2-40B4-BE49-F238E27FC236}">
                <a16:creationId xmlns:a16="http://schemas.microsoft.com/office/drawing/2014/main" id="{3F50D245-B80D-A200-A399-47EDCD7453E1}"/>
              </a:ext>
            </a:extLst>
          </p:cNvPr>
          <p:cNvSpPr/>
          <p:nvPr/>
        </p:nvSpPr>
        <p:spPr>
          <a:xfrm flipH="1">
            <a:off x="7049096" y="4371666"/>
            <a:ext cx="1099311" cy="94871"/>
          </a:xfrm>
          <a:custGeom>
            <a:avLst/>
            <a:gdLst>
              <a:gd name="connsiteX0" fmla="*/ 1099311 w 1099311"/>
              <a:gd name="connsiteY0" fmla="*/ 94872 h 94871"/>
              <a:gd name="connsiteX1" fmla="*/ 26222 w 1099311"/>
              <a:gd name="connsiteY1" fmla="*/ 94872 h 94871"/>
              <a:gd name="connsiteX2" fmla="*/ 0 w 1099311"/>
              <a:gd name="connsiteY2" fmla="*/ 0 h 94871"/>
              <a:gd name="connsiteX3" fmla="*/ 1099311 w 1099311"/>
              <a:gd name="connsiteY3" fmla="*/ 0 h 94871"/>
              <a:gd name="connsiteX4" fmla="*/ 1099311 w 1099311"/>
              <a:gd name="connsiteY4" fmla="*/ 94872 h 94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311" h="94871">
                <a:moveTo>
                  <a:pt x="1099311" y="94872"/>
                </a:moveTo>
                <a:lnTo>
                  <a:pt x="26222" y="94872"/>
                </a:lnTo>
                <a:lnTo>
                  <a:pt x="0" y="0"/>
                </a:lnTo>
                <a:lnTo>
                  <a:pt x="1099311" y="0"/>
                </a:lnTo>
                <a:lnTo>
                  <a:pt x="1099311" y="94872"/>
                </a:lnTo>
                <a:close/>
              </a:path>
            </a:pathLst>
          </a:custGeom>
          <a:solidFill>
            <a:schemeClr val="tx2">
              <a:lumMod val="40000"/>
              <a:lumOff val="60000"/>
            </a:schemeClr>
          </a:solidFill>
          <a:ln w="23644" cap="flat">
            <a:solidFill>
              <a:schemeClr val="tx2"/>
            </a:solidFill>
            <a:prstDash val="solid"/>
            <a:round/>
          </a:ln>
        </p:spPr>
        <p:txBody>
          <a:bodyPr rtlCol="0" anchor="ctr"/>
          <a:lstStyle/>
          <a:p>
            <a:endParaRPr lang="en-BE"/>
          </a:p>
        </p:txBody>
      </p:sp>
      <p:sp>
        <p:nvSpPr>
          <p:cNvPr id="11" name="Freeform: Shape 10">
            <a:extLst>
              <a:ext uri="{FF2B5EF4-FFF2-40B4-BE49-F238E27FC236}">
                <a16:creationId xmlns:a16="http://schemas.microsoft.com/office/drawing/2014/main" id="{C69640F7-41E5-A37D-E97F-407AAB2CD130}"/>
              </a:ext>
            </a:extLst>
          </p:cNvPr>
          <p:cNvSpPr/>
          <p:nvPr/>
        </p:nvSpPr>
        <p:spPr>
          <a:xfrm rot="10800000" flipH="1">
            <a:off x="6064323" y="4466538"/>
            <a:ext cx="2776593" cy="164978"/>
          </a:xfrm>
          <a:custGeom>
            <a:avLst/>
            <a:gdLst>
              <a:gd name="connsiteX0" fmla="*/ 0 w 2776593"/>
              <a:gd name="connsiteY0" fmla="*/ 0 h 164978"/>
              <a:gd name="connsiteX1" fmla="*/ 2776594 w 2776593"/>
              <a:gd name="connsiteY1" fmla="*/ 0 h 164978"/>
              <a:gd name="connsiteX2" fmla="*/ 2776594 w 2776593"/>
              <a:gd name="connsiteY2" fmla="*/ 164979 h 164978"/>
              <a:gd name="connsiteX3" fmla="*/ 0 w 2776593"/>
              <a:gd name="connsiteY3" fmla="*/ 164979 h 164978"/>
            </a:gdLst>
            <a:ahLst/>
            <a:cxnLst>
              <a:cxn ang="0">
                <a:pos x="connsiteX0" y="connsiteY0"/>
              </a:cxn>
              <a:cxn ang="0">
                <a:pos x="connsiteX1" y="connsiteY1"/>
              </a:cxn>
              <a:cxn ang="0">
                <a:pos x="connsiteX2" y="connsiteY2"/>
              </a:cxn>
              <a:cxn ang="0">
                <a:pos x="connsiteX3" y="connsiteY3"/>
              </a:cxn>
            </a:cxnLst>
            <a:rect l="l" t="t" r="r" b="b"/>
            <a:pathLst>
              <a:path w="2776593" h="164978">
                <a:moveTo>
                  <a:pt x="0" y="0"/>
                </a:moveTo>
                <a:lnTo>
                  <a:pt x="2776594" y="0"/>
                </a:lnTo>
                <a:lnTo>
                  <a:pt x="2776594" y="164979"/>
                </a:lnTo>
                <a:lnTo>
                  <a:pt x="0" y="164979"/>
                </a:lnTo>
                <a:close/>
              </a:path>
            </a:pathLst>
          </a:custGeom>
          <a:solidFill>
            <a:srgbClr val="C4AFD3"/>
          </a:solidFill>
          <a:ln w="23644" cap="flat">
            <a:solidFill>
              <a:schemeClr val="accent3"/>
            </a:solidFill>
            <a:prstDash val="solid"/>
            <a:miter/>
          </a:ln>
        </p:spPr>
        <p:txBody>
          <a:bodyPr rtlCol="0" anchor="ctr"/>
          <a:lstStyle/>
          <a:p>
            <a:endParaRPr lang="en-BE"/>
          </a:p>
        </p:txBody>
      </p:sp>
      <p:pic>
        <p:nvPicPr>
          <p:cNvPr id="4" name="Graphic 3" descr="Line arrow: Clockwise curve outline">
            <a:extLst>
              <a:ext uri="{FF2B5EF4-FFF2-40B4-BE49-F238E27FC236}">
                <a16:creationId xmlns:a16="http://schemas.microsoft.com/office/drawing/2014/main" id="{78877B68-0FFE-4344-37BD-5268719F8F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5310677" flipH="1" flipV="1">
            <a:off x="7226785" y="3333296"/>
            <a:ext cx="914400" cy="914400"/>
          </a:xfrm>
          <a:prstGeom prst="rect">
            <a:avLst/>
          </a:prstGeom>
        </p:spPr>
      </p:pic>
    </p:spTree>
    <p:extLst>
      <p:ext uri="{BB962C8B-B14F-4D97-AF65-F5344CB8AC3E}">
        <p14:creationId xmlns:p14="http://schemas.microsoft.com/office/powerpoint/2010/main" val="915117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E0235-0D08-7EA4-810A-16EDF817F315}"/>
              </a:ext>
            </a:extLst>
          </p:cNvPr>
          <p:cNvSpPr>
            <a:spLocks noGrp="1"/>
          </p:cNvSpPr>
          <p:nvPr>
            <p:ph type="title"/>
          </p:nvPr>
        </p:nvSpPr>
        <p:spPr/>
        <p:txBody>
          <a:bodyPr/>
          <a:lstStyle/>
          <a:p>
            <a:r>
              <a:rPr lang="en-US" dirty="0"/>
              <a:t>Guess who!</a:t>
            </a:r>
            <a:endParaRPr lang="en-BE" dirty="0"/>
          </a:p>
        </p:txBody>
      </p:sp>
      <p:sp>
        <p:nvSpPr>
          <p:cNvPr id="4" name="Content Placeholder 3">
            <a:extLst>
              <a:ext uri="{FF2B5EF4-FFF2-40B4-BE49-F238E27FC236}">
                <a16:creationId xmlns:a16="http://schemas.microsoft.com/office/drawing/2014/main" id="{B2602059-F6D6-D489-E19B-D4CDF32AFA2C}"/>
              </a:ext>
            </a:extLst>
          </p:cNvPr>
          <p:cNvSpPr>
            <a:spLocks noGrp="1"/>
          </p:cNvSpPr>
          <p:nvPr>
            <p:ph sz="quarter" idx="10"/>
          </p:nvPr>
        </p:nvSpPr>
        <p:spPr>
          <a:xfrm>
            <a:off x="838200" y="4747783"/>
            <a:ext cx="10515600" cy="1745092"/>
          </a:xfrm>
        </p:spPr>
        <p:txBody>
          <a:bodyPr/>
          <a:lstStyle/>
          <a:p>
            <a:pPr marL="0" indent="0">
              <a:buNone/>
            </a:pPr>
            <a:r>
              <a:rPr lang="en-US" sz="2000" dirty="0"/>
              <a:t>Certain data points can become identifying when they are unique or rare, specially when combined with other data sources. Think of </a:t>
            </a:r>
            <a:r>
              <a:rPr lang="en-US" sz="2000" b="1" dirty="0"/>
              <a:t>rare diseases</a:t>
            </a:r>
            <a:r>
              <a:rPr lang="en-US" sz="2000" dirty="0"/>
              <a:t>, </a:t>
            </a:r>
            <a:r>
              <a:rPr lang="en-US" sz="2000" b="1" dirty="0"/>
              <a:t>specific job titles like “CEO of a Fortune 500 company”</a:t>
            </a:r>
            <a:r>
              <a:rPr lang="en-US" sz="2000" dirty="0"/>
              <a:t>, </a:t>
            </a:r>
            <a:r>
              <a:rPr lang="en-US" sz="2000" b="1" dirty="0"/>
              <a:t>unusual combinations of hobbies and locations</a:t>
            </a:r>
            <a:r>
              <a:rPr lang="en-US" sz="2000" dirty="0"/>
              <a:t>, or </a:t>
            </a:r>
            <a:r>
              <a:rPr lang="en-US" sz="2000" b="1" dirty="0"/>
              <a:t>publication records in niche academic fields</a:t>
            </a:r>
            <a:r>
              <a:rPr lang="en-US" sz="2000" dirty="0"/>
              <a:t>.</a:t>
            </a:r>
            <a:endParaRPr lang="en-BE" sz="2000" dirty="0"/>
          </a:p>
        </p:txBody>
      </p:sp>
      <p:graphicFrame>
        <p:nvGraphicFramePr>
          <p:cNvPr id="3" name="Table 2">
            <a:extLst>
              <a:ext uri="{FF2B5EF4-FFF2-40B4-BE49-F238E27FC236}">
                <a16:creationId xmlns:a16="http://schemas.microsoft.com/office/drawing/2014/main" id="{F3DB652E-E7D9-34FD-3E43-75308C8E96B5}"/>
              </a:ext>
            </a:extLst>
          </p:cNvPr>
          <p:cNvGraphicFramePr>
            <a:graphicFrameLocks noGrp="1"/>
          </p:cNvGraphicFramePr>
          <p:nvPr>
            <p:extLst>
              <p:ext uri="{D42A27DB-BD31-4B8C-83A1-F6EECF244321}">
                <p14:modId xmlns:p14="http://schemas.microsoft.com/office/powerpoint/2010/main" val="137531758"/>
              </p:ext>
            </p:extLst>
          </p:nvPr>
        </p:nvGraphicFramePr>
        <p:xfrm>
          <a:off x="838200" y="1892976"/>
          <a:ext cx="10515600" cy="2729825"/>
        </p:xfrm>
        <a:graphic>
          <a:graphicData uri="http://schemas.openxmlformats.org/drawingml/2006/table">
            <a:tbl>
              <a:tblPr firstRow="1" bandRow="1">
                <a:tableStyleId>{5C22544A-7EE6-4342-B048-85BDC9FD1C3A}</a:tableStyleId>
              </a:tblPr>
              <a:tblGrid>
                <a:gridCol w="2554357">
                  <a:extLst>
                    <a:ext uri="{9D8B030D-6E8A-4147-A177-3AD203B41FA5}">
                      <a16:colId xmlns:a16="http://schemas.microsoft.com/office/drawing/2014/main" val="1786300655"/>
                    </a:ext>
                  </a:extLst>
                </a:gridCol>
                <a:gridCol w="1311965">
                  <a:extLst>
                    <a:ext uri="{9D8B030D-6E8A-4147-A177-3AD203B41FA5}">
                      <a16:colId xmlns:a16="http://schemas.microsoft.com/office/drawing/2014/main" val="3798718111"/>
                    </a:ext>
                  </a:extLst>
                </a:gridCol>
                <a:gridCol w="1775791">
                  <a:extLst>
                    <a:ext uri="{9D8B030D-6E8A-4147-A177-3AD203B41FA5}">
                      <a16:colId xmlns:a16="http://schemas.microsoft.com/office/drawing/2014/main" val="1955553341"/>
                    </a:ext>
                  </a:extLst>
                </a:gridCol>
                <a:gridCol w="1974574">
                  <a:extLst>
                    <a:ext uri="{9D8B030D-6E8A-4147-A177-3AD203B41FA5}">
                      <a16:colId xmlns:a16="http://schemas.microsoft.com/office/drawing/2014/main" val="1779474856"/>
                    </a:ext>
                  </a:extLst>
                </a:gridCol>
                <a:gridCol w="2898913">
                  <a:extLst>
                    <a:ext uri="{9D8B030D-6E8A-4147-A177-3AD203B41FA5}">
                      <a16:colId xmlns:a16="http://schemas.microsoft.com/office/drawing/2014/main" val="605697162"/>
                    </a:ext>
                  </a:extLst>
                </a:gridCol>
              </a:tblGrid>
              <a:tr h="790208">
                <a:tc>
                  <a:txBody>
                    <a:bodyPr/>
                    <a:lstStyle/>
                    <a:p>
                      <a:pPr algn="ctr"/>
                      <a:r>
                        <a:rPr lang="en-US" dirty="0"/>
                        <a:t>ID</a:t>
                      </a:r>
                      <a:endParaRPr lang="en-BE" dirty="0"/>
                    </a:p>
                  </a:txBody>
                  <a:tcPr anchor="ctr">
                    <a:solidFill>
                      <a:schemeClr val="accent2"/>
                    </a:solidFill>
                  </a:tcPr>
                </a:tc>
                <a:tc>
                  <a:txBody>
                    <a:bodyPr/>
                    <a:lstStyle/>
                    <a:p>
                      <a:pPr algn="ctr"/>
                      <a:r>
                        <a:rPr lang="en-US" dirty="0"/>
                        <a:t>Age</a:t>
                      </a:r>
                      <a:endParaRPr lang="en-BE" dirty="0"/>
                    </a:p>
                  </a:txBody>
                  <a:tcPr anchor="ctr">
                    <a:solidFill>
                      <a:schemeClr val="accent2"/>
                    </a:solidFill>
                  </a:tcPr>
                </a:tc>
                <a:tc>
                  <a:txBody>
                    <a:bodyPr/>
                    <a:lstStyle/>
                    <a:p>
                      <a:pPr algn="ctr"/>
                      <a:r>
                        <a:rPr lang="en-US" dirty="0"/>
                        <a:t>Profession</a:t>
                      </a:r>
                      <a:endParaRPr lang="en-BE" dirty="0"/>
                    </a:p>
                  </a:txBody>
                  <a:tcPr anchor="ctr">
                    <a:solidFill>
                      <a:schemeClr val="accent2"/>
                    </a:solidFill>
                  </a:tcPr>
                </a:tc>
                <a:tc>
                  <a:txBody>
                    <a:bodyPr/>
                    <a:lstStyle/>
                    <a:p>
                      <a:pPr algn="ctr"/>
                      <a:r>
                        <a:rPr lang="en-US" dirty="0"/>
                        <a:t>Gender</a:t>
                      </a:r>
                      <a:endParaRPr lang="en-BE" dirty="0"/>
                    </a:p>
                  </a:txBody>
                  <a:tcPr anchor="ctr">
                    <a:solidFill>
                      <a:schemeClr val="accent2"/>
                    </a:solidFill>
                  </a:tcPr>
                </a:tc>
                <a:tc>
                  <a:txBody>
                    <a:bodyPr/>
                    <a:lstStyle/>
                    <a:p>
                      <a:pPr algn="ctr"/>
                      <a:r>
                        <a:rPr lang="en-US" dirty="0"/>
                        <a:t>Instagram followers (millions)</a:t>
                      </a:r>
                      <a:endParaRPr lang="en-BE" dirty="0"/>
                    </a:p>
                  </a:txBody>
                  <a:tcPr anchor="ctr">
                    <a:solidFill>
                      <a:schemeClr val="accent2"/>
                    </a:solidFill>
                  </a:tcPr>
                </a:tc>
                <a:extLst>
                  <a:ext uri="{0D108BD9-81ED-4DB2-BD59-A6C34878D82A}">
                    <a16:rowId xmlns:a16="http://schemas.microsoft.com/office/drawing/2014/main" val="2694819884"/>
                  </a:ext>
                </a:extLst>
              </a:tr>
              <a:tr h="6465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HHF73KK02051985M</a:t>
                      </a:r>
                      <a:endParaRPr lang="en-BE" dirty="0"/>
                    </a:p>
                  </a:txBody>
                  <a:tcPr anchor="ctr">
                    <a:solidFill>
                      <a:schemeClr val="bg1">
                        <a:lumMod val="95000"/>
                      </a:schemeClr>
                    </a:solidFill>
                  </a:tcPr>
                </a:tc>
                <a:tc>
                  <a:txBody>
                    <a:bodyPr/>
                    <a:lstStyle/>
                    <a:p>
                      <a:pPr algn="ctr"/>
                      <a:r>
                        <a:rPr lang="en-US" dirty="0"/>
                        <a:t>40</a:t>
                      </a:r>
                      <a:endParaRPr lang="en-BE" dirty="0"/>
                    </a:p>
                  </a:txBody>
                  <a:tcPr anchor="ctr">
                    <a:solidFill>
                      <a:schemeClr val="bg1">
                        <a:lumMod val="95000"/>
                      </a:schemeClr>
                    </a:solidFill>
                  </a:tcPr>
                </a:tc>
                <a:tc>
                  <a:txBody>
                    <a:bodyPr/>
                    <a:lstStyle/>
                    <a:p>
                      <a:pPr algn="ctr"/>
                      <a:r>
                        <a:rPr lang="en-US" dirty="0"/>
                        <a:t>Athlete</a:t>
                      </a:r>
                      <a:endParaRPr lang="en-BE" dirty="0"/>
                    </a:p>
                  </a:txBody>
                  <a:tcPr anchor="ctr">
                    <a:solidFill>
                      <a:schemeClr val="bg1">
                        <a:lumMod val="95000"/>
                      </a:schemeClr>
                    </a:solidFill>
                  </a:tcPr>
                </a:tc>
                <a:tc>
                  <a:txBody>
                    <a:bodyPr/>
                    <a:lstStyle/>
                    <a:p>
                      <a:pPr algn="ctr"/>
                      <a:r>
                        <a:rPr lang="en-US" dirty="0"/>
                        <a:t>Not disclosed</a:t>
                      </a:r>
                      <a:endParaRPr lang="en-BE" dirty="0"/>
                    </a:p>
                  </a:txBody>
                  <a:tcPr anchor="ctr">
                    <a:solidFill>
                      <a:schemeClr val="bg1">
                        <a:lumMod val="95000"/>
                      </a:schemeClr>
                    </a:solidFill>
                  </a:tcPr>
                </a:tc>
                <a:tc>
                  <a:txBody>
                    <a:bodyPr/>
                    <a:lstStyle/>
                    <a:p>
                      <a:pPr algn="ctr"/>
                      <a:r>
                        <a:rPr lang="en-US" dirty="0"/>
                        <a:t>600-700</a:t>
                      </a:r>
                      <a:endParaRPr lang="en-BE" dirty="0"/>
                    </a:p>
                  </a:txBody>
                  <a:tcPr anchor="ctr">
                    <a:solidFill>
                      <a:schemeClr val="bg1">
                        <a:lumMod val="95000"/>
                      </a:schemeClr>
                    </a:solidFill>
                  </a:tcPr>
                </a:tc>
                <a:extLst>
                  <a:ext uri="{0D108BD9-81ED-4DB2-BD59-A6C34878D82A}">
                    <a16:rowId xmlns:a16="http://schemas.microsoft.com/office/drawing/2014/main" val="3428701287"/>
                  </a:ext>
                </a:extLst>
              </a:tr>
              <a:tr h="646539">
                <a:tc>
                  <a:txBody>
                    <a:bodyPr/>
                    <a:lstStyle/>
                    <a:p>
                      <a:pPr algn="ctr"/>
                      <a:r>
                        <a:rPr lang="en-US" dirty="0"/>
                        <a:t>JKF34KK05021972M</a:t>
                      </a:r>
                      <a:endParaRPr lang="en-BE" dirty="0"/>
                    </a:p>
                  </a:txBody>
                  <a:tcPr anchor="ctr">
                    <a:solidFill>
                      <a:schemeClr val="bg1">
                        <a:lumMod val="85000"/>
                      </a:schemeClr>
                    </a:solidFill>
                  </a:tcPr>
                </a:tc>
                <a:tc>
                  <a:txBody>
                    <a:bodyPr/>
                    <a:lstStyle/>
                    <a:p>
                      <a:pPr algn="ctr"/>
                      <a:r>
                        <a:rPr lang="en-US" dirty="0"/>
                        <a:t>53</a:t>
                      </a:r>
                      <a:endParaRPr lang="en-BE" dirty="0"/>
                    </a:p>
                  </a:txBody>
                  <a:tcPr anchor="ctr">
                    <a:solidFill>
                      <a:schemeClr val="bg1">
                        <a:lumMod val="85000"/>
                      </a:schemeClr>
                    </a:solidFill>
                  </a:tcPr>
                </a:tc>
                <a:tc>
                  <a:txBody>
                    <a:bodyPr/>
                    <a:lstStyle/>
                    <a:p>
                      <a:pPr algn="ctr"/>
                      <a:r>
                        <a:rPr lang="en-US" dirty="0"/>
                        <a:t>Actor</a:t>
                      </a:r>
                      <a:endParaRPr lang="en-BE" dirty="0"/>
                    </a:p>
                  </a:txBody>
                  <a:tcPr anchor="ctr">
                    <a:solidFill>
                      <a:schemeClr val="bg1">
                        <a:lumMod val="85000"/>
                      </a:schemeClr>
                    </a:solidFill>
                  </a:tcPr>
                </a:tc>
                <a:tc>
                  <a:txBody>
                    <a:bodyPr/>
                    <a:lstStyle/>
                    <a:p>
                      <a:pPr algn="ctr"/>
                      <a:r>
                        <a:rPr lang="en-US" dirty="0"/>
                        <a:t>Male</a:t>
                      </a:r>
                      <a:endParaRPr lang="en-BE" dirty="0"/>
                    </a:p>
                  </a:txBody>
                  <a:tcPr anchor="ctr">
                    <a:solidFill>
                      <a:schemeClr val="bg1">
                        <a:lumMod val="85000"/>
                      </a:schemeClr>
                    </a:solidFill>
                  </a:tcPr>
                </a:tc>
                <a:tc>
                  <a:txBody>
                    <a:bodyPr/>
                    <a:lstStyle/>
                    <a:p>
                      <a:pPr algn="ctr"/>
                      <a:r>
                        <a:rPr lang="en-US" dirty="0"/>
                        <a:t>200-600</a:t>
                      </a:r>
                      <a:endParaRPr lang="en-BE" dirty="0"/>
                    </a:p>
                  </a:txBody>
                  <a:tcPr anchor="ctr">
                    <a:solidFill>
                      <a:schemeClr val="bg1">
                        <a:lumMod val="85000"/>
                      </a:schemeClr>
                    </a:solidFill>
                  </a:tcPr>
                </a:tc>
                <a:extLst>
                  <a:ext uri="{0D108BD9-81ED-4DB2-BD59-A6C34878D82A}">
                    <a16:rowId xmlns:a16="http://schemas.microsoft.com/office/drawing/2014/main" val="761239381"/>
                  </a:ext>
                </a:extLst>
              </a:tr>
              <a:tr h="646539">
                <a:tc>
                  <a:txBody>
                    <a:bodyPr/>
                    <a:lstStyle/>
                    <a:p>
                      <a:pPr algn="ctr"/>
                      <a:r>
                        <a:rPr lang="en-US" dirty="0"/>
                        <a:t>IIL37IK09171950M</a:t>
                      </a:r>
                      <a:endParaRPr lang="en-BE" dirty="0"/>
                    </a:p>
                  </a:txBody>
                  <a:tcPr anchor="ctr">
                    <a:solidFill>
                      <a:schemeClr val="bg1">
                        <a:lumMod val="95000"/>
                      </a:schemeClr>
                    </a:solidFill>
                  </a:tcPr>
                </a:tc>
                <a:tc>
                  <a:txBody>
                    <a:bodyPr/>
                    <a:lstStyle/>
                    <a:p>
                      <a:pPr algn="ctr"/>
                      <a:r>
                        <a:rPr lang="en-US" dirty="0"/>
                        <a:t>NA</a:t>
                      </a:r>
                      <a:endParaRPr lang="en-BE" dirty="0"/>
                    </a:p>
                  </a:txBody>
                  <a:tcPr anchor="ctr">
                    <a:solidFill>
                      <a:schemeClr val="bg1">
                        <a:lumMod val="95000"/>
                      </a:schemeClr>
                    </a:solidFill>
                  </a:tcPr>
                </a:tc>
                <a:tc>
                  <a:txBody>
                    <a:bodyPr/>
                    <a:lstStyle/>
                    <a:p>
                      <a:pPr algn="ctr"/>
                      <a:r>
                        <a:rPr lang="en-US" dirty="0"/>
                        <a:t>Politician</a:t>
                      </a:r>
                      <a:endParaRPr lang="en-BE" dirty="0"/>
                    </a:p>
                  </a:txBody>
                  <a:tcPr anchor="ctr">
                    <a:solidFill>
                      <a:schemeClr val="bg1">
                        <a:lumMod val="95000"/>
                      </a:schemeClr>
                    </a:solidFill>
                  </a:tcPr>
                </a:tc>
                <a:tc>
                  <a:txBody>
                    <a:bodyPr/>
                    <a:lstStyle/>
                    <a:p>
                      <a:pPr algn="ctr"/>
                      <a:r>
                        <a:rPr lang="en-US" dirty="0"/>
                        <a:t>Not disclosed</a:t>
                      </a:r>
                      <a:endParaRPr lang="en-BE" dirty="0"/>
                    </a:p>
                  </a:txBody>
                  <a:tcPr anchor="ctr">
                    <a:solidFill>
                      <a:schemeClr val="bg1">
                        <a:lumMod val="95000"/>
                      </a:schemeClr>
                    </a:solidFill>
                  </a:tcPr>
                </a:tc>
                <a:tc>
                  <a:txBody>
                    <a:bodyPr/>
                    <a:lstStyle/>
                    <a:p>
                      <a:pPr algn="ctr"/>
                      <a:r>
                        <a:rPr lang="en-US" dirty="0"/>
                        <a:t>90+</a:t>
                      </a:r>
                      <a:endParaRPr lang="en-BE" dirty="0"/>
                    </a:p>
                  </a:txBody>
                  <a:tcPr anchor="ctr">
                    <a:solidFill>
                      <a:schemeClr val="bg1">
                        <a:lumMod val="95000"/>
                      </a:schemeClr>
                    </a:solidFill>
                  </a:tcPr>
                </a:tc>
                <a:extLst>
                  <a:ext uri="{0D108BD9-81ED-4DB2-BD59-A6C34878D82A}">
                    <a16:rowId xmlns:a16="http://schemas.microsoft.com/office/drawing/2014/main" val="2515608860"/>
                  </a:ext>
                </a:extLst>
              </a:tr>
            </a:tbl>
          </a:graphicData>
        </a:graphic>
      </p:graphicFrame>
      <p:sp>
        <p:nvSpPr>
          <p:cNvPr id="6" name="Rectangle 5">
            <a:extLst>
              <a:ext uri="{FF2B5EF4-FFF2-40B4-BE49-F238E27FC236}">
                <a16:creationId xmlns:a16="http://schemas.microsoft.com/office/drawing/2014/main" id="{E9C3F576-9DB7-2824-153B-ECF79E1623C5}"/>
              </a:ext>
            </a:extLst>
          </p:cNvPr>
          <p:cNvSpPr/>
          <p:nvPr/>
        </p:nvSpPr>
        <p:spPr>
          <a:xfrm>
            <a:off x="787400" y="3962400"/>
            <a:ext cx="10947400" cy="7032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265832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346-7921-3BA5-7C4E-0E9527BD5A3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B8A03B2-BE23-EFF1-633B-E86137685B7A}"/>
              </a:ext>
            </a:extLst>
          </p:cNvPr>
          <p:cNvSpPr/>
          <p:nvPr/>
        </p:nvSpPr>
        <p:spPr>
          <a:xfrm>
            <a:off x="0" y="0"/>
            <a:ext cx="12192000" cy="6858000"/>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0" name="Freeform: Shape 9">
            <a:extLst>
              <a:ext uri="{FF2B5EF4-FFF2-40B4-BE49-F238E27FC236}">
                <a16:creationId xmlns:a16="http://schemas.microsoft.com/office/drawing/2014/main" id="{2BC43DD4-2AD7-CE77-666F-72A901FFB36E}"/>
              </a:ext>
            </a:extLst>
          </p:cNvPr>
          <p:cNvSpPr/>
          <p:nvPr/>
        </p:nvSpPr>
        <p:spPr>
          <a:xfrm rot="5400000">
            <a:off x="4474690" y="5611373"/>
            <a:ext cx="2290034" cy="164978"/>
          </a:xfrm>
          <a:custGeom>
            <a:avLst/>
            <a:gdLst>
              <a:gd name="connsiteX0" fmla="*/ 0 w 2290034"/>
              <a:gd name="connsiteY0" fmla="*/ 0 h 164978"/>
              <a:gd name="connsiteX1" fmla="*/ 2290034 w 2290034"/>
              <a:gd name="connsiteY1" fmla="*/ 0 h 164978"/>
              <a:gd name="connsiteX2" fmla="*/ 2290034 w 2290034"/>
              <a:gd name="connsiteY2" fmla="*/ 164979 h 164978"/>
              <a:gd name="connsiteX3" fmla="*/ 0 w 2290034"/>
              <a:gd name="connsiteY3" fmla="*/ 164979 h 164978"/>
            </a:gdLst>
            <a:ahLst/>
            <a:cxnLst>
              <a:cxn ang="0">
                <a:pos x="connsiteX0" y="connsiteY0"/>
              </a:cxn>
              <a:cxn ang="0">
                <a:pos x="connsiteX1" y="connsiteY1"/>
              </a:cxn>
              <a:cxn ang="0">
                <a:pos x="connsiteX2" y="connsiteY2"/>
              </a:cxn>
              <a:cxn ang="0">
                <a:pos x="connsiteX3" y="connsiteY3"/>
              </a:cxn>
            </a:cxnLst>
            <a:rect l="l" t="t" r="r" b="b"/>
            <a:pathLst>
              <a:path w="2290034" h="164978">
                <a:moveTo>
                  <a:pt x="0" y="0"/>
                </a:moveTo>
                <a:lnTo>
                  <a:pt x="2290034" y="0"/>
                </a:lnTo>
                <a:lnTo>
                  <a:pt x="2290034" y="164979"/>
                </a:lnTo>
                <a:lnTo>
                  <a:pt x="0" y="164979"/>
                </a:lnTo>
                <a:close/>
              </a:path>
            </a:pathLst>
          </a:custGeom>
          <a:solidFill>
            <a:srgbClr val="C4AFD3"/>
          </a:solidFill>
          <a:ln w="23644" cap="flat">
            <a:solidFill>
              <a:schemeClr val="accent3"/>
            </a:solidFill>
            <a:prstDash val="solid"/>
            <a:miter/>
          </a:ln>
        </p:spPr>
        <p:txBody>
          <a:bodyPr rtlCol="0" anchor="ctr"/>
          <a:lstStyle/>
          <a:p>
            <a:endParaRPr lang="en-BE"/>
          </a:p>
        </p:txBody>
      </p:sp>
      <p:grpSp>
        <p:nvGrpSpPr>
          <p:cNvPr id="12" name="Graphic 7">
            <a:extLst>
              <a:ext uri="{FF2B5EF4-FFF2-40B4-BE49-F238E27FC236}">
                <a16:creationId xmlns:a16="http://schemas.microsoft.com/office/drawing/2014/main" id="{F0EEF9D9-11C6-C675-A5FD-FC75C93EAB7D}"/>
              </a:ext>
            </a:extLst>
          </p:cNvPr>
          <p:cNvGrpSpPr/>
          <p:nvPr/>
        </p:nvGrpSpPr>
        <p:grpSpPr>
          <a:xfrm>
            <a:off x="7209402" y="5059077"/>
            <a:ext cx="1600802" cy="1779984"/>
            <a:chOff x="9952602" y="5059077"/>
            <a:chExt cx="1600802" cy="1779984"/>
          </a:xfrm>
        </p:grpSpPr>
        <p:sp>
          <p:nvSpPr>
            <p:cNvPr id="13" name="Freeform: Shape 12">
              <a:extLst>
                <a:ext uri="{FF2B5EF4-FFF2-40B4-BE49-F238E27FC236}">
                  <a16:creationId xmlns:a16="http://schemas.microsoft.com/office/drawing/2014/main" id="{6E8F1559-F411-D2F0-A7E9-C02DD2E45C87}"/>
                </a:ext>
              </a:extLst>
            </p:cNvPr>
            <p:cNvSpPr/>
            <p:nvPr/>
          </p:nvSpPr>
          <p:spPr>
            <a:xfrm>
              <a:off x="10636553" y="5196013"/>
              <a:ext cx="242187" cy="460519"/>
            </a:xfrm>
            <a:custGeom>
              <a:avLst/>
              <a:gdLst>
                <a:gd name="connsiteX0" fmla="*/ 0 w 242187"/>
                <a:gd name="connsiteY0" fmla="*/ 0 h 460519"/>
                <a:gd name="connsiteX1" fmla="*/ 242187 w 242187"/>
                <a:gd name="connsiteY1" fmla="*/ 0 h 460519"/>
                <a:gd name="connsiteX2" fmla="*/ 242187 w 242187"/>
                <a:gd name="connsiteY2" fmla="*/ 460520 h 460519"/>
                <a:gd name="connsiteX3" fmla="*/ 0 w 242187"/>
                <a:gd name="connsiteY3" fmla="*/ 460520 h 460519"/>
              </a:gdLst>
              <a:ahLst/>
              <a:cxnLst>
                <a:cxn ang="0">
                  <a:pos x="connsiteX0" y="connsiteY0"/>
                </a:cxn>
                <a:cxn ang="0">
                  <a:pos x="connsiteX1" y="connsiteY1"/>
                </a:cxn>
                <a:cxn ang="0">
                  <a:pos x="connsiteX2" y="connsiteY2"/>
                </a:cxn>
                <a:cxn ang="0">
                  <a:pos x="connsiteX3" y="connsiteY3"/>
                </a:cxn>
              </a:cxnLst>
              <a:rect l="l" t="t" r="r" b="b"/>
              <a:pathLst>
                <a:path w="242187" h="460519">
                  <a:moveTo>
                    <a:pt x="0" y="0"/>
                  </a:moveTo>
                  <a:lnTo>
                    <a:pt x="242187" y="0"/>
                  </a:lnTo>
                  <a:lnTo>
                    <a:pt x="242187" y="460520"/>
                  </a:lnTo>
                  <a:lnTo>
                    <a:pt x="0" y="460520"/>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14" name="Freeform: Shape 13">
              <a:extLst>
                <a:ext uri="{FF2B5EF4-FFF2-40B4-BE49-F238E27FC236}">
                  <a16:creationId xmlns:a16="http://schemas.microsoft.com/office/drawing/2014/main" id="{54361B0D-BE04-90C6-F32D-8929C199EBE6}"/>
                </a:ext>
              </a:extLst>
            </p:cNvPr>
            <p:cNvSpPr/>
            <p:nvPr/>
          </p:nvSpPr>
          <p:spPr>
            <a:xfrm>
              <a:off x="10714490" y="5656533"/>
              <a:ext cx="86495" cy="752419"/>
            </a:xfrm>
            <a:custGeom>
              <a:avLst/>
              <a:gdLst>
                <a:gd name="connsiteX0" fmla="*/ 0 w 86495"/>
                <a:gd name="connsiteY0" fmla="*/ 0 h 752419"/>
                <a:gd name="connsiteX1" fmla="*/ 86495 w 86495"/>
                <a:gd name="connsiteY1" fmla="*/ 0 h 752419"/>
                <a:gd name="connsiteX2" fmla="*/ 86495 w 86495"/>
                <a:gd name="connsiteY2" fmla="*/ 752419 h 752419"/>
                <a:gd name="connsiteX3" fmla="*/ 0 w 86495"/>
                <a:gd name="connsiteY3" fmla="*/ 752419 h 752419"/>
              </a:gdLst>
              <a:ahLst/>
              <a:cxnLst>
                <a:cxn ang="0">
                  <a:pos x="connsiteX0" y="connsiteY0"/>
                </a:cxn>
                <a:cxn ang="0">
                  <a:pos x="connsiteX1" y="connsiteY1"/>
                </a:cxn>
                <a:cxn ang="0">
                  <a:pos x="connsiteX2" y="connsiteY2"/>
                </a:cxn>
                <a:cxn ang="0">
                  <a:pos x="connsiteX3" y="connsiteY3"/>
                </a:cxn>
              </a:cxnLst>
              <a:rect l="l" t="t" r="r" b="b"/>
              <a:pathLst>
                <a:path w="86495" h="752419">
                  <a:moveTo>
                    <a:pt x="0" y="0"/>
                  </a:moveTo>
                  <a:lnTo>
                    <a:pt x="86495" y="0"/>
                  </a:lnTo>
                  <a:lnTo>
                    <a:pt x="86495" y="752419"/>
                  </a:lnTo>
                  <a:lnTo>
                    <a:pt x="0" y="752419"/>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15" name="Freeform: Shape 14">
              <a:extLst>
                <a:ext uri="{FF2B5EF4-FFF2-40B4-BE49-F238E27FC236}">
                  <a16:creationId xmlns:a16="http://schemas.microsoft.com/office/drawing/2014/main" id="{417C2771-A366-5D83-4CB6-021F5DC24746}"/>
                </a:ext>
              </a:extLst>
            </p:cNvPr>
            <p:cNvSpPr/>
            <p:nvPr/>
          </p:nvSpPr>
          <p:spPr>
            <a:xfrm>
              <a:off x="10107019" y="5059077"/>
              <a:ext cx="1301619" cy="188468"/>
            </a:xfrm>
            <a:custGeom>
              <a:avLst/>
              <a:gdLst>
                <a:gd name="connsiteX0" fmla="*/ 1207476 w 1301619"/>
                <a:gd name="connsiteY0" fmla="*/ 0 h 188468"/>
                <a:gd name="connsiteX1" fmla="*/ 1301619 w 1301619"/>
                <a:gd name="connsiteY1" fmla="*/ 94144 h 188468"/>
                <a:gd name="connsiteX2" fmla="*/ 1301619 w 1301619"/>
                <a:gd name="connsiteY2" fmla="*/ 94326 h 188468"/>
                <a:gd name="connsiteX3" fmla="*/ 1207476 w 1301619"/>
                <a:gd name="connsiteY3" fmla="*/ 188469 h 188468"/>
                <a:gd name="connsiteX4" fmla="*/ 94143 w 1301619"/>
                <a:gd name="connsiteY4" fmla="*/ 188469 h 188468"/>
                <a:gd name="connsiteX5" fmla="*/ 0 w 1301619"/>
                <a:gd name="connsiteY5" fmla="*/ 94326 h 188468"/>
                <a:gd name="connsiteX6" fmla="*/ 0 w 1301619"/>
                <a:gd name="connsiteY6" fmla="*/ 94144 h 188468"/>
                <a:gd name="connsiteX7" fmla="*/ 94143 w 1301619"/>
                <a:gd name="connsiteY7" fmla="*/ 0 h 18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1619" h="188468">
                  <a:moveTo>
                    <a:pt x="1207476" y="0"/>
                  </a:moveTo>
                  <a:cubicBezTo>
                    <a:pt x="1259470" y="0"/>
                    <a:pt x="1301619" y="42149"/>
                    <a:pt x="1301619" y="94144"/>
                  </a:cubicBezTo>
                  <a:lnTo>
                    <a:pt x="1301619" y="94326"/>
                  </a:lnTo>
                  <a:cubicBezTo>
                    <a:pt x="1301619" y="146320"/>
                    <a:pt x="1259470" y="188469"/>
                    <a:pt x="1207476" y="188469"/>
                  </a:cubicBezTo>
                  <a:lnTo>
                    <a:pt x="94143" y="188469"/>
                  </a:lnTo>
                  <a:cubicBezTo>
                    <a:pt x="42149" y="188469"/>
                    <a:pt x="0" y="146320"/>
                    <a:pt x="0" y="94326"/>
                  </a:cubicBezTo>
                  <a:lnTo>
                    <a:pt x="0" y="94144"/>
                  </a:lnTo>
                  <a:cubicBezTo>
                    <a:pt x="0" y="42149"/>
                    <a:pt x="42149" y="0"/>
                    <a:pt x="94143" y="0"/>
                  </a:cubicBezTo>
                  <a:close/>
                </a:path>
              </a:pathLst>
            </a:custGeom>
            <a:solidFill>
              <a:srgbClr val="FFFFFF"/>
            </a:solidFill>
            <a:ln w="23644" cap="flat">
              <a:solidFill>
                <a:schemeClr val="accent3"/>
              </a:solidFill>
              <a:prstDash val="solid"/>
              <a:miter/>
            </a:ln>
          </p:spPr>
          <p:txBody>
            <a:bodyPr rtlCol="0" anchor="ctr"/>
            <a:lstStyle/>
            <a:p>
              <a:endParaRPr lang="en-BE"/>
            </a:p>
          </p:txBody>
        </p:sp>
        <p:grpSp>
          <p:nvGrpSpPr>
            <p:cNvPr id="16" name="Graphic 7">
              <a:extLst>
                <a:ext uri="{FF2B5EF4-FFF2-40B4-BE49-F238E27FC236}">
                  <a16:creationId xmlns:a16="http://schemas.microsoft.com/office/drawing/2014/main" id="{B6081A14-D607-0401-D9C8-98EBC993F092}"/>
                </a:ext>
              </a:extLst>
            </p:cNvPr>
            <p:cNvGrpSpPr/>
            <p:nvPr/>
          </p:nvGrpSpPr>
          <p:grpSpPr>
            <a:xfrm>
              <a:off x="9952602" y="6379270"/>
              <a:ext cx="299365" cy="459791"/>
              <a:chOff x="9952602" y="6379270"/>
              <a:chExt cx="299365" cy="459791"/>
            </a:xfrm>
          </p:grpSpPr>
          <p:sp>
            <p:nvSpPr>
              <p:cNvPr id="17" name="Freeform: Shape 16">
                <a:extLst>
                  <a:ext uri="{FF2B5EF4-FFF2-40B4-BE49-F238E27FC236}">
                    <a16:creationId xmlns:a16="http://schemas.microsoft.com/office/drawing/2014/main" id="{942FDC66-C863-69D4-A0BA-A50A27739556}"/>
                  </a:ext>
                </a:extLst>
              </p:cNvPr>
              <p:cNvSpPr/>
              <p:nvPr/>
            </p:nvSpPr>
            <p:spPr>
              <a:xfrm>
                <a:off x="10102285"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18" name="Graphic 7">
                <a:extLst>
                  <a:ext uri="{FF2B5EF4-FFF2-40B4-BE49-F238E27FC236}">
                    <a16:creationId xmlns:a16="http://schemas.microsoft.com/office/drawing/2014/main" id="{D2853066-9F66-8DBA-EC2C-9222734107B5}"/>
                  </a:ext>
                </a:extLst>
              </p:cNvPr>
              <p:cNvGrpSpPr/>
              <p:nvPr/>
            </p:nvGrpSpPr>
            <p:grpSpPr>
              <a:xfrm>
                <a:off x="9952602" y="6539696"/>
                <a:ext cx="299365" cy="299365"/>
                <a:chOff x="9952602" y="6539696"/>
                <a:chExt cx="299365" cy="299365"/>
              </a:xfrm>
            </p:grpSpPr>
            <p:sp>
              <p:nvSpPr>
                <p:cNvPr id="19" name="Freeform: Shape 18">
                  <a:extLst>
                    <a:ext uri="{FF2B5EF4-FFF2-40B4-BE49-F238E27FC236}">
                      <a16:creationId xmlns:a16="http://schemas.microsoft.com/office/drawing/2014/main" id="{62111937-8A30-6653-261D-E1114329051A}"/>
                    </a:ext>
                  </a:extLst>
                </p:cNvPr>
                <p:cNvSpPr/>
                <p:nvPr/>
              </p:nvSpPr>
              <p:spPr>
                <a:xfrm>
                  <a:off x="9952602" y="6539696"/>
                  <a:ext cx="299365" cy="299365"/>
                </a:xfrm>
                <a:custGeom>
                  <a:avLst/>
                  <a:gdLst>
                    <a:gd name="connsiteX0" fmla="*/ 299365 w 299365"/>
                    <a:gd name="connsiteY0" fmla="*/ 149683 h 299365"/>
                    <a:gd name="connsiteX1" fmla="*/ 149683 w 299365"/>
                    <a:gd name="connsiteY1" fmla="*/ 299365 h 299365"/>
                    <a:gd name="connsiteX2" fmla="*/ 0 w 299365"/>
                    <a:gd name="connsiteY2" fmla="*/ 149683 h 299365"/>
                    <a:gd name="connsiteX3" fmla="*/ 149683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3" y="299365"/>
                      </a:cubicBezTo>
                      <a:cubicBezTo>
                        <a:pt x="67015" y="299365"/>
                        <a:pt x="0" y="232350"/>
                        <a:pt x="0" y="149683"/>
                      </a:cubicBezTo>
                      <a:cubicBezTo>
                        <a:pt x="0" y="67015"/>
                        <a:pt x="67015" y="0"/>
                        <a:pt x="149683"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20" name="Freeform: Shape 19">
                  <a:extLst>
                    <a:ext uri="{FF2B5EF4-FFF2-40B4-BE49-F238E27FC236}">
                      <a16:creationId xmlns:a16="http://schemas.microsoft.com/office/drawing/2014/main" id="{62F987B3-0274-3E6F-36D2-CC4D375F9764}"/>
                    </a:ext>
                  </a:extLst>
                </p:cNvPr>
                <p:cNvSpPr/>
                <p:nvPr/>
              </p:nvSpPr>
              <p:spPr>
                <a:xfrm>
                  <a:off x="10039826"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784B9B"/>
                </a:solidFill>
                <a:ln w="23644" cap="flat">
                  <a:solidFill>
                    <a:schemeClr val="accent3"/>
                  </a:solidFill>
                  <a:prstDash val="solid"/>
                  <a:miter/>
                </a:ln>
              </p:spPr>
              <p:txBody>
                <a:bodyPr rtlCol="0" anchor="ctr"/>
                <a:lstStyle/>
                <a:p>
                  <a:endParaRPr lang="en-BE"/>
                </a:p>
              </p:txBody>
            </p:sp>
          </p:grpSp>
        </p:grpSp>
        <p:grpSp>
          <p:nvGrpSpPr>
            <p:cNvPr id="21" name="Graphic 7">
              <a:extLst>
                <a:ext uri="{FF2B5EF4-FFF2-40B4-BE49-F238E27FC236}">
                  <a16:creationId xmlns:a16="http://schemas.microsoft.com/office/drawing/2014/main" id="{BF29144F-ADA0-CA9A-BEFD-319655C0BAC8}"/>
                </a:ext>
              </a:extLst>
            </p:cNvPr>
            <p:cNvGrpSpPr/>
            <p:nvPr/>
          </p:nvGrpSpPr>
          <p:grpSpPr>
            <a:xfrm>
              <a:off x="11254039" y="6379270"/>
              <a:ext cx="299365" cy="459791"/>
              <a:chOff x="11254039" y="6379270"/>
              <a:chExt cx="299365" cy="459791"/>
            </a:xfrm>
          </p:grpSpPr>
          <p:sp>
            <p:nvSpPr>
              <p:cNvPr id="22" name="Freeform: Shape 21">
                <a:extLst>
                  <a:ext uri="{FF2B5EF4-FFF2-40B4-BE49-F238E27FC236}">
                    <a16:creationId xmlns:a16="http://schemas.microsoft.com/office/drawing/2014/main" id="{E0A76C50-6926-2C7C-00BC-C246B71142BF}"/>
                  </a:ext>
                </a:extLst>
              </p:cNvPr>
              <p:cNvSpPr/>
              <p:nvPr/>
            </p:nvSpPr>
            <p:spPr>
              <a:xfrm>
                <a:off x="11403722"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23" name="Graphic 7">
                <a:extLst>
                  <a:ext uri="{FF2B5EF4-FFF2-40B4-BE49-F238E27FC236}">
                    <a16:creationId xmlns:a16="http://schemas.microsoft.com/office/drawing/2014/main" id="{EB1394B8-21D3-4E70-9CF7-CF475F653D10}"/>
                  </a:ext>
                </a:extLst>
              </p:cNvPr>
              <p:cNvGrpSpPr/>
              <p:nvPr/>
            </p:nvGrpSpPr>
            <p:grpSpPr>
              <a:xfrm>
                <a:off x="11254039" y="6539696"/>
                <a:ext cx="299365" cy="299365"/>
                <a:chOff x="11254039" y="6539696"/>
                <a:chExt cx="299365" cy="299365"/>
              </a:xfrm>
            </p:grpSpPr>
            <p:sp>
              <p:nvSpPr>
                <p:cNvPr id="24" name="Freeform: Shape 23">
                  <a:extLst>
                    <a:ext uri="{FF2B5EF4-FFF2-40B4-BE49-F238E27FC236}">
                      <a16:creationId xmlns:a16="http://schemas.microsoft.com/office/drawing/2014/main" id="{13E175E3-787A-4D4B-CB11-CA699072E5B2}"/>
                    </a:ext>
                  </a:extLst>
                </p:cNvPr>
                <p:cNvSpPr/>
                <p:nvPr/>
              </p:nvSpPr>
              <p:spPr>
                <a:xfrm>
                  <a:off x="11254039" y="6539696"/>
                  <a:ext cx="299365" cy="299365"/>
                </a:xfrm>
                <a:custGeom>
                  <a:avLst/>
                  <a:gdLst>
                    <a:gd name="connsiteX0" fmla="*/ 299365 w 299365"/>
                    <a:gd name="connsiteY0" fmla="*/ 149683 h 299365"/>
                    <a:gd name="connsiteX1" fmla="*/ 149683 w 299365"/>
                    <a:gd name="connsiteY1" fmla="*/ 299365 h 299365"/>
                    <a:gd name="connsiteX2" fmla="*/ 0 w 299365"/>
                    <a:gd name="connsiteY2" fmla="*/ 149683 h 299365"/>
                    <a:gd name="connsiteX3" fmla="*/ 149683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3" y="299365"/>
                      </a:cubicBezTo>
                      <a:cubicBezTo>
                        <a:pt x="67015" y="299365"/>
                        <a:pt x="0" y="232350"/>
                        <a:pt x="0" y="149683"/>
                      </a:cubicBezTo>
                      <a:cubicBezTo>
                        <a:pt x="0" y="67015"/>
                        <a:pt x="67015" y="0"/>
                        <a:pt x="149683"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25" name="Freeform: Shape 24">
                  <a:extLst>
                    <a:ext uri="{FF2B5EF4-FFF2-40B4-BE49-F238E27FC236}">
                      <a16:creationId xmlns:a16="http://schemas.microsoft.com/office/drawing/2014/main" id="{F05EDC6F-B7E8-66DB-19AC-AC7C3ADFF70A}"/>
                    </a:ext>
                  </a:extLst>
                </p:cNvPr>
                <p:cNvSpPr/>
                <p:nvPr/>
              </p:nvSpPr>
              <p:spPr>
                <a:xfrm>
                  <a:off x="11341263"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784B9B"/>
                </a:solidFill>
                <a:ln w="23644" cap="flat">
                  <a:solidFill>
                    <a:schemeClr val="accent3"/>
                  </a:solidFill>
                  <a:prstDash val="solid"/>
                  <a:miter/>
                </a:ln>
              </p:spPr>
              <p:txBody>
                <a:bodyPr rtlCol="0" anchor="ctr"/>
                <a:lstStyle/>
                <a:p>
                  <a:endParaRPr lang="en-BE"/>
                </a:p>
              </p:txBody>
            </p:sp>
          </p:grpSp>
        </p:grpSp>
        <p:grpSp>
          <p:nvGrpSpPr>
            <p:cNvPr id="26" name="Graphic 7">
              <a:extLst>
                <a:ext uri="{FF2B5EF4-FFF2-40B4-BE49-F238E27FC236}">
                  <a16:creationId xmlns:a16="http://schemas.microsoft.com/office/drawing/2014/main" id="{4C361D2B-3FB4-1E3E-5B93-9A35A9199739}"/>
                </a:ext>
              </a:extLst>
            </p:cNvPr>
            <p:cNvGrpSpPr/>
            <p:nvPr/>
          </p:nvGrpSpPr>
          <p:grpSpPr>
            <a:xfrm>
              <a:off x="10603412" y="6379270"/>
              <a:ext cx="299365" cy="459791"/>
              <a:chOff x="10603412" y="6379270"/>
              <a:chExt cx="299365" cy="459791"/>
            </a:xfrm>
          </p:grpSpPr>
          <p:sp>
            <p:nvSpPr>
              <p:cNvPr id="27" name="Freeform: Shape 26">
                <a:extLst>
                  <a:ext uri="{FF2B5EF4-FFF2-40B4-BE49-F238E27FC236}">
                    <a16:creationId xmlns:a16="http://schemas.microsoft.com/office/drawing/2014/main" id="{03A51CC2-90F0-1CED-D943-81D7B54BAFBC}"/>
                  </a:ext>
                </a:extLst>
              </p:cNvPr>
              <p:cNvSpPr/>
              <p:nvPr/>
            </p:nvSpPr>
            <p:spPr>
              <a:xfrm>
                <a:off x="10753094"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28" name="Graphic 7">
                <a:extLst>
                  <a:ext uri="{FF2B5EF4-FFF2-40B4-BE49-F238E27FC236}">
                    <a16:creationId xmlns:a16="http://schemas.microsoft.com/office/drawing/2014/main" id="{A9243356-77AA-3EC7-132B-A932CDE88B92}"/>
                  </a:ext>
                </a:extLst>
              </p:cNvPr>
              <p:cNvGrpSpPr/>
              <p:nvPr/>
            </p:nvGrpSpPr>
            <p:grpSpPr>
              <a:xfrm>
                <a:off x="10603412" y="6539696"/>
                <a:ext cx="299365" cy="299365"/>
                <a:chOff x="10603412" y="6539696"/>
                <a:chExt cx="299365" cy="299365"/>
              </a:xfrm>
            </p:grpSpPr>
            <p:sp>
              <p:nvSpPr>
                <p:cNvPr id="29" name="Freeform: Shape 28">
                  <a:extLst>
                    <a:ext uri="{FF2B5EF4-FFF2-40B4-BE49-F238E27FC236}">
                      <a16:creationId xmlns:a16="http://schemas.microsoft.com/office/drawing/2014/main" id="{AB433325-C84C-2433-E4DE-C423EFCF2B9C}"/>
                    </a:ext>
                  </a:extLst>
                </p:cNvPr>
                <p:cNvSpPr/>
                <p:nvPr/>
              </p:nvSpPr>
              <p:spPr>
                <a:xfrm>
                  <a:off x="10603412" y="6539696"/>
                  <a:ext cx="299365" cy="299365"/>
                </a:xfrm>
                <a:custGeom>
                  <a:avLst/>
                  <a:gdLst>
                    <a:gd name="connsiteX0" fmla="*/ 299365 w 299365"/>
                    <a:gd name="connsiteY0" fmla="*/ 149683 h 299365"/>
                    <a:gd name="connsiteX1" fmla="*/ 149682 w 299365"/>
                    <a:gd name="connsiteY1" fmla="*/ 299365 h 299365"/>
                    <a:gd name="connsiteX2" fmla="*/ 0 w 299365"/>
                    <a:gd name="connsiteY2" fmla="*/ 149683 h 299365"/>
                    <a:gd name="connsiteX3" fmla="*/ 149682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2" y="299365"/>
                      </a:cubicBezTo>
                      <a:cubicBezTo>
                        <a:pt x="67015" y="299365"/>
                        <a:pt x="0" y="232350"/>
                        <a:pt x="0" y="149683"/>
                      </a:cubicBezTo>
                      <a:cubicBezTo>
                        <a:pt x="0" y="67015"/>
                        <a:pt x="67015" y="0"/>
                        <a:pt x="149682"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30" name="Freeform: Shape 29">
                  <a:extLst>
                    <a:ext uri="{FF2B5EF4-FFF2-40B4-BE49-F238E27FC236}">
                      <a16:creationId xmlns:a16="http://schemas.microsoft.com/office/drawing/2014/main" id="{86C29A34-CC89-AB4A-0EDA-55C105757A6B}"/>
                    </a:ext>
                  </a:extLst>
                </p:cNvPr>
                <p:cNvSpPr/>
                <p:nvPr/>
              </p:nvSpPr>
              <p:spPr>
                <a:xfrm>
                  <a:off x="10690635"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E83050"/>
                </a:solidFill>
                <a:ln w="23644" cap="flat">
                  <a:solidFill>
                    <a:schemeClr val="accent3"/>
                  </a:solidFill>
                  <a:prstDash val="solid"/>
                  <a:miter/>
                </a:ln>
              </p:spPr>
              <p:txBody>
                <a:bodyPr rtlCol="0" anchor="ctr"/>
                <a:lstStyle/>
                <a:p>
                  <a:endParaRPr lang="en-BE"/>
                </a:p>
              </p:txBody>
            </p:sp>
          </p:grpSp>
        </p:grpSp>
        <p:sp>
          <p:nvSpPr>
            <p:cNvPr id="31" name="Freeform: Shape 30">
              <a:extLst>
                <a:ext uri="{FF2B5EF4-FFF2-40B4-BE49-F238E27FC236}">
                  <a16:creationId xmlns:a16="http://schemas.microsoft.com/office/drawing/2014/main" id="{2D59A95D-5CAB-B4EC-6F98-8CD4DD7AEBEA}"/>
                </a:ext>
              </a:extLst>
            </p:cNvPr>
            <p:cNvSpPr/>
            <p:nvPr/>
          </p:nvSpPr>
          <p:spPr>
            <a:xfrm rot="5400000">
              <a:off x="10709664" y="5728369"/>
              <a:ext cx="86495" cy="1301619"/>
            </a:xfrm>
            <a:custGeom>
              <a:avLst/>
              <a:gdLst>
                <a:gd name="connsiteX0" fmla="*/ 0 w 86495"/>
                <a:gd name="connsiteY0" fmla="*/ 0 h 1301619"/>
                <a:gd name="connsiteX1" fmla="*/ 86495 w 86495"/>
                <a:gd name="connsiteY1" fmla="*/ 0 h 1301619"/>
                <a:gd name="connsiteX2" fmla="*/ 86495 w 86495"/>
                <a:gd name="connsiteY2" fmla="*/ 1301620 h 1301619"/>
                <a:gd name="connsiteX3" fmla="*/ 0 w 86495"/>
                <a:gd name="connsiteY3" fmla="*/ 1301620 h 1301619"/>
              </a:gdLst>
              <a:ahLst/>
              <a:cxnLst>
                <a:cxn ang="0">
                  <a:pos x="connsiteX0" y="connsiteY0"/>
                </a:cxn>
                <a:cxn ang="0">
                  <a:pos x="connsiteX1" y="connsiteY1"/>
                </a:cxn>
                <a:cxn ang="0">
                  <a:pos x="connsiteX2" y="connsiteY2"/>
                </a:cxn>
                <a:cxn ang="0">
                  <a:pos x="connsiteX3" y="connsiteY3"/>
                </a:cxn>
              </a:cxnLst>
              <a:rect l="l" t="t" r="r" b="b"/>
              <a:pathLst>
                <a:path w="86495" h="1301619">
                  <a:moveTo>
                    <a:pt x="0" y="0"/>
                  </a:moveTo>
                  <a:lnTo>
                    <a:pt x="86495" y="0"/>
                  </a:lnTo>
                  <a:lnTo>
                    <a:pt x="86495" y="1301620"/>
                  </a:lnTo>
                  <a:lnTo>
                    <a:pt x="0" y="1301620"/>
                  </a:lnTo>
                  <a:close/>
                </a:path>
              </a:pathLst>
            </a:custGeom>
            <a:solidFill>
              <a:srgbClr val="FFFFFF"/>
            </a:solidFill>
            <a:ln w="23644" cap="flat">
              <a:solidFill>
                <a:schemeClr val="accent3"/>
              </a:solidFill>
              <a:prstDash val="solid"/>
              <a:miter/>
            </a:ln>
          </p:spPr>
          <p:txBody>
            <a:bodyPr rtlCol="0" anchor="ctr"/>
            <a:lstStyle/>
            <a:p>
              <a:endParaRPr lang="en-BE"/>
            </a:p>
          </p:txBody>
        </p:sp>
      </p:grpSp>
      <p:sp>
        <p:nvSpPr>
          <p:cNvPr id="32" name="Freeform: Shape 31">
            <a:extLst>
              <a:ext uri="{FF2B5EF4-FFF2-40B4-BE49-F238E27FC236}">
                <a16:creationId xmlns:a16="http://schemas.microsoft.com/office/drawing/2014/main" id="{B6BD5DFA-94FC-314D-D88E-4460FE930FB8}"/>
              </a:ext>
            </a:extLst>
          </p:cNvPr>
          <p:cNvSpPr/>
          <p:nvPr/>
        </p:nvSpPr>
        <p:spPr>
          <a:xfrm>
            <a:off x="6981236" y="6296599"/>
            <a:ext cx="246921" cy="486219"/>
          </a:xfrm>
          <a:custGeom>
            <a:avLst/>
            <a:gdLst>
              <a:gd name="connsiteX0" fmla="*/ 27496 w 246921"/>
              <a:gd name="connsiteY0" fmla="*/ 418820 h 486219"/>
              <a:gd name="connsiteX1" fmla="*/ 0 w 246921"/>
              <a:gd name="connsiteY1" fmla="*/ 0 h 486219"/>
              <a:gd name="connsiteX2" fmla="*/ 200123 w 246921"/>
              <a:gd name="connsiteY2" fmla="*/ 35873 h 486219"/>
              <a:gd name="connsiteX3" fmla="*/ 246922 w 246921"/>
              <a:gd name="connsiteY3" fmla="*/ 483100 h 486219"/>
              <a:gd name="connsiteX4" fmla="*/ 138028 w 246921"/>
              <a:gd name="connsiteY4" fmla="*/ 472538 h 486219"/>
              <a:gd name="connsiteX5" fmla="*/ 27496 w 246921"/>
              <a:gd name="connsiteY5" fmla="*/ 418820 h 486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921" h="486219">
                <a:moveTo>
                  <a:pt x="27496" y="418820"/>
                </a:moveTo>
                <a:lnTo>
                  <a:pt x="0" y="0"/>
                </a:lnTo>
                <a:lnTo>
                  <a:pt x="200123" y="35873"/>
                </a:lnTo>
                <a:lnTo>
                  <a:pt x="246922" y="483100"/>
                </a:lnTo>
                <a:cubicBezTo>
                  <a:pt x="246922" y="497121"/>
                  <a:pt x="138392" y="458517"/>
                  <a:pt x="138028" y="472538"/>
                </a:cubicBezTo>
                <a:lnTo>
                  <a:pt x="27496" y="418820"/>
                </a:lnTo>
                <a:close/>
              </a:path>
            </a:pathLst>
          </a:custGeom>
          <a:solidFill>
            <a:srgbClr val="FFFFFF"/>
          </a:solidFill>
          <a:ln w="23644" cap="flat">
            <a:solidFill>
              <a:schemeClr val="accent3"/>
            </a:solidFill>
            <a:prstDash val="solid"/>
            <a:round/>
          </a:ln>
        </p:spPr>
        <p:txBody>
          <a:bodyPr rtlCol="0" anchor="ctr"/>
          <a:lstStyle/>
          <a:p>
            <a:endParaRPr lang="en-BE"/>
          </a:p>
        </p:txBody>
      </p:sp>
      <p:sp>
        <p:nvSpPr>
          <p:cNvPr id="33" name="Freeform: Shape 32">
            <a:extLst>
              <a:ext uri="{FF2B5EF4-FFF2-40B4-BE49-F238E27FC236}">
                <a16:creationId xmlns:a16="http://schemas.microsoft.com/office/drawing/2014/main" id="{A4F9632F-BBB7-A856-EFFE-EEAB798C33F4}"/>
              </a:ext>
            </a:extLst>
          </p:cNvPr>
          <p:cNvSpPr/>
          <p:nvPr/>
        </p:nvSpPr>
        <p:spPr>
          <a:xfrm>
            <a:off x="6730222" y="6706132"/>
            <a:ext cx="503945" cy="115266"/>
          </a:xfrm>
          <a:custGeom>
            <a:avLst/>
            <a:gdLst>
              <a:gd name="connsiteX0" fmla="*/ 492291 w 503945"/>
              <a:gd name="connsiteY0" fmla="*/ 40607 h 115266"/>
              <a:gd name="connsiteX1" fmla="*/ 282153 w 503945"/>
              <a:gd name="connsiteY1" fmla="*/ 0 h 115266"/>
              <a:gd name="connsiteX2" fmla="*/ 96597 w 503945"/>
              <a:gd name="connsiteY2" fmla="*/ 35873 h 115266"/>
              <a:gd name="connsiteX3" fmla="*/ 27037 w 503945"/>
              <a:gd name="connsiteY3" fmla="*/ 67193 h 115266"/>
              <a:gd name="connsiteX4" fmla="*/ 87 w 503945"/>
              <a:gd name="connsiteY4" fmla="*/ 115267 h 115266"/>
              <a:gd name="connsiteX5" fmla="*/ 503945 w 503945"/>
              <a:gd name="connsiteY5" fmla="*/ 115267 h 115266"/>
              <a:gd name="connsiteX6" fmla="*/ 492291 w 503945"/>
              <a:gd name="connsiteY6" fmla="*/ 40607 h 1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945" h="115266">
                <a:moveTo>
                  <a:pt x="492291" y="40607"/>
                </a:moveTo>
                <a:lnTo>
                  <a:pt x="282153" y="0"/>
                </a:lnTo>
                <a:lnTo>
                  <a:pt x="96597" y="35873"/>
                </a:lnTo>
                <a:cubicBezTo>
                  <a:pt x="71286" y="40789"/>
                  <a:pt x="46885" y="50805"/>
                  <a:pt x="27037" y="67193"/>
                </a:cubicBezTo>
                <a:cubicBezTo>
                  <a:pt x="11741" y="79758"/>
                  <a:pt x="-1188" y="96146"/>
                  <a:pt x="87" y="115267"/>
                </a:cubicBezTo>
                <a:lnTo>
                  <a:pt x="503945" y="115267"/>
                </a:lnTo>
                <a:lnTo>
                  <a:pt x="492291" y="40607"/>
                </a:lnTo>
                <a:close/>
              </a:path>
            </a:pathLst>
          </a:custGeom>
          <a:solidFill>
            <a:srgbClr val="C4AFD3"/>
          </a:solidFill>
          <a:ln w="23644" cap="flat">
            <a:solidFill>
              <a:schemeClr val="accent3"/>
            </a:solidFill>
            <a:prstDash val="solid"/>
            <a:miter/>
          </a:ln>
        </p:spPr>
        <p:txBody>
          <a:bodyPr rtlCol="0" anchor="ctr"/>
          <a:lstStyle/>
          <a:p>
            <a:endParaRPr lang="en-BE"/>
          </a:p>
        </p:txBody>
      </p:sp>
      <p:sp>
        <p:nvSpPr>
          <p:cNvPr id="34" name="Freeform: Shape 33">
            <a:extLst>
              <a:ext uri="{FF2B5EF4-FFF2-40B4-BE49-F238E27FC236}">
                <a16:creationId xmlns:a16="http://schemas.microsoft.com/office/drawing/2014/main" id="{8EAD0477-CD04-9699-2EB6-48D2FB79E88F}"/>
              </a:ext>
            </a:extLst>
          </p:cNvPr>
          <p:cNvSpPr/>
          <p:nvPr/>
        </p:nvSpPr>
        <p:spPr>
          <a:xfrm>
            <a:off x="6821332" y="4647177"/>
            <a:ext cx="1713106" cy="1730818"/>
          </a:xfrm>
          <a:custGeom>
            <a:avLst/>
            <a:gdLst>
              <a:gd name="connsiteX0" fmla="*/ 1115542 w 1713106"/>
              <a:gd name="connsiteY0" fmla="*/ 182 h 1730818"/>
              <a:gd name="connsiteX1" fmla="*/ 109464 w 1713106"/>
              <a:gd name="connsiteY1" fmla="*/ 140032 h 1730818"/>
              <a:gd name="connsiteX2" fmla="*/ 24 w 1713106"/>
              <a:gd name="connsiteY2" fmla="*/ 252020 h 1730818"/>
              <a:gd name="connsiteX3" fmla="*/ 24061 w 1713106"/>
              <a:gd name="connsiteY3" fmla="*/ 1730819 h 1730818"/>
              <a:gd name="connsiteX4" fmla="*/ 460362 w 1713106"/>
              <a:gd name="connsiteY4" fmla="*/ 1685113 h 1730818"/>
              <a:gd name="connsiteX5" fmla="*/ 449072 w 1713106"/>
              <a:gd name="connsiteY5" fmla="*/ 551568 h 1730818"/>
              <a:gd name="connsiteX6" fmla="*/ 1375756 w 1713106"/>
              <a:gd name="connsiteY6" fmla="*/ 448684 h 1730818"/>
              <a:gd name="connsiteX7" fmla="*/ 1712087 w 1713106"/>
              <a:gd name="connsiteY7" fmla="*/ 22216 h 1730818"/>
              <a:gd name="connsiteX8" fmla="*/ 1708627 w 1713106"/>
              <a:gd name="connsiteY8" fmla="*/ 14932 h 1730818"/>
              <a:gd name="connsiteX9" fmla="*/ 1115542 w 1713106"/>
              <a:gd name="connsiteY9" fmla="*/ 0 h 173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106" h="1730818">
                <a:moveTo>
                  <a:pt x="1115542" y="182"/>
                </a:moveTo>
                <a:lnTo>
                  <a:pt x="109464" y="140032"/>
                </a:lnTo>
                <a:cubicBezTo>
                  <a:pt x="48097" y="140032"/>
                  <a:pt x="-1251" y="190472"/>
                  <a:pt x="24" y="252020"/>
                </a:cubicBezTo>
                <a:lnTo>
                  <a:pt x="24061" y="1730819"/>
                </a:lnTo>
                <a:lnTo>
                  <a:pt x="460362" y="1685113"/>
                </a:lnTo>
                <a:lnTo>
                  <a:pt x="449072" y="551568"/>
                </a:lnTo>
                <a:lnTo>
                  <a:pt x="1375756" y="448684"/>
                </a:lnTo>
                <a:lnTo>
                  <a:pt x="1712087" y="22216"/>
                </a:lnTo>
                <a:cubicBezTo>
                  <a:pt x="1714454" y="19302"/>
                  <a:pt x="1712451" y="14932"/>
                  <a:pt x="1708627" y="14932"/>
                </a:cubicBezTo>
                <a:lnTo>
                  <a:pt x="1115542" y="0"/>
                </a:lnTo>
                <a:close/>
              </a:path>
            </a:pathLst>
          </a:custGeom>
          <a:solidFill>
            <a:srgbClr val="784B9B"/>
          </a:solidFill>
          <a:ln w="23644" cap="flat">
            <a:solidFill>
              <a:schemeClr val="accent3"/>
            </a:solidFill>
            <a:prstDash val="solid"/>
            <a:round/>
          </a:ln>
        </p:spPr>
        <p:txBody>
          <a:bodyPr rtlCol="0" anchor="ctr"/>
          <a:lstStyle/>
          <a:p>
            <a:endParaRPr lang="en-BE"/>
          </a:p>
        </p:txBody>
      </p:sp>
      <p:sp>
        <p:nvSpPr>
          <p:cNvPr id="36" name="Freeform: Shape 35">
            <a:extLst>
              <a:ext uri="{FF2B5EF4-FFF2-40B4-BE49-F238E27FC236}">
                <a16:creationId xmlns:a16="http://schemas.microsoft.com/office/drawing/2014/main" id="{07DA453F-F05A-3882-FB0B-D0F19040A886}"/>
              </a:ext>
            </a:extLst>
          </p:cNvPr>
          <p:cNvSpPr/>
          <p:nvPr/>
        </p:nvSpPr>
        <p:spPr>
          <a:xfrm>
            <a:off x="7785370" y="6278389"/>
            <a:ext cx="302664" cy="454687"/>
          </a:xfrm>
          <a:custGeom>
            <a:avLst/>
            <a:gdLst>
              <a:gd name="connsiteX0" fmla="*/ 77208 w 302664"/>
              <a:gd name="connsiteY0" fmla="*/ 412629 h 454687"/>
              <a:gd name="connsiteX1" fmla="*/ 0 w 302664"/>
              <a:gd name="connsiteY1" fmla="*/ 0 h 454687"/>
              <a:gd name="connsiteX2" fmla="*/ 203036 w 302664"/>
              <a:gd name="connsiteY2" fmla="*/ 11836 h 454687"/>
              <a:gd name="connsiteX3" fmla="*/ 302643 w 302664"/>
              <a:gd name="connsiteY3" fmla="*/ 450322 h 454687"/>
              <a:gd name="connsiteX4" fmla="*/ 193385 w 302664"/>
              <a:gd name="connsiteY4" fmla="*/ 452872 h 454687"/>
              <a:gd name="connsiteX5" fmla="*/ 77208 w 302664"/>
              <a:gd name="connsiteY5" fmla="*/ 412629 h 45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64" h="454687">
                <a:moveTo>
                  <a:pt x="77208" y="412629"/>
                </a:moveTo>
                <a:lnTo>
                  <a:pt x="0" y="0"/>
                </a:lnTo>
                <a:lnTo>
                  <a:pt x="203036" y="11836"/>
                </a:lnTo>
                <a:lnTo>
                  <a:pt x="302643" y="450322"/>
                </a:lnTo>
                <a:cubicBezTo>
                  <a:pt x="304464" y="464344"/>
                  <a:pt x="191929" y="438851"/>
                  <a:pt x="193385" y="452872"/>
                </a:cubicBezTo>
                <a:lnTo>
                  <a:pt x="77208" y="412629"/>
                </a:lnTo>
                <a:close/>
              </a:path>
            </a:pathLst>
          </a:custGeom>
          <a:solidFill>
            <a:srgbClr val="FFFFFF"/>
          </a:solidFill>
          <a:ln w="23644" cap="flat">
            <a:solidFill>
              <a:schemeClr val="accent3"/>
            </a:solidFill>
            <a:prstDash val="solid"/>
            <a:round/>
          </a:ln>
        </p:spPr>
        <p:txBody>
          <a:bodyPr rtlCol="0" anchor="ctr"/>
          <a:lstStyle/>
          <a:p>
            <a:endParaRPr lang="en-BE"/>
          </a:p>
        </p:txBody>
      </p:sp>
      <p:sp>
        <p:nvSpPr>
          <p:cNvPr id="37" name="Freeform: Shape 36">
            <a:extLst>
              <a:ext uri="{FF2B5EF4-FFF2-40B4-BE49-F238E27FC236}">
                <a16:creationId xmlns:a16="http://schemas.microsoft.com/office/drawing/2014/main" id="{3600303B-76DB-4CF2-8EB9-1529F1A179CA}"/>
              </a:ext>
            </a:extLst>
          </p:cNvPr>
          <p:cNvSpPr/>
          <p:nvPr/>
        </p:nvSpPr>
        <p:spPr>
          <a:xfrm>
            <a:off x="7598197" y="6681367"/>
            <a:ext cx="500924" cy="148043"/>
          </a:xfrm>
          <a:custGeom>
            <a:avLst/>
            <a:gdLst>
              <a:gd name="connsiteX0" fmla="*/ 480348 w 500924"/>
              <a:gd name="connsiteY0" fmla="*/ 15478 h 148043"/>
              <a:gd name="connsiteX1" fmla="*/ 266932 w 500924"/>
              <a:gd name="connsiteY1" fmla="*/ 0 h 148043"/>
              <a:gd name="connsiteX2" fmla="*/ 87021 w 500924"/>
              <a:gd name="connsiteY2" fmla="*/ 57724 h 148043"/>
              <a:gd name="connsiteX3" fmla="*/ 21649 w 500924"/>
              <a:gd name="connsiteY3" fmla="*/ 97057 h 148043"/>
              <a:gd name="connsiteX4" fmla="*/ 708 w 500924"/>
              <a:gd name="connsiteY4" fmla="*/ 148044 h 148043"/>
              <a:gd name="connsiteX5" fmla="*/ 500925 w 500924"/>
              <a:gd name="connsiteY5" fmla="*/ 88134 h 148043"/>
              <a:gd name="connsiteX6" fmla="*/ 480530 w 500924"/>
              <a:gd name="connsiteY6" fmla="*/ 15478 h 148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0924" h="148043">
                <a:moveTo>
                  <a:pt x="480348" y="15478"/>
                </a:moveTo>
                <a:lnTo>
                  <a:pt x="266932" y="0"/>
                </a:lnTo>
                <a:lnTo>
                  <a:pt x="87021" y="57724"/>
                </a:lnTo>
                <a:cubicBezTo>
                  <a:pt x="62438" y="65554"/>
                  <a:pt x="39494" y="78483"/>
                  <a:pt x="21649" y="97057"/>
                </a:cubicBezTo>
                <a:cubicBezTo>
                  <a:pt x="7992" y="111260"/>
                  <a:pt x="-2934" y="129106"/>
                  <a:pt x="708" y="148044"/>
                </a:cubicBezTo>
                <a:lnTo>
                  <a:pt x="500925" y="88134"/>
                </a:lnTo>
                <a:lnTo>
                  <a:pt x="480530" y="15478"/>
                </a:lnTo>
                <a:close/>
              </a:path>
            </a:pathLst>
          </a:custGeom>
          <a:solidFill>
            <a:srgbClr val="C4AFD3"/>
          </a:solidFill>
          <a:ln w="23644" cap="flat">
            <a:solidFill>
              <a:schemeClr val="accent3"/>
            </a:solidFill>
            <a:prstDash val="solid"/>
            <a:miter/>
          </a:ln>
        </p:spPr>
        <p:txBody>
          <a:bodyPr rtlCol="0" anchor="ctr"/>
          <a:lstStyle/>
          <a:p>
            <a:endParaRPr lang="en-BE"/>
          </a:p>
        </p:txBody>
      </p:sp>
      <p:grpSp>
        <p:nvGrpSpPr>
          <p:cNvPr id="64" name="Group 63">
            <a:extLst>
              <a:ext uri="{FF2B5EF4-FFF2-40B4-BE49-F238E27FC236}">
                <a16:creationId xmlns:a16="http://schemas.microsoft.com/office/drawing/2014/main" id="{AA147CD3-8D5A-2112-75DC-9172FC349A10}"/>
              </a:ext>
            </a:extLst>
          </p:cNvPr>
          <p:cNvGrpSpPr/>
          <p:nvPr/>
        </p:nvGrpSpPr>
        <p:grpSpPr>
          <a:xfrm rot="19307066">
            <a:off x="6795306" y="3743276"/>
            <a:ext cx="1426921" cy="760883"/>
            <a:chOff x="9191968" y="3323160"/>
            <a:chExt cx="1426921" cy="760883"/>
          </a:xfrm>
          <a:solidFill>
            <a:srgbClr val="C4AFD3"/>
          </a:solidFill>
        </p:grpSpPr>
        <p:sp>
          <p:nvSpPr>
            <p:cNvPr id="35" name="Freeform: Shape 34">
              <a:extLst>
                <a:ext uri="{FF2B5EF4-FFF2-40B4-BE49-F238E27FC236}">
                  <a16:creationId xmlns:a16="http://schemas.microsoft.com/office/drawing/2014/main" id="{2636AADD-C4AB-8DC9-6332-D38147221247}"/>
                </a:ext>
              </a:extLst>
            </p:cNvPr>
            <p:cNvSpPr/>
            <p:nvPr/>
          </p:nvSpPr>
          <p:spPr>
            <a:xfrm>
              <a:off x="9191968" y="3590668"/>
              <a:ext cx="393529" cy="273203"/>
            </a:xfrm>
            <a:custGeom>
              <a:avLst/>
              <a:gdLst>
                <a:gd name="connsiteX0" fmla="*/ 8397 w 393529"/>
                <a:gd name="connsiteY0" fmla="*/ 23298 h 273203"/>
                <a:gd name="connsiteX1" fmla="*/ 188308 w 393529"/>
                <a:gd name="connsiteY1" fmla="*/ 72464 h 273203"/>
                <a:gd name="connsiteX2" fmla="*/ 195409 w 393529"/>
                <a:gd name="connsiteY2" fmla="*/ 69550 h 273203"/>
                <a:gd name="connsiteX3" fmla="*/ 168459 w 393529"/>
                <a:gd name="connsiteY3" fmla="*/ 2721 h 273203"/>
                <a:gd name="connsiteX4" fmla="*/ 292649 w 393529"/>
                <a:gd name="connsiteY4" fmla="*/ 73738 h 273203"/>
                <a:gd name="connsiteX5" fmla="*/ 393529 w 393529"/>
                <a:gd name="connsiteY5" fmla="*/ 158959 h 273203"/>
                <a:gd name="connsiteX6" fmla="*/ 369311 w 393529"/>
                <a:gd name="connsiteY6" fmla="*/ 272951 h 273203"/>
                <a:gd name="connsiteX7" fmla="*/ 167367 w 393529"/>
                <a:gd name="connsiteY7" fmla="*/ 198292 h 273203"/>
                <a:gd name="connsiteX8" fmla="*/ 8397 w 393529"/>
                <a:gd name="connsiteY8" fmla="*/ 23116 h 273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529" h="273203">
                  <a:moveTo>
                    <a:pt x="8397" y="23298"/>
                  </a:moveTo>
                  <a:cubicBezTo>
                    <a:pt x="32980" y="-9297"/>
                    <a:pt x="112010" y="34952"/>
                    <a:pt x="188308" y="72464"/>
                  </a:cubicBezTo>
                  <a:cubicBezTo>
                    <a:pt x="193042" y="74831"/>
                    <a:pt x="199416" y="75559"/>
                    <a:pt x="195409" y="69550"/>
                  </a:cubicBezTo>
                  <a:cubicBezTo>
                    <a:pt x="183027" y="51341"/>
                    <a:pt x="158626" y="12554"/>
                    <a:pt x="168459" y="2721"/>
                  </a:cubicBezTo>
                  <a:cubicBezTo>
                    <a:pt x="181935" y="-10754"/>
                    <a:pt x="246032" y="27850"/>
                    <a:pt x="292649" y="73738"/>
                  </a:cubicBezTo>
                  <a:lnTo>
                    <a:pt x="393529" y="158959"/>
                  </a:lnTo>
                  <a:lnTo>
                    <a:pt x="369311" y="272951"/>
                  </a:lnTo>
                  <a:cubicBezTo>
                    <a:pt x="328157" y="276593"/>
                    <a:pt x="253498" y="240356"/>
                    <a:pt x="167367" y="198292"/>
                  </a:cubicBezTo>
                  <a:cubicBezTo>
                    <a:pt x="56471" y="144209"/>
                    <a:pt x="-27475" y="70643"/>
                    <a:pt x="8397" y="23116"/>
                  </a:cubicBezTo>
                  <a:close/>
                </a:path>
              </a:pathLst>
            </a:custGeom>
            <a:grpFill/>
            <a:ln w="23644" cap="flat">
              <a:solidFill>
                <a:schemeClr val="accent3"/>
              </a:solidFill>
              <a:prstDash val="solid"/>
              <a:round/>
            </a:ln>
          </p:spPr>
          <p:txBody>
            <a:bodyPr rtlCol="0" anchor="ctr"/>
            <a:lstStyle/>
            <a:p>
              <a:endParaRPr lang="en-BE"/>
            </a:p>
          </p:txBody>
        </p:sp>
        <p:sp>
          <p:nvSpPr>
            <p:cNvPr id="38" name="Freeform: Shape 37">
              <a:extLst>
                <a:ext uri="{FF2B5EF4-FFF2-40B4-BE49-F238E27FC236}">
                  <a16:creationId xmlns:a16="http://schemas.microsoft.com/office/drawing/2014/main" id="{9D38CFBF-8E45-8FBC-7DB8-87BBA637DCB2}"/>
                </a:ext>
              </a:extLst>
            </p:cNvPr>
            <p:cNvSpPr/>
            <p:nvPr/>
          </p:nvSpPr>
          <p:spPr>
            <a:xfrm>
              <a:off x="9446376" y="3323160"/>
              <a:ext cx="1172513" cy="760883"/>
            </a:xfrm>
            <a:custGeom>
              <a:avLst/>
              <a:gdLst>
                <a:gd name="connsiteX0" fmla="*/ 1119342 w 1172513"/>
                <a:gd name="connsiteY0" fmla="*/ 0 h 760883"/>
                <a:gd name="connsiteX1" fmla="*/ 596545 w 1172513"/>
                <a:gd name="connsiteY1" fmla="*/ 480186 h 760883"/>
                <a:gd name="connsiteX2" fmla="*/ 126739 w 1172513"/>
                <a:gd name="connsiteY2" fmla="*/ 362916 h 760883"/>
                <a:gd name="connsiteX3" fmla="*/ 0 w 1172513"/>
                <a:gd name="connsiteY3" fmla="*/ 592175 h 760883"/>
                <a:gd name="connsiteX4" fmla="*/ 762798 w 1172513"/>
                <a:gd name="connsiteY4" fmla="*/ 751873 h 760883"/>
                <a:gd name="connsiteX5" fmla="*/ 1172514 w 1172513"/>
                <a:gd name="connsiteY5" fmla="*/ 414085 h 760883"/>
                <a:gd name="connsiteX6" fmla="*/ 1119342 w 1172513"/>
                <a:gd name="connsiteY6" fmla="*/ 0 h 760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2513" h="760883">
                  <a:moveTo>
                    <a:pt x="1119342" y="0"/>
                  </a:moveTo>
                  <a:lnTo>
                    <a:pt x="596545" y="480186"/>
                  </a:lnTo>
                  <a:lnTo>
                    <a:pt x="126739" y="362916"/>
                  </a:lnTo>
                  <a:cubicBezTo>
                    <a:pt x="126739" y="362916"/>
                    <a:pt x="364" y="591447"/>
                    <a:pt x="0" y="592175"/>
                  </a:cubicBezTo>
                  <a:cubicBezTo>
                    <a:pt x="0" y="592175"/>
                    <a:pt x="456514" y="806866"/>
                    <a:pt x="762798" y="751873"/>
                  </a:cubicBezTo>
                  <a:cubicBezTo>
                    <a:pt x="902101" y="726926"/>
                    <a:pt x="1172514" y="414085"/>
                    <a:pt x="1172514" y="414085"/>
                  </a:cubicBezTo>
                  <a:lnTo>
                    <a:pt x="1119342" y="0"/>
                  </a:lnTo>
                  <a:close/>
                </a:path>
              </a:pathLst>
            </a:custGeom>
            <a:grpFill/>
            <a:ln w="23644" cap="flat">
              <a:solidFill>
                <a:schemeClr val="accent3"/>
              </a:solidFill>
              <a:prstDash val="solid"/>
              <a:miter/>
            </a:ln>
          </p:spPr>
          <p:txBody>
            <a:bodyPr rtlCol="0" anchor="ctr"/>
            <a:lstStyle/>
            <a:p>
              <a:endParaRPr lang="en-BE"/>
            </a:p>
          </p:txBody>
        </p:sp>
      </p:grpSp>
      <p:sp>
        <p:nvSpPr>
          <p:cNvPr id="39" name="Freeform: Shape 38">
            <a:extLst>
              <a:ext uri="{FF2B5EF4-FFF2-40B4-BE49-F238E27FC236}">
                <a16:creationId xmlns:a16="http://schemas.microsoft.com/office/drawing/2014/main" id="{82766379-B373-D6A0-622C-F8619BC8EBB7}"/>
              </a:ext>
            </a:extLst>
          </p:cNvPr>
          <p:cNvSpPr/>
          <p:nvPr/>
        </p:nvSpPr>
        <p:spPr>
          <a:xfrm>
            <a:off x="7475396" y="4662291"/>
            <a:ext cx="1070274" cy="1713155"/>
          </a:xfrm>
          <a:custGeom>
            <a:avLst/>
            <a:gdLst>
              <a:gd name="connsiteX0" fmla="*/ 468215 w 1070274"/>
              <a:gd name="connsiteY0" fmla="*/ 206679 h 1713155"/>
              <a:gd name="connsiteX1" fmla="*/ 81080 w 1070274"/>
              <a:gd name="connsiteY1" fmla="*/ 350898 h 1713155"/>
              <a:gd name="connsiteX2" fmla="*/ 1140 w 1070274"/>
              <a:gd name="connsiteY2" fmla="*/ 484374 h 1713155"/>
              <a:gd name="connsiteX3" fmla="*/ 185057 w 1070274"/>
              <a:gd name="connsiteY3" fmla="*/ 1713156 h 1713155"/>
              <a:gd name="connsiteX4" fmla="*/ 612799 w 1070274"/>
              <a:gd name="connsiteY4" fmla="*/ 1615917 h 1713155"/>
              <a:gd name="connsiteX5" fmla="*/ 479323 w 1070274"/>
              <a:gd name="connsiteY5" fmla="*/ 657729 h 1713155"/>
              <a:gd name="connsiteX6" fmla="*/ 780145 w 1070274"/>
              <a:gd name="connsiteY6" fmla="*/ 535725 h 1713155"/>
              <a:gd name="connsiteX7" fmla="*/ 852437 w 1070274"/>
              <a:gd name="connsiteY7" fmla="*/ 499124 h 1713155"/>
              <a:gd name="connsiteX8" fmla="*/ 1070041 w 1070274"/>
              <a:gd name="connsiteY8" fmla="*/ 179911 h 1713155"/>
              <a:gd name="connsiteX9" fmla="*/ 1063668 w 1070274"/>
              <a:gd name="connsiteY9" fmla="*/ 0 h 171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0274" h="1713155">
                <a:moveTo>
                  <a:pt x="468215" y="206679"/>
                </a:moveTo>
                <a:lnTo>
                  <a:pt x="81080" y="350898"/>
                </a:lnTo>
                <a:cubicBezTo>
                  <a:pt x="26451" y="371293"/>
                  <a:pt x="-6690" y="426650"/>
                  <a:pt x="1140" y="484374"/>
                </a:cubicBezTo>
                <a:lnTo>
                  <a:pt x="185057" y="1713156"/>
                </a:lnTo>
                <a:lnTo>
                  <a:pt x="612799" y="1615917"/>
                </a:lnTo>
                <a:lnTo>
                  <a:pt x="479323" y="657729"/>
                </a:lnTo>
                <a:lnTo>
                  <a:pt x="780145" y="535725"/>
                </a:lnTo>
                <a:cubicBezTo>
                  <a:pt x="805274" y="525528"/>
                  <a:pt x="829493" y="513328"/>
                  <a:pt x="852437" y="499124"/>
                </a:cubicBezTo>
                <a:cubicBezTo>
                  <a:pt x="990830" y="413175"/>
                  <a:pt x="1075322" y="326680"/>
                  <a:pt x="1070041" y="179911"/>
                </a:cubicBezTo>
                <a:lnTo>
                  <a:pt x="1063668" y="0"/>
                </a:lnTo>
              </a:path>
            </a:pathLst>
          </a:custGeom>
          <a:solidFill>
            <a:srgbClr val="784B9B"/>
          </a:solidFill>
          <a:ln w="23644" cap="flat">
            <a:solidFill>
              <a:schemeClr val="accent3"/>
            </a:solidFill>
            <a:prstDash val="solid"/>
            <a:round/>
          </a:ln>
        </p:spPr>
        <p:txBody>
          <a:bodyPr rtlCol="0" anchor="ctr"/>
          <a:lstStyle/>
          <a:p>
            <a:endParaRPr lang="en-BE"/>
          </a:p>
        </p:txBody>
      </p:sp>
      <p:sp>
        <p:nvSpPr>
          <p:cNvPr id="40" name="Freeform: Shape 39">
            <a:extLst>
              <a:ext uri="{FF2B5EF4-FFF2-40B4-BE49-F238E27FC236}">
                <a16:creationId xmlns:a16="http://schemas.microsoft.com/office/drawing/2014/main" id="{FE7C8FC6-E845-59F4-5724-9C2D62F40BAD}"/>
              </a:ext>
            </a:extLst>
          </p:cNvPr>
          <p:cNvSpPr/>
          <p:nvPr/>
        </p:nvSpPr>
        <p:spPr>
          <a:xfrm>
            <a:off x="7756963" y="3189866"/>
            <a:ext cx="783297" cy="1482440"/>
          </a:xfrm>
          <a:custGeom>
            <a:avLst/>
            <a:gdLst>
              <a:gd name="connsiteX0" fmla="*/ 0 w 783297"/>
              <a:gd name="connsiteY0" fmla="*/ 1482440 h 1482440"/>
              <a:gd name="connsiteX1" fmla="*/ 783193 w 783297"/>
              <a:gd name="connsiteY1" fmla="*/ 1472607 h 1482440"/>
              <a:gd name="connsiteX2" fmla="*/ 783193 w 783297"/>
              <a:gd name="connsiteY2" fmla="*/ 602372 h 1482440"/>
              <a:gd name="connsiteX3" fmla="*/ 326133 w 783297"/>
              <a:gd name="connsiteY3" fmla="*/ 0 h 1482440"/>
              <a:gd name="connsiteX4" fmla="*/ 306103 w 783297"/>
              <a:gd name="connsiteY4" fmla="*/ 546 h 1482440"/>
              <a:gd name="connsiteX5" fmla="*/ 1093 w 783297"/>
              <a:gd name="connsiteY5" fmla="*/ 359093 h 1482440"/>
              <a:gd name="connsiteX6" fmla="*/ 182 w 783297"/>
              <a:gd name="connsiteY6" fmla="*/ 1482440 h 14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3297" h="1482440">
                <a:moveTo>
                  <a:pt x="0" y="1482440"/>
                </a:moveTo>
                <a:lnTo>
                  <a:pt x="783193" y="1472607"/>
                </a:lnTo>
                <a:lnTo>
                  <a:pt x="783193" y="602372"/>
                </a:lnTo>
                <a:cubicBezTo>
                  <a:pt x="788656" y="29864"/>
                  <a:pt x="578518" y="0"/>
                  <a:pt x="326133" y="0"/>
                </a:cubicBezTo>
                <a:cubicBezTo>
                  <a:pt x="319396" y="0"/>
                  <a:pt x="312840" y="182"/>
                  <a:pt x="306103" y="546"/>
                </a:cubicBezTo>
                <a:cubicBezTo>
                  <a:pt x="122915" y="10926"/>
                  <a:pt x="-12929" y="176086"/>
                  <a:pt x="1093" y="359093"/>
                </a:cubicBezTo>
                <a:lnTo>
                  <a:pt x="182" y="1482440"/>
                </a:lnTo>
                <a:close/>
              </a:path>
            </a:pathLst>
          </a:custGeom>
          <a:solidFill>
            <a:srgbClr val="C4AFD3"/>
          </a:solidFill>
          <a:ln w="23644" cap="flat">
            <a:solidFill>
              <a:schemeClr val="accent3"/>
            </a:solidFill>
            <a:prstDash val="solid"/>
            <a:miter/>
          </a:ln>
        </p:spPr>
        <p:txBody>
          <a:bodyPr rtlCol="0" anchor="ctr"/>
          <a:lstStyle/>
          <a:p>
            <a:endParaRPr lang="en-BE"/>
          </a:p>
        </p:txBody>
      </p:sp>
      <p:sp>
        <p:nvSpPr>
          <p:cNvPr id="41" name="Freeform: Shape 40">
            <a:extLst>
              <a:ext uri="{FF2B5EF4-FFF2-40B4-BE49-F238E27FC236}">
                <a16:creationId xmlns:a16="http://schemas.microsoft.com/office/drawing/2014/main" id="{2A7E700E-231B-7F98-B874-A8510EF9F702}"/>
              </a:ext>
            </a:extLst>
          </p:cNvPr>
          <p:cNvSpPr/>
          <p:nvPr/>
        </p:nvSpPr>
        <p:spPr>
          <a:xfrm>
            <a:off x="8369546" y="4440134"/>
            <a:ext cx="265130" cy="397883"/>
          </a:xfrm>
          <a:custGeom>
            <a:avLst/>
            <a:gdLst>
              <a:gd name="connsiteX0" fmla="*/ 30397 w 265130"/>
              <a:gd name="connsiteY0" fmla="*/ 390595 h 397883"/>
              <a:gd name="connsiteX1" fmla="*/ 71915 w 265130"/>
              <a:gd name="connsiteY1" fmla="*/ 208864 h 397883"/>
              <a:gd name="connsiteX2" fmla="*/ 68819 w 265130"/>
              <a:gd name="connsiteY2" fmla="*/ 201762 h 397883"/>
              <a:gd name="connsiteX3" fmla="*/ 3083 w 265130"/>
              <a:gd name="connsiteY3" fmla="*/ 231443 h 397883"/>
              <a:gd name="connsiteX4" fmla="*/ 68819 w 265130"/>
              <a:gd name="connsiteY4" fmla="*/ 104341 h 397883"/>
              <a:gd name="connsiteX5" fmla="*/ 149670 w 265130"/>
              <a:gd name="connsiteY5" fmla="*/ 0 h 397883"/>
              <a:gd name="connsiteX6" fmla="*/ 264572 w 265130"/>
              <a:gd name="connsiteY6" fmla="*/ 19302 h 397883"/>
              <a:gd name="connsiteX7" fmla="*/ 198472 w 265130"/>
              <a:gd name="connsiteY7" fmla="*/ 224342 h 397883"/>
              <a:gd name="connsiteX8" fmla="*/ 30215 w 265130"/>
              <a:gd name="connsiteY8" fmla="*/ 390413 h 39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130" h="397883">
                <a:moveTo>
                  <a:pt x="30397" y="390595"/>
                </a:moveTo>
                <a:cubicBezTo>
                  <a:pt x="-3108" y="367287"/>
                  <a:pt x="37681" y="286619"/>
                  <a:pt x="71915" y="208864"/>
                </a:cubicBezTo>
                <a:cubicBezTo>
                  <a:pt x="74100" y="204129"/>
                  <a:pt x="74465" y="197574"/>
                  <a:pt x="68819" y="201762"/>
                </a:cubicBezTo>
                <a:cubicBezTo>
                  <a:pt x="51156" y="214873"/>
                  <a:pt x="13462" y="240912"/>
                  <a:pt x="3083" y="231443"/>
                </a:cubicBezTo>
                <a:cubicBezTo>
                  <a:pt x="-10938" y="218515"/>
                  <a:pt x="24935" y="152960"/>
                  <a:pt x="68819" y="104341"/>
                </a:cubicBezTo>
                <a:lnTo>
                  <a:pt x="149670" y="0"/>
                </a:lnTo>
                <a:lnTo>
                  <a:pt x="264572" y="19302"/>
                </a:lnTo>
                <a:cubicBezTo>
                  <a:pt x="269853" y="60274"/>
                  <a:pt x="236894" y="136390"/>
                  <a:pt x="198472" y="224342"/>
                </a:cubicBezTo>
                <a:cubicBezTo>
                  <a:pt x="149124" y="337423"/>
                  <a:pt x="79199" y="424465"/>
                  <a:pt x="30215" y="390413"/>
                </a:cubicBezTo>
                <a:close/>
              </a:path>
            </a:pathLst>
          </a:custGeom>
          <a:solidFill>
            <a:srgbClr val="FFFFFF"/>
          </a:solidFill>
          <a:ln w="23644" cap="flat">
            <a:solidFill>
              <a:schemeClr val="accent3"/>
            </a:solidFill>
            <a:prstDash val="solid"/>
            <a:round/>
          </a:ln>
        </p:spPr>
        <p:txBody>
          <a:bodyPr rtlCol="0" anchor="ctr"/>
          <a:lstStyle/>
          <a:p>
            <a:endParaRPr lang="en-BE"/>
          </a:p>
        </p:txBody>
      </p:sp>
      <p:sp>
        <p:nvSpPr>
          <p:cNvPr id="42" name="Freeform: Shape 41">
            <a:extLst>
              <a:ext uri="{FF2B5EF4-FFF2-40B4-BE49-F238E27FC236}">
                <a16:creationId xmlns:a16="http://schemas.microsoft.com/office/drawing/2014/main" id="{9C4D67FE-5BE7-B710-25A6-1E99CE11E5D1}"/>
              </a:ext>
            </a:extLst>
          </p:cNvPr>
          <p:cNvSpPr/>
          <p:nvPr/>
        </p:nvSpPr>
        <p:spPr>
          <a:xfrm>
            <a:off x="8337302" y="3228288"/>
            <a:ext cx="503614" cy="1336581"/>
          </a:xfrm>
          <a:custGeom>
            <a:avLst/>
            <a:gdLst>
              <a:gd name="connsiteX0" fmla="*/ 0 w 503614"/>
              <a:gd name="connsiteY0" fmla="*/ 441946 h 1336581"/>
              <a:gd name="connsiteX1" fmla="*/ 227255 w 503614"/>
              <a:gd name="connsiteY1" fmla="*/ 807412 h 1336581"/>
              <a:gd name="connsiteX2" fmla="*/ 103430 w 503614"/>
              <a:gd name="connsiteY2" fmla="*/ 1200192 h 1336581"/>
              <a:gd name="connsiteX3" fmla="*/ 327226 w 503614"/>
              <a:gd name="connsiteY3" fmla="*/ 1336582 h 1336581"/>
              <a:gd name="connsiteX4" fmla="*/ 458881 w 503614"/>
              <a:gd name="connsiteY4" fmla="*/ 603101 h 1336581"/>
              <a:gd name="connsiteX5" fmla="*/ 0 w 503614"/>
              <a:gd name="connsiteY5" fmla="*/ 0 h 133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614" h="1336581">
                <a:moveTo>
                  <a:pt x="0" y="441946"/>
                </a:moveTo>
                <a:lnTo>
                  <a:pt x="227255" y="807412"/>
                </a:lnTo>
                <a:lnTo>
                  <a:pt x="103430" y="1200192"/>
                </a:lnTo>
                <a:cubicBezTo>
                  <a:pt x="103430" y="1200192"/>
                  <a:pt x="326497" y="1336035"/>
                  <a:pt x="327226" y="1336582"/>
                </a:cubicBezTo>
                <a:cubicBezTo>
                  <a:pt x="327226" y="1336582"/>
                  <a:pt x="610749" y="882617"/>
                  <a:pt x="458881" y="603101"/>
                </a:cubicBezTo>
                <a:cubicBezTo>
                  <a:pt x="333599" y="372568"/>
                  <a:pt x="145676" y="73202"/>
                  <a:pt x="0" y="0"/>
                </a:cubicBezTo>
              </a:path>
            </a:pathLst>
          </a:custGeom>
          <a:solidFill>
            <a:srgbClr val="C4AFD3"/>
          </a:solidFill>
          <a:ln w="23644" cap="flat">
            <a:solidFill>
              <a:schemeClr val="accent3"/>
            </a:solidFill>
            <a:prstDash val="solid"/>
            <a:miter/>
          </a:ln>
        </p:spPr>
        <p:txBody>
          <a:bodyPr rtlCol="0" anchor="ctr"/>
          <a:lstStyle/>
          <a:p>
            <a:endParaRPr lang="en-BE"/>
          </a:p>
        </p:txBody>
      </p:sp>
      <p:sp>
        <p:nvSpPr>
          <p:cNvPr id="43" name="Freeform: Shape 42">
            <a:extLst>
              <a:ext uri="{FF2B5EF4-FFF2-40B4-BE49-F238E27FC236}">
                <a16:creationId xmlns:a16="http://schemas.microsoft.com/office/drawing/2014/main" id="{FE14F4FC-0A2F-0008-46CA-783E31298EFA}"/>
              </a:ext>
            </a:extLst>
          </p:cNvPr>
          <p:cNvSpPr/>
          <p:nvPr/>
        </p:nvSpPr>
        <p:spPr>
          <a:xfrm>
            <a:off x="8254899" y="2616989"/>
            <a:ext cx="552937" cy="364052"/>
          </a:xfrm>
          <a:custGeom>
            <a:avLst/>
            <a:gdLst>
              <a:gd name="connsiteX0" fmla="*/ 26318 w 552937"/>
              <a:gd name="connsiteY0" fmla="*/ 90505 h 364052"/>
              <a:gd name="connsiteX1" fmla="*/ 107350 w 552937"/>
              <a:gd name="connsiteY1" fmla="*/ 27318 h 364052"/>
              <a:gd name="connsiteX2" fmla="*/ 317124 w 552937"/>
              <a:gd name="connsiteY2" fmla="*/ 27500 h 364052"/>
              <a:gd name="connsiteX3" fmla="*/ 479918 w 552937"/>
              <a:gd name="connsiteY3" fmla="*/ 265317 h 364052"/>
              <a:gd name="connsiteX4" fmla="*/ 552938 w 552937"/>
              <a:gd name="connsiteY4" fmla="*/ 317032 h 364052"/>
              <a:gd name="connsiteX5" fmla="*/ 246289 w 552937"/>
              <a:gd name="connsiteY5" fmla="*/ 315575 h 364052"/>
              <a:gd name="connsiteX6" fmla="*/ 125560 w 552937"/>
              <a:gd name="connsiteY6" fmla="*/ 222342 h 364052"/>
              <a:gd name="connsiteX7" fmla="*/ 12296 w 552937"/>
              <a:gd name="connsiteY7" fmla="*/ 166257 h 364052"/>
              <a:gd name="connsiteX8" fmla="*/ 28321 w 552937"/>
              <a:gd name="connsiteY8" fmla="*/ 89594 h 36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937" h="364052">
                <a:moveTo>
                  <a:pt x="26318" y="90505"/>
                </a:moveTo>
                <a:cubicBezTo>
                  <a:pt x="57820" y="82675"/>
                  <a:pt x="80582" y="44981"/>
                  <a:pt x="107350" y="27318"/>
                </a:cubicBezTo>
                <a:cubicBezTo>
                  <a:pt x="172176" y="-15475"/>
                  <a:pt x="249020" y="-2182"/>
                  <a:pt x="317124" y="27500"/>
                </a:cubicBezTo>
                <a:cubicBezTo>
                  <a:pt x="431844" y="77576"/>
                  <a:pt x="413999" y="182645"/>
                  <a:pt x="479918" y="265317"/>
                </a:cubicBezTo>
                <a:cubicBezTo>
                  <a:pt x="498674" y="288625"/>
                  <a:pt x="526170" y="306106"/>
                  <a:pt x="552938" y="317032"/>
                </a:cubicBezTo>
                <a:cubicBezTo>
                  <a:pt x="473909" y="399339"/>
                  <a:pt x="334788" y="356911"/>
                  <a:pt x="246289" y="315575"/>
                </a:cubicBezTo>
                <a:cubicBezTo>
                  <a:pt x="196759" y="292449"/>
                  <a:pt x="168170" y="253116"/>
                  <a:pt x="125560" y="222342"/>
                </a:cubicBezTo>
                <a:cubicBezTo>
                  <a:pt x="93329" y="199034"/>
                  <a:pt x="37243" y="196303"/>
                  <a:pt x="12296" y="166257"/>
                </a:cubicBezTo>
                <a:cubicBezTo>
                  <a:pt x="-6460" y="143859"/>
                  <a:pt x="-5731" y="96696"/>
                  <a:pt x="28321" y="89594"/>
                </a:cubicBezTo>
              </a:path>
            </a:pathLst>
          </a:custGeom>
          <a:solidFill>
            <a:srgbClr val="784B9B"/>
          </a:solidFill>
          <a:ln w="23644" cap="flat">
            <a:solidFill>
              <a:schemeClr val="accent3"/>
            </a:solidFill>
            <a:prstDash val="solid"/>
            <a:miter/>
          </a:ln>
        </p:spPr>
        <p:txBody>
          <a:bodyPr rtlCol="0" anchor="ctr"/>
          <a:lstStyle/>
          <a:p>
            <a:endParaRPr lang="en-BE"/>
          </a:p>
        </p:txBody>
      </p:sp>
      <p:sp>
        <p:nvSpPr>
          <p:cNvPr id="44" name="Freeform: Shape 43">
            <a:extLst>
              <a:ext uri="{FF2B5EF4-FFF2-40B4-BE49-F238E27FC236}">
                <a16:creationId xmlns:a16="http://schemas.microsoft.com/office/drawing/2014/main" id="{2DA1FF86-F0C3-3A19-5F21-1EDC5CB0B0EC}"/>
              </a:ext>
            </a:extLst>
          </p:cNvPr>
          <p:cNvSpPr/>
          <p:nvPr/>
        </p:nvSpPr>
        <p:spPr>
          <a:xfrm>
            <a:off x="7802355" y="2592640"/>
            <a:ext cx="520232" cy="489243"/>
          </a:xfrm>
          <a:custGeom>
            <a:avLst/>
            <a:gdLst>
              <a:gd name="connsiteX0" fmla="*/ 398557 w 520232"/>
              <a:gd name="connsiteY0" fmla="*/ 489061 h 489243"/>
              <a:gd name="connsiteX1" fmla="*/ 456464 w 520232"/>
              <a:gd name="connsiteY1" fmla="*/ 424053 h 489243"/>
              <a:gd name="connsiteX2" fmla="*/ 477951 w 520232"/>
              <a:gd name="connsiteY2" fmla="*/ 119589 h 489243"/>
              <a:gd name="connsiteX3" fmla="*/ 475584 w 520232"/>
              <a:gd name="connsiteY3" fmla="*/ 116311 h 489243"/>
              <a:gd name="connsiteX4" fmla="*/ 473217 w 520232"/>
              <a:gd name="connsiteY4" fmla="*/ 113034 h 489243"/>
              <a:gd name="connsiteX5" fmla="*/ 340469 w 520232"/>
              <a:gd name="connsiteY5" fmla="*/ 13609 h 489243"/>
              <a:gd name="connsiteX6" fmla="*/ 1407 w 520232"/>
              <a:gd name="connsiteY6" fmla="*/ 186054 h 489243"/>
              <a:gd name="connsiteX7" fmla="*/ 6687 w 520232"/>
              <a:gd name="connsiteY7" fmla="*/ 265630 h 489243"/>
              <a:gd name="connsiteX8" fmla="*/ 398375 w 520232"/>
              <a:gd name="connsiteY8" fmla="*/ 489243 h 48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232" h="489243">
                <a:moveTo>
                  <a:pt x="398557" y="489061"/>
                </a:moveTo>
                <a:lnTo>
                  <a:pt x="456464" y="424053"/>
                </a:lnTo>
                <a:cubicBezTo>
                  <a:pt x="532215" y="339196"/>
                  <a:pt x="541866" y="213550"/>
                  <a:pt x="477951" y="119589"/>
                </a:cubicBezTo>
                <a:cubicBezTo>
                  <a:pt x="477223" y="118497"/>
                  <a:pt x="476494" y="117404"/>
                  <a:pt x="475584" y="116311"/>
                </a:cubicBezTo>
                <a:cubicBezTo>
                  <a:pt x="474673" y="115219"/>
                  <a:pt x="473945" y="114126"/>
                  <a:pt x="473217" y="113034"/>
                </a:cubicBezTo>
                <a:cubicBezTo>
                  <a:pt x="438618" y="64232"/>
                  <a:pt x="391820" y="31091"/>
                  <a:pt x="340469" y="13609"/>
                </a:cubicBezTo>
                <a:cubicBezTo>
                  <a:pt x="200983" y="-33735"/>
                  <a:pt x="49844" y="46933"/>
                  <a:pt x="1407" y="186054"/>
                </a:cubicBezTo>
                <a:cubicBezTo>
                  <a:pt x="-1871" y="195523"/>
                  <a:pt x="861" y="226297"/>
                  <a:pt x="6687" y="265630"/>
                </a:cubicBezTo>
                <a:cubicBezTo>
                  <a:pt x="21073" y="365236"/>
                  <a:pt x="398375" y="489243"/>
                  <a:pt x="398375" y="489243"/>
                </a:cubicBezTo>
                <a:close/>
              </a:path>
            </a:pathLst>
          </a:custGeom>
          <a:solidFill>
            <a:srgbClr val="784B9B"/>
          </a:solidFill>
          <a:ln w="23644" cap="flat">
            <a:solidFill>
              <a:schemeClr val="accent3"/>
            </a:solidFill>
            <a:prstDash val="solid"/>
            <a:miter/>
          </a:ln>
        </p:spPr>
        <p:txBody>
          <a:bodyPr rtlCol="0" anchor="ctr"/>
          <a:lstStyle/>
          <a:p>
            <a:endParaRPr lang="en-BE"/>
          </a:p>
        </p:txBody>
      </p:sp>
      <p:sp>
        <p:nvSpPr>
          <p:cNvPr id="45" name="Freeform: Shape 44">
            <a:extLst>
              <a:ext uri="{FF2B5EF4-FFF2-40B4-BE49-F238E27FC236}">
                <a16:creationId xmlns:a16="http://schemas.microsoft.com/office/drawing/2014/main" id="{F744B71E-ED93-6D5D-8AA8-AA99DF0B3178}"/>
              </a:ext>
            </a:extLst>
          </p:cNvPr>
          <p:cNvSpPr/>
          <p:nvPr/>
        </p:nvSpPr>
        <p:spPr>
          <a:xfrm>
            <a:off x="7847421" y="2700802"/>
            <a:ext cx="410669" cy="583935"/>
          </a:xfrm>
          <a:custGeom>
            <a:avLst/>
            <a:gdLst>
              <a:gd name="connsiteX0" fmla="*/ 1683 w 410669"/>
              <a:gd name="connsiteY0" fmla="*/ 105752 h 583935"/>
              <a:gd name="connsiteX1" fmla="*/ 10970 w 410669"/>
              <a:gd name="connsiteY1" fmla="*/ 232308 h 583935"/>
              <a:gd name="connsiteX2" fmla="*/ 31183 w 410669"/>
              <a:gd name="connsiteY2" fmla="*/ 301141 h 583935"/>
              <a:gd name="connsiteX3" fmla="*/ 94916 w 410669"/>
              <a:gd name="connsiteY3" fmla="*/ 343023 h 583935"/>
              <a:gd name="connsiteX4" fmla="*/ 179044 w 410669"/>
              <a:gd name="connsiteY4" fmla="*/ 333554 h 583935"/>
              <a:gd name="connsiteX5" fmla="*/ 163202 w 410669"/>
              <a:gd name="connsiteY5" fmla="*/ 497075 h 583935"/>
              <a:gd name="connsiteX6" fmla="*/ 202535 w 410669"/>
              <a:gd name="connsiteY6" fmla="*/ 583935 h 583935"/>
              <a:gd name="connsiteX7" fmla="*/ 410670 w 410669"/>
              <a:gd name="connsiteY7" fmla="*/ 501992 h 583935"/>
              <a:gd name="connsiteX8" fmla="*/ 323446 w 410669"/>
              <a:gd name="connsiteY8" fmla="*/ 188788 h 583935"/>
              <a:gd name="connsiteX9" fmla="*/ 324903 w 410669"/>
              <a:gd name="connsiteY9" fmla="*/ 165661 h 583935"/>
              <a:gd name="connsiteX10" fmla="*/ 274098 w 410669"/>
              <a:gd name="connsiteY10" fmla="*/ 150183 h 583935"/>
              <a:gd name="connsiteX11" fmla="*/ 146085 w 410669"/>
              <a:gd name="connsiteY11" fmla="*/ 50759 h 583935"/>
              <a:gd name="connsiteX12" fmla="*/ 117678 w 410669"/>
              <a:gd name="connsiteY12" fmla="*/ 1229 h 583935"/>
              <a:gd name="connsiteX13" fmla="*/ 113490 w 410669"/>
              <a:gd name="connsiteY13" fmla="*/ 1229 h 583935"/>
              <a:gd name="connsiteX14" fmla="*/ 92367 w 410669"/>
              <a:gd name="connsiteY14" fmla="*/ 37648 h 583935"/>
              <a:gd name="connsiteX15" fmla="*/ 28451 w 410669"/>
              <a:gd name="connsiteY15" fmla="*/ 93734 h 583935"/>
              <a:gd name="connsiteX16" fmla="*/ 1319 w 410669"/>
              <a:gd name="connsiteY16" fmla="*/ 106116 h 58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669" h="583935">
                <a:moveTo>
                  <a:pt x="1683" y="105752"/>
                </a:moveTo>
                <a:cubicBezTo>
                  <a:pt x="-1594" y="144903"/>
                  <a:pt x="-866" y="191155"/>
                  <a:pt x="10970" y="232308"/>
                </a:cubicBezTo>
                <a:cubicBezTo>
                  <a:pt x="19529" y="261990"/>
                  <a:pt x="26266" y="284388"/>
                  <a:pt x="31183" y="301141"/>
                </a:cubicBezTo>
                <a:cubicBezTo>
                  <a:pt x="39559" y="328637"/>
                  <a:pt x="66327" y="346300"/>
                  <a:pt x="94916" y="343023"/>
                </a:cubicBezTo>
                <a:lnTo>
                  <a:pt x="179044" y="333554"/>
                </a:lnTo>
                <a:lnTo>
                  <a:pt x="163202" y="497075"/>
                </a:lnTo>
                <a:lnTo>
                  <a:pt x="202535" y="583935"/>
                </a:lnTo>
                <a:lnTo>
                  <a:pt x="410670" y="501992"/>
                </a:lnTo>
                <a:cubicBezTo>
                  <a:pt x="358955" y="436438"/>
                  <a:pt x="308150" y="270913"/>
                  <a:pt x="323446" y="188788"/>
                </a:cubicBezTo>
                <a:lnTo>
                  <a:pt x="324903" y="165661"/>
                </a:lnTo>
                <a:lnTo>
                  <a:pt x="274098" y="150183"/>
                </a:lnTo>
                <a:cubicBezTo>
                  <a:pt x="220744" y="133795"/>
                  <a:pt x="175220" y="98468"/>
                  <a:pt x="146085" y="50759"/>
                </a:cubicBezTo>
                <a:lnTo>
                  <a:pt x="117678" y="1229"/>
                </a:lnTo>
                <a:cubicBezTo>
                  <a:pt x="116768" y="-410"/>
                  <a:pt x="114400" y="-410"/>
                  <a:pt x="113490" y="1229"/>
                </a:cubicBezTo>
                <a:lnTo>
                  <a:pt x="92367" y="37648"/>
                </a:lnTo>
                <a:cubicBezTo>
                  <a:pt x="77981" y="63324"/>
                  <a:pt x="55219" y="81533"/>
                  <a:pt x="28451" y="93734"/>
                </a:cubicBezTo>
                <a:lnTo>
                  <a:pt x="1319" y="106116"/>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46" name="Freeform: Shape 45">
            <a:extLst>
              <a:ext uri="{FF2B5EF4-FFF2-40B4-BE49-F238E27FC236}">
                <a16:creationId xmlns:a16="http://schemas.microsoft.com/office/drawing/2014/main" id="{A034EC27-7D9F-F34C-FBCF-C8ABEEBC89F4}"/>
              </a:ext>
            </a:extLst>
          </p:cNvPr>
          <p:cNvSpPr/>
          <p:nvPr/>
        </p:nvSpPr>
        <p:spPr>
          <a:xfrm>
            <a:off x="7792108" y="2695476"/>
            <a:ext cx="453600" cy="170568"/>
          </a:xfrm>
          <a:custGeom>
            <a:avLst/>
            <a:gdLst>
              <a:gd name="connsiteX0" fmla="*/ 0 w 453600"/>
              <a:gd name="connsiteY0" fmla="*/ 116723 h 170568"/>
              <a:gd name="connsiteX1" fmla="*/ 168803 w 453600"/>
              <a:gd name="connsiteY1" fmla="*/ 2185 h 170568"/>
              <a:gd name="connsiteX2" fmla="*/ 174994 w 453600"/>
              <a:gd name="connsiteY2" fmla="*/ 2185 h 170568"/>
              <a:gd name="connsiteX3" fmla="*/ 401339 w 453600"/>
              <a:gd name="connsiteY3" fmla="*/ 170077 h 170568"/>
              <a:gd name="connsiteX4" fmla="*/ 453600 w 453600"/>
              <a:gd name="connsiteY4" fmla="*/ 168074 h 170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00" h="170568">
                <a:moveTo>
                  <a:pt x="0" y="116723"/>
                </a:moveTo>
                <a:cubicBezTo>
                  <a:pt x="115449" y="120547"/>
                  <a:pt x="157695" y="32049"/>
                  <a:pt x="168803" y="2185"/>
                </a:cubicBezTo>
                <a:cubicBezTo>
                  <a:pt x="169895" y="-728"/>
                  <a:pt x="174083" y="-728"/>
                  <a:pt x="174994" y="2185"/>
                </a:cubicBezTo>
                <a:cubicBezTo>
                  <a:pt x="187559" y="38058"/>
                  <a:pt x="242005" y="162065"/>
                  <a:pt x="401339" y="170077"/>
                </a:cubicBezTo>
                <a:cubicBezTo>
                  <a:pt x="435391" y="171898"/>
                  <a:pt x="453600" y="168074"/>
                  <a:pt x="453600" y="168074"/>
                </a:cubicBezTo>
              </a:path>
            </a:pathLst>
          </a:custGeom>
          <a:noFill/>
          <a:ln w="23644" cap="flat">
            <a:solidFill>
              <a:schemeClr val="accent3"/>
            </a:solidFill>
            <a:prstDash val="solid"/>
            <a:miter/>
          </a:ln>
        </p:spPr>
        <p:txBody>
          <a:bodyPr rtlCol="0" anchor="ctr"/>
          <a:lstStyle/>
          <a:p>
            <a:endParaRPr lang="en-BE"/>
          </a:p>
        </p:txBody>
      </p:sp>
      <p:sp>
        <p:nvSpPr>
          <p:cNvPr id="47" name="Freeform: Shape 46">
            <a:extLst>
              <a:ext uri="{FF2B5EF4-FFF2-40B4-BE49-F238E27FC236}">
                <a16:creationId xmlns:a16="http://schemas.microsoft.com/office/drawing/2014/main" id="{8D381543-13E3-B92E-A200-A070619F7CB9}"/>
              </a:ext>
            </a:extLst>
          </p:cNvPr>
          <p:cNvSpPr/>
          <p:nvPr/>
        </p:nvSpPr>
        <p:spPr>
          <a:xfrm rot="15269399">
            <a:off x="4314993" y="3888223"/>
            <a:ext cx="1074364" cy="94871"/>
          </a:xfrm>
          <a:custGeom>
            <a:avLst/>
            <a:gdLst>
              <a:gd name="connsiteX0" fmla="*/ 0 w 1074364"/>
              <a:gd name="connsiteY0" fmla="*/ 0 h 94871"/>
              <a:gd name="connsiteX1" fmla="*/ 1074364 w 1074364"/>
              <a:gd name="connsiteY1" fmla="*/ 0 h 94871"/>
              <a:gd name="connsiteX2" fmla="*/ 1074364 w 1074364"/>
              <a:gd name="connsiteY2" fmla="*/ 94872 h 94871"/>
              <a:gd name="connsiteX3" fmla="*/ 0 w 1074364"/>
              <a:gd name="connsiteY3" fmla="*/ 94872 h 94871"/>
            </a:gdLst>
            <a:ahLst/>
            <a:cxnLst>
              <a:cxn ang="0">
                <a:pos x="connsiteX0" y="connsiteY0"/>
              </a:cxn>
              <a:cxn ang="0">
                <a:pos x="connsiteX1" y="connsiteY1"/>
              </a:cxn>
              <a:cxn ang="0">
                <a:pos x="connsiteX2" y="connsiteY2"/>
              </a:cxn>
              <a:cxn ang="0">
                <a:pos x="connsiteX3" y="connsiteY3"/>
              </a:cxn>
            </a:cxnLst>
            <a:rect l="l" t="t" r="r" b="b"/>
            <a:pathLst>
              <a:path w="1074364" h="94871">
                <a:moveTo>
                  <a:pt x="0" y="0"/>
                </a:moveTo>
                <a:lnTo>
                  <a:pt x="1074364" y="0"/>
                </a:lnTo>
                <a:lnTo>
                  <a:pt x="1074364" y="94872"/>
                </a:lnTo>
                <a:lnTo>
                  <a:pt x="0" y="94872"/>
                </a:lnTo>
                <a:close/>
              </a:path>
            </a:pathLst>
          </a:custGeom>
          <a:solidFill>
            <a:schemeClr val="tx2">
              <a:lumMod val="40000"/>
              <a:lumOff val="60000"/>
            </a:schemeClr>
          </a:solidFill>
          <a:ln w="23644" cap="flat">
            <a:solidFill>
              <a:schemeClr val="tx2"/>
            </a:solidFill>
            <a:prstDash val="solid"/>
            <a:round/>
          </a:ln>
        </p:spPr>
        <p:txBody>
          <a:bodyPr rtlCol="0" anchor="ctr"/>
          <a:lstStyle/>
          <a:p>
            <a:endParaRPr lang="en-BE"/>
          </a:p>
        </p:txBody>
      </p:sp>
      <p:sp>
        <p:nvSpPr>
          <p:cNvPr id="48" name="Freeform: Shape 47">
            <a:extLst>
              <a:ext uri="{FF2B5EF4-FFF2-40B4-BE49-F238E27FC236}">
                <a16:creationId xmlns:a16="http://schemas.microsoft.com/office/drawing/2014/main" id="{798F6CB2-405D-83FE-C0C4-1B7FDF24BC64}"/>
              </a:ext>
            </a:extLst>
          </p:cNvPr>
          <p:cNvSpPr/>
          <p:nvPr/>
        </p:nvSpPr>
        <p:spPr>
          <a:xfrm>
            <a:off x="4923920" y="4371666"/>
            <a:ext cx="1099311" cy="94871"/>
          </a:xfrm>
          <a:custGeom>
            <a:avLst/>
            <a:gdLst>
              <a:gd name="connsiteX0" fmla="*/ 1099311 w 1099311"/>
              <a:gd name="connsiteY0" fmla="*/ 94872 h 94871"/>
              <a:gd name="connsiteX1" fmla="*/ 26222 w 1099311"/>
              <a:gd name="connsiteY1" fmla="*/ 94872 h 94871"/>
              <a:gd name="connsiteX2" fmla="*/ 0 w 1099311"/>
              <a:gd name="connsiteY2" fmla="*/ 0 h 94871"/>
              <a:gd name="connsiteX3" fmla="*/ 1099311 w 1099311"/>
              <a:gd name="connsiteY3" fmla="*/ 0 h 94871"/>
              <a:gd name="connsiteX4" fmla="*/ 1099311 w 1099311"/>
              <a:gd name="connsiteY4" fmla="*/ 94872 h 94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311" h="94871">
                <a:moveTo>
                  <a:pt x="1099311" y="94872"/>
                </a:moveTo>
                <a:lnTo>
                  <a:pt x="26222" y="94872"/>
                </a:lnTo>
                <a:lnTo>
                  <a:pt x="0" y="0"/>
                </a:lnTo>
                <a:lnTo>
                  <a:pt x="1099311" y="0"/>
                </a:lnTo>
                <a:lnTo>
                  <a:pt x="1099311" y="94872"/>
                </a:lnTo>
                <a:close/>
              </a:path>
            </a:pathLst>
          </a:custGeom>
          <a:solidFill>
            <a:schemeClr val="tx2">
              <a:lumMod val="40000"/>
              <a:lumOff val="60000"/>
            </a:schemeClr>
          </a:solidFill>
          <a:ln w="23644" cap="flat">
            <a:solidFill>
              <a:schemeClr val="tx2"/>
            </a:solidFill>
            <a:prstDash val="solid"/>
            <a:round/>
          </a:ln>
        </p:spPr>
        <p:txBody>
          <a:bodyPr rtlCol="0" anchor="ctr"/>
          <a:lstStyle/>
          <a:p>
            <a:endParaRPr lang="en-BE"/>
          </a:p>
        </p:txBody>
      </p:sp>
      <p:sp>
        <p:nvSpPr>
          <p:cNvPr id="11" name="Freeform: Shape 10">
            <a:extLst>
              <a:ext uri="{FF2B5EF4-FFF2-40B4-BE49-F238E27FC236}">
                <a16:creationId xmlns:a16="http://schemas.microsoft.com/office/drawing/2014/main" id="{72A41245-13EB-1CA3-D9AD-2AA5D3C16E34}"/>
              </a:ext>
            </a:extLst>
          </p:cNvPr>
          <p:cNvSpPr/>
          <p:nvPr/>
        </p:nvSpPr>
        <p:spPr>
          <a:xfrm rot="10800000">
            <a:off x="4231411" y="4466538"/>
            <a:ext cx="2776593" cy="164978"/>
          </a:xfrm>
          <a:custGeom>
            <a:avLst/>
            <a:gdLst>
              <a:gd name="connsiteX0" fmla="*/ 0 w 2776593"/>
              <a:gd name="connsiteY0" fmla="*/ 0 h 164978"/>
              <a:gd name="connsiteX1" fmla="*/ 2776594 w 2776593"/>
              <a:gd name="connsiteY1" fmla="*/ 0 h 164978"/>
              <a:gd name="connsiteX2" fmla="*/ 2776594 w 2776593"/>
              <a:gd name="connsiteY2" fmla="*/ 164979 h 164978"/>
              <a:gd name="connsiteX3" fmla="*/ 0 w 2776593"/>
              <a:gd name="connsiteY3" fmla="*/ 164979 h 164978"/>
            </a:gdLst>
            <a:ahLst/>
            <a:cxnLst>
              <a:cxn ang="0">
                <a:pos x="connsiteX0" y="connsiteY0"/>
              </a:cxn>
              <a:cxn ang="0">
                <a:pos x="connsiteX1" y="connsiteY1"/>
              </a:cxn>
              <a:cxn ang="0">
                <a:pos x="connsiteX2" y="connsiteY2"/>
              </a:cxn>
              <a:cxn ang="0">
                <a:pos x="connsiteX3" y="connsiteY3"/>
              </a:cxn>
            </a:cxnLst>
            <a:rect l="l" t="t" r="r" b="b"/>
            <a:pathLst>
              <a:path w="2776593" h="164978">
                <a:moveTo>
                  <a:pt x="0" y="0"/>
                </a:moveTo>
                <a:lnTo>
                  <a:pt x="2776594" y="0"/>
                </a:lnTo>
                <a:lnTo>
                  <a:pt x="2776594" y="164979"/>
                </a:lnTo>
                <a:lnTo>
                  <a:pt x="0" y="164979"/>
                </a:lnTo>
                <a:close/>
              </a:path>
            </a:pathLst>
          </a:custGeom>
          <a:solidFill>
            <a:srgbClr val="C4AFD3"/>
          </a:solidFill>
          <a:ln w="23644" cap="flat">
            <a:solidFill>
              <a:schemeClr val="accent3"/>
            </a:solidFill>
            <a:prstDash val="solid"/>
            <a:miter/>
          </a:ln>
        </p:spPr>
        <p:txBody>
          <a:bodyPr rtlCol="0" anchor="ctr"/>
          <a:lstStyle/>
          <a:p>
            <a:endParaRPr lang="en-BE"/>
          </a:p>
        </p:txBody>
      </p:sp>
      <p:pic>
        <p:nvPicPr>
          <p:cNvPr id="4" name="Graphic 3" descr="Line arrow: Clockwise curve outline">
            <a:extLst>
              <a:ext uri="{FF2B5EF4-FFF2-40B4-BE49-F238E27FC236}">
                <a16:creationId xmlns:a16="http://schemas.microsoft.com/office/drawing/2014/main" id="{FE11A209-8D18-5066-5F1D-5D967D0DE8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9910677">
            <a:off x="4931142" y="3333296"/>
            <a:ext cx="914400" cy="914400"/>
          </a:xfrm>
          <a:prstGeom prst="rect">
            <a:avLst/>
          </a:prstGeom>
        </p:spPr>
      </p:pic>
    </p:spTree>
    <p:extLst>
      <p:ext uri="{BB962C8B-B14F-4D97-AF65-F5344CB8AC3E}">
        <p14:creationId xmlns:p14="http://schemas.microsoft.com/office/powerpoint/2010/main" val="1141588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1EA22-21B8-5341-7902-BA9872389BED}"/>
              </a:ext>
            </a:extLst>
          </p:cNvPr>
          <p:cNvSpPr>
            <a:spLocks noGrp="1"/>
          </p:cNvSpPr>
          <p:nvPr>
            <p:ph type="title"/>
          </p:nvPr>
        </p:nvSpPr>
        <p:spPr/>
        <p:txBody>
          <a:bodyPr/>
          <a:lstStyle/>
          <a:p>
            <a:r>
              <a:rPr lang="en-US" dirty="0"/>
              <a:t>Pseudonymized and Anonymized data</a:t>
            </a:r>
            <a:endParaRPr lang="en-BE" dirty="0"/>
          </a:p>
        </p:txBody>
      </p:sp>
      <p:sp>
        <p:nvSpPr>
          <p:cNvPr id="3" name="Content Placeholder 2">
            <a:extLst>
              <a:ext uri="{FF2B5EF4-FFF2-40B4-BE49-F238E27FC236}">
                <a16:creationId xmlns:a16="http://schemas.microsoft.com/office/drawing/2014/main" id="{F867586E-C13A-2CCA-FBBB-94A5010B26A7}"/>
              </a:ext>
            </a:extLst>
          </p:cNvPr>
          <p:cNvSpPr>
            <a:spLocks noGrp="1"/>
          </p:cNvSpPr>
          <p:nvPr>
            <p:ph sz="quarter" idx="10"/>
          </p:nvPr>
        </p:nvSpPr>
        <p:spPr>
          <a:xfrm>
            <a:off x="838200" y="2207763"/>
            <a:ext cx="5151783" cy="3482077"/>
          </a:xfrm>
        </p:spPr>
        <p:txBody>
          <a:bodyPr anchor="ctr"/>
          <a:lstStyle/>
          <a:p>
            <a:pPr marL="0" indent="0">
              <a:buNone/>
            </a:pPr>
            <a:r>
              <a:rPr lang="en-US" b="1" dirty="0">
                <a:solidFill>
                  <a:schemeClr val="accent2">
                    <a:alpha val="85000"/>
                  </a:schemeClr>
                </a:solidFill>
              </a:rPr>
              <a:t>Pseudonymized</a:t>
            </a:r>
            <a:r>
              <a:rPr lang="en-US" dirty="0"/>
              <a:t> personal data that has been altered so that it cannot be linked to a specific person without additional information (i.e. key).</a:t>
            </a:r>
            <a:endParaRPr lang="en-BE" dirty="0"/>
          </a:p>
        </p:txBody>
      </p:sp>
      <p:sp>
        <p:nvSpPr>
          <p:cNvPr id="4" name="Content Placeholder 2">
            <a:extLst>
              <a:ext uri="{FF2B5EF4-FFF2-40B4-BE49-F238E27FC236}">
                <a16:creationId xmlns:a16="http://schemas.microsoft.com/office/drawing/2014/main" id="{CB752DC7-5DFF-0949-5B6C-44D7500FC513}"/>
              </a:ext>
            </a:extLst>
          </p:cNvPr>
          <p:cNvSpPr txBox="1">
            <a:spLocks/>
          </p:cNvSpPr>
          <p:nvPr/>
        </p:nvSpPr>
        <p:spPr>
          <a:xfrm>
            <a:off x="6202016" y="2207763"/>
            <a:ext cx="5151783" cy="3482077"/>
          </a:xfrm>
          <a:prstGeom prst="rect">
            <a:avLst/>
          </a:prstGeom>
          <a:solidFill>
            <a:schemeClr val="bg1">
              <a:lumMod val="95000"/>
            </a:schemeClr>
          </a:solidFill>
        </p:spPr>
        <p:txBody>
          <a:bodyPr anchor="ctr"/>
          <a:lstStyle>
            <a:lvl1pPr marL="228600" indent="-228600" algn="l" defTabSz="914400" rtl="0" eaLnBrk="1" latinLnBrk="0" hangingPunct="1">
              <a:lnSpc>
                <a:spcPct val="114000"/>
              </a:lnSpc>
              <a:spcBef>
                <a:spcPts val="1000"/>
              </a:spcBef>
              <a:buClr>
                <a:schemeClr val="tx2"/>
              </a:buClr>
              <a:buFont typeface="Wingdings" panose="05000000000000000000" pitchFamily="2" charset="2"/>
              <a:buChar char="§"/>
              <a:defRPr sz="2800" kern="1200">
                <a:solidFill>
                  <a:schemeClr val="tx1">
                    <a:alpha val="85000"/>
                  </a:schemeClr>
                </a:solidFill>
                <a:latin typeface="+mn-lt"/>
                <a:ea typeface="+mn-ea"/>
                <a:cs typeface="+mn-cs"/>
              </a:defRPr>
            </a:lvl1pPr>
            <a:lvl2pPr marL="685800" indent="-228600" algn="l" defTabSz="914400" rtl="0" eaLnBrk="1" latinLnBrk="0" hangingPunct="1">
              <a:lnSpc>
                <a:spcPct val="114000"/>
              </a:lnSpc>
              <a:spcBef>
                <a:spcPts val="500"/>
              </a:spcBef>
              <a:buClr>
                <a:schemeClr val="tx2"/>
              </a:buClr>
              <a:buFont typeface="Wingdings" panose="05000000000000000000" pitchFamily="2" charset="2"/>
              <a:buChar char="§"/>
              <a:defRPr sz="2800" kern="1200">
                <a:solidFill>
                  <a:schemeClr val="tx1">
                    <a:alpha val="85000"/>
                  </a:schemeClr>
                </a:solidFill>
                <a:latin typeface="+mn-lt"/>
                <a:ea typeface="+mn-ea"/>
                <a:cs typeface="+mn-cs"/>
              </a:defRPr>
            </a:lvl2pPr>
            <a:lvl3pPr marL="1143000" indent="-228600" algn="l" defTabSz="914400" rtl="0" eaLnBrk="1" latinLnBrk="0" hangingPunct="1">
              <a:lnSpc>
                <a:spcPct val="114000"/>
              </a:lnSpc>
              <a:spcBef>
                <a:spcPts val="500"/>
              </a:spcBef>
              <a:buClr>
                <a:schemeClr val="tx2"/>
              </a:buClr>
              <a:buFont typeface="Wingdings" panose="05000000000000000000" pitchFamily="2" charset="2"/>
              <a:buChar char="§"/>
              <a:defRPr sz="2800" kern="1200">
                <a:solidFill>
                  <a:schemeClr val="tx1">
                    <a:alpha val="85000"/>
                  </a:schemeClr>
                </a:solidFill>
                <a:latin typeface="+mn-lt"/>
                <a:ea typeface="+mn-ea"/>
                <a:cs typeface="+mn-cs"/>
              </a:defRPr>
            </a:lvl3pPr>
            <a:lvl4pPr marL="1600200" indent="-228600" algn="l" defTabSz="914400" rtl="0" eaLnBrk="1" latinLnBrk="0" hangingPunct="1">
              <a:lnSpc>
                <a:spcPct val="114000"/>
              </a:lnSpc>
              <a:spcBef>
                <a:spcPts val="500"/>
              </a:spcBef>
              <a:buClr>
                <a:schemeClr val="tx2"/>
              </a:buClr>
              <a:buFont typeface="Wingdings" panose="05000000000000000000" pitchFamily="2" charset="2"/>
              <a:buChar char="§"/>
              <a:defRPr sz="2400" kern="1200">
                <a:solidFill>
                  <a:schemeClr val="tx1">
                    <a:alpha val="85000"/>
                  </a:schemeClr>
                </a:solidFill>
                <a:latin typeface="+mn-lt"/>
                <a:ea typeface="+mn-ea"/>
                <a:cs typeface="+mn-cs"/>
              </a:defRPr>
            </a:lvl4pPr>
            <a:lvl5pPr marL="2057400" indent="-228600" algn="l" defTabSz="914400" rtl="0" eaLnBrk="1" latinLnBrk="0" hangingPunct="1">
              <a:lnSpc>
                <a:spcPct val="114000"/>
              </a:lnSpc>
              <a:spcBef>
                <a:spcPts val="500"/>
              </a:spcBef>
              <a:buClr>
                <a:schemeClr val="tx2"/>
              </a:buClr>
              <a:buFont typeface="Wingdings" panose="05000000000000000000" pitchFamily="2" charset="2"/>
              <a:buChar char="§"/>
              <a:defRPr sz="2400" kern="1200">
                <a:solidFill>
                  <a:schemeClr val="tx1">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t>Only when personal data had been irreversibly changed or removed in a manner that no one can identify the person it belongs to, the data can be considered </a:t>
            </a:r>
            <a:r>
              <a:rPr lang="en-US" b="1" dirty="0">
                <a:solidFill>
                  <a:schemeClr val="accent5">
                    <a:alpha val="85000"/>
                  </a:schemeClr>
                </a:solidFill>
              </a:rPr>
              <a:t>anonymized</a:t>
            </a:r>
            <a:r>
              <a:rPr lang="en-US" dirty="0"/>
              <a:t>. </a:t>
            </a:r>
            <a:endParaRPr lang="en-BE" dirty="0"/>
          </a:p>
        </p:txBody>
      </p:sp>
    </p:spTree>
    <p:extLst>
      <p:ext uri="{BB962C8B-B14F-4D97-AF65-F5344CB8AC3E}">
        <p14:creationId xmlns:p14="http://schemas.microsoft.com/office/powerpoint/2010/main" val="2687012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F9996-976E-30C1-89B7-CA97D4074FB3}"/>
              </a:ext>
            </a:extLst>
          </p:cNvPr>
          <p:cNvSpPr>
            <a:spLocks noGrp="1"/>
          </p:cNvSpPr>
          <p:nvPr>
            <p:ph type="title"/>
          </p:nvPr>
        </p:nvSpPr>
        <p:spPr/>
        <p:txBody>
          <a:bodyPr/>
          <a:lstStyle/>
          <a:p>
            <a:r>
              <a:rPr lang="en-US" dirty="0"/>
              <a:t>Special category data</a:t>
            </a:r>
            <a:endParaRPr lang="en-BE" dirty="0"/>
          </a:p>
        </p:txBody>
      </p:sp>
      <p:sp>
        <p:nvSpPr>
          <p:cNvPr id="3" name="Content Placeholder 2">
            <a:extLst>
              <a:ext uri="{FF2B5EF4-FFF2-40B4-BE49-F238E27FC236}">
                <a16:creationId xmlns:a16="http://schemas.microsoft.com/office/drawing/2014/main" id="{CBBF73F3-6D49-008A-41B9-40838883C401}"/>
              </a:ext>
            </a:extLst>
          </p:cNvPr>
          <p:cNvSpPr>
            <a:spLocks noGrp="1"/>
          </p:cNvSpPr>
          <p:nvPr>
            <p:ph sz="quarter" idx="10"/>
          </p:nvPr>
        </p:nvSpPr>
        <p:spPr>
          <a:xfrm>
            <a:off x="838200" y="1792289"/>
            <a:ext cx="10515600" cy="2501416"/>
          </a:xfrm>
        </p:spPr>
        <p:txBody>
          <a:bodyPr/>
          <a:lstStyle/>
          <a:p>
            <a:pPr marL="0" indent="0">
              <a:buNone/>
            </a:pPr>
            <a:r>
              <a:rPr lang="en-US" sz="2400" dirty="0"/>
              <a:t>Within personal data exists special categories of data. These types of personal data can expose individuals to significant risks, such as discrimination, identity theft, privacy invasion, and social or economic harm. The special categories of personal data refer to:</a:t>
            </a:r>
          </a:p>
          <a:p>
            <a:endParaRPr lang="en-US" sz="2400" dirty="0"/>
          </a:p>
          <a:p>
            <a:endParaRPr lang="en-BE" sz="2400" dirty="0"/>
          </a:p>
        </p:txBody>
      </p:sp>
      <p:sp>
        <p:nvSpPr>
          <p:cNvPr id="6" name="Content Placeholder 2">
            <a:extLst>
              <a:ext uri="{FF2B5EF4-FFF2-40B4-BE49-F238E27FC236}">
                <a16:creationId xmlns:a16="http://schemas.microsoft.com/office/drawing/2014/main" id="{A18058C2-334F-15B9-5972-3087315AB32B}"/>
              </a:ext>
            </a:extLst>
          </p:cNvPr>
          <p:cNvSpPr txBox="1">
            <a:spLocks/>
          </p:cNvSpPr>
          <p:nvPr/>
        </p:nvSpPr>
        <p:spPr>
          <a:xfrm>
            <a:off x="838200" y="3644349"/>
            <a:ext cx="10515600" cy="2501416"/>
          </a:xfrm>
          <a:prstGeom prst="rect">
            <a:avLst/>
          </a:prstGeom>
          <a:solidFill>
            <a:schemeClr val="bg1">
              <a:lumMod val="95000"/>
            </a:schemeClr>
          </a:solidFill>
        </p:spPr>
        <p:txBody>
          <a:bodyPr numCol="2" anchor="ctr"/>
          <a:lstStyle>
            <a:lvl1pPr marL="228600" indent="-228600" algn="l" defTabSz="914400" rtl="0" eaLnBrk="1" latinLnBrk="0" hangingPunct="1">
              <a:lnSpc>
                <a:spcPct val="114000"/>
              </a:lnSpc>
              <a:spcBef>
                <a:spcPts val="1000"/>
              </a:spcBef>
              <a:buClr>
                <a:schemeClr val="tx2"/>
              </a:buClr>
              <a:buFont typeface="Wingdings" panose="05000000000000000000" pitchFamily="2" charset="2"/>
              <a:buChar char="§"/>
              <a:defRPr sz="2800" kern="1200">
                <a:solidFill>
                  <a:schemeClr val="tx1">
                    <a:alpha val="85000"/>
                  </a:schemeClr>
                </a:solidFill>
                <a:latin typeface="+mn-lt"/>
                <a:ea typeface="+mn-ea"/>
                <a:cs typeface="+mn-cs"/>
              </a:defRPr>
            </a:lvl1pPr>
            <a:lvl2pPr marL="685800" indent="-228600" algn="l" defTabSz="914400" rtl="0" eaLnBrk="1" latinLnBrk="0" hangingPunct="1">
              <a:lnSpc>
                <a:spcPct val="114000"/>
              </a:lnSpc>
              <a:spcBef>
                <a:spcPts val="500"/>
              </a:spcBef>
              <a:buClr>
                <a:schemeClr val="tx2"/>
              </a:buClr>
              <a:buFont typeface="Wingdings" panose="05000000000000000000" pitchFamily="2" charset="2"/>
              <a:buChar char="§"/>
              <a:defRPr sz="2800" kern="1200">
                <a:solidFill>
                  <a:schemeClr val="tx1">
                    <a:alpha val="85000"/>
                  </a:schemeClr>
                </a:solidFill>
                <a:latin typeface="+mn-lt"/>
                <a:ea typeface="+mn-ea"/>
                <a:cs typeface="+mn-cs"/>
              </a:defRPr>
            </a:lvl2pPr>
            <a:lvl3pPr marL="1143000" indent="-228600" algn="l" defTabSz="914400" rtl="0" eaLnBrk="1" latinLnBrk="0" hangingPunct="1">
              <a:lnSpc>
                <a:spcPct val="114000"/>
              </a:lnSpc>
              <a:spcBef>
                <a:spcPts val="500"/>
              </a:spcBef>
              <a:buClr>
                <a:schemeClr val="tx2"/>
              </a:buClr>
              <a:buFont typeface="Wingdings" panose="05000000000000000000" pitchFamily="2" charset="2"/>
              <a:buChar char="§"/>
              <a:defRPr sz="2800" kern="1200">
                <a:solidFill>
                  <a:schemeClr val="tx1">
                    <a:alpha val="85000"/>
                  </a:schemeClr>
                </a:solidFill>
                <a:latin typeface="+mn-lt"/>
                <a:ea typeface="+mn-ea"/>
                <a:cs typeface="+mn-cs"/>
              </a:defRPr>
            </a:lvl3pPr>
            <a:lvl4pPr marL="1600200" indent="-228600" algn="l" defTabSz="914400" rtl="0" eaLnBrk="1" latinLnBrk="0" hangingPunct="1">
              <a:lnSpc>
                <a:spcPct val="114000"/>
              </a:lnSpc>
              <a:spcBef>
                <a:spcPts val="500"/>
              </a:spcBef>
              <a:buClr>
                <a:schemeClr val="tx2"/>
              </a:buClr>
              <a:buFont typeface="Wingdings" panose="05000000000000000000" pitchFamily="2" charset="2"/>
              <a:buChar char="§"/>
              <a:defRPr sz="2400" kern="1200">
                <a:solidFill>
                  <a:schemeClr val="tx1">
                    <a:alpha val="85000"/>
                  </a:schemeClr>
                </a:solidFill>
                <a:latin typeface="+mn-lt"/>
                <a:ea typeface="+mn-ea"/>
                <a:cs typeface="+mn-cs"/>
              </a:defRPr>
            </a:lvl4pPr>
            <a:lvl5pPr marL="2057400" indent="-228600" algn="l" defTabSz="914400" rtl="0" eaLnBrk="1" latinLnBrk="0" hangingPunct="1">
              <a:lnSpc>
                <a:spcPct val="114000"/>
              </a:lnSpc>
              <a:spcBef>
                <a:spcPts val="500"/>
              </a:spcBef>
              <a:buClr>
                <a:schemeClr val="tx2"/>
              </a:buClr>
              <a:buFont typeface="Wingdings" panose="05000000000000000000" pitchFamily="2" charset="2"/>
              <a:buChar char="§"/>
              <a:defRPr sz="2400" kern="1200">
                <a:solidFill>
                  <a:schemeClr val="tx1">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r>
              <a:rPr lang="en-US" sz="2400" dirty="0"/>
              <a:t>Racial or ethnic origin</a:t>
            </a:r>
          </a:p>
          <a:p>
            <a:pPr marL="457200" indent="-457200">
              <a:buFont typeface="+mj-lt"/>
              <a:buAutoNum type="arabicPeriod"/>
            </a:pPr>
            <a:r>
              <a:rPr lang="en-US" sz="2400" dirty="0"/>
              <a:t>Political opinions</a:t>
            </a:r>
          </a:p>
          <a:p>
            <a:pPr marL="457200" indent="-457200">
              <a:buFont typeface="+mj-lt"/>
              <a:buAutoNum type="arabicPeriod"/>
            </a:pPr>
            <a:r>
              <a:rPr lang="en-US" sz="2400" dirty="0"/>
              <a:t>Religious/philosophical beliefs</a:t>
            </a:r>
          </a:p>
          <a:p>
            <a:pPr marL="457200" indent="-457200">
              <a:buFont typeface="+mj-lt"/>
              <a:buAutoNum type="arabicPeriod"/>
            </a:pPr>
            <a:r>
              <a:rPr lang="en-US" sz="2400" dirty="0"/>
              <a:t>Trade union membership</a:t>
            </a:r>
          </a:p>
          <a:p>
            <a:pPr marL="457200" indent="-457200">
              <a:buFont typeface="+mj-lt"/>
              <a:buAutoNum type="arabicPeriod"/>
            </a:pPr>
            <a:r>
              <a:rPr lang="en-US" sz="2400" dirty="0"/>
              <a:t>Genetic data</a:t>
            </a:r>
          </a:p>
          <a:p>
            <a:pPr marL="457200" indent="-457200">
              <a:buFont typeface="+mj-lt"/>
              <a:buAutoNum type="arabicPeriod"/>
            </a:pPr>
            <a:r>
              <a:rPr lang="en-US" sz="2400" dirty="0"/>
              <a:t>Biometric data</a:t>
            </a:r>
          </a:p>
          <a:p>
            <a:pPr marL="457200" indent="-457200">
              <a:buFont typeface="+mj-lt"/>
              <a:buAutoNum type="arabicPeriod"/>
            </a:pPr>
            <a:r>
              <a:rPr lang="en-US" sz="2400" dirty="0"/>
              <a:t>Health data</a:t>
            </a:r>
          </a:p>
          <a:p>
            <a:pPr marL="457200" indent="-457200">
              <a:buFont typeface="+mj-lt"/>
              <a:buAutoNum type="arabicPeriod"/>
            </a:pPr>
            <a:r>
              <a:rPr lang="en-US" sz="2400" dirty="0"/>
              <a:t>Sex life or sexual orientation</a:t>
            </a:r>
          </a:p>
        </p:txBody>
      </p:sp>
    </p:spTree>
    <p:extLst>
      <p:ext uri="{BB962C8B-B14F-4D97-AF65-F5344CB8AC3E}">
        <p14:creationId xmlns:p14="http://schemas.microsoft.com/office/powerpoint/2010/main" val="3964539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FF878-0D2B-F95B-8BC6-83237D70A015}"/>
              </a:ext>
            </a:extLst>
          </p:cNvPr>
          <p:cNvSpPr>
            <a:spLocks noGrp="1"/>
          </p:cNvSpPr>
          <p:nvPr>
            <p:ph type="title"/>
          </p:nvPr>
        </p:nvSpPr>
        <p:spPr>
          <a:xfrm>
            <a:off x="838200" y="2766218"/>
            <a:ext cx="10515600" cy="1325563"/>
          </a:xfrm>
        </p:spPr>
        <p:txBody>
          <a:bodyPr>
            <a:normAutofit/>
          </a:bodyPr>
          <a:lstStyle/>
          <a:p>
            <a:pPr algn="ctr"/>
            <a:r>
              <a:rPr lang="en-US" sz="6600" dirty="0"/>
              <a:t>So what is sensitive data?</a:t>
            </a:r>
            <a:endParaRPr lang="en-BE" sz="6600" dirty="0"/>
          </a:p>
        </p:txBody>
      </p:sp>
    </p:spTree>
    <p:extLst>
      <p:ext uri="{BB962C8B-B14F-4D97-AF65-F5344CB8AC3E}">
        <p14:creationId xmlns:p14="http://schemas.microsoft.com/office/powerpoint/2010/main" val="2365284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3ACE6-46BE-CA52-BEEC-6EEE297E452E}"/>
              </a:ext>
            </a:extLst>
          </p:cNvPr>
          <p:cNvSpPr>
            <a:spLocks noGrp="1"/>
          </p:cNvSpPr>
          <p:nvPr>
            <p:ph type="title"/>
          </p:nvPr>
        </p:nvSpPr>
        <p:spPr/>
        <p:txBody>
          <a:bodyPr/>
          <a:lstStyle/>
          <a:p>
            <a:r>
              <a:rPr lang="en-US" dirty="0"/>
              <a:t>The GDPR - General Data Protection Regulation </a:t>
            </a:r>
            <a:endParaRPr lang="en-BE" dirty="0"/>
          </a:p>
        </p:txBody>
      </p:sp>
      <p:sp>
        <p:nvSpPr>
          <p:cNvPr id="3" name="Content Placeholder 2">
            <a:extLst>
              <a:ext uri="{FF2B5EF4-FFF2-40B4-BE49-F238E27FC236}">
                <a16:creationId xmlns:a16="http://schemas.microsoft.com/office/drawing/2014/main" id="{24B864E5-0F53-FF66-3D7F-7FFC961EA861}"/>
              </a:ext>
            </a:extLst>
          </p:cNvPr>
          <p:cNvSpPr>
            <a:spLocks noGrp="1"/>
          </p:cNvSpPr>
          <p:nvPr>
            <p:ph sz="quarter" idx="10"/>
          </p:nvPr>
        </p:nvSpPr>
        <p:spPr/>
        <p:txBody>
          <a:bodyPr/>
          <a:lstStyle/>
          <a:p>
            <a:pPr marL="0" indent="0">
              <a:buNone/>
            </a:pPr>
            <a:r>
              <a:rPr lang="en-US" dirty="0"/>
              <a:t>As technology advanced, more and more personal and special category data was being collected, shared, and stored, often without clear rules or protections.</a:t>
            </a:r>
          </a:p>
          <a:p>
            <a:pPr marL="0" indent="0">
              <a:buNone/>
            </a:pPr>
            <a:r>
              <a:rPr lang="en-US" dirty="0"/>
              <a:t>To ensure that EU data is protected, even when it’s processed outside the EU. </a:t>
            </a:r>
          </a:p>
          <a:p>
            <a:pPr marL="0" indent="0">
              <a:buNone/>
            </a:pPr>
            <a:r>
              <a:rPr lang="en-US" dirty="0"/>
              <a:t>It gives people more control over their data and sets clear responsibilities for organizations that use it.</a:t>
            </a:r>
          </a:p>
        </p:txBody>
      </p:sp>
    </p:spTree>
    <p:extLst>
      <p:ext uri="{BB962C8B-B14F-4D97-AF65-F5344CB8AC3E}">
        <p14:creationId xmlns:p14="http://schemas.microsoft.com/office/powerpoint/2010/main" val="3681755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60F9A-E9F9-1238-5F23-47F9F0FC01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53E7F-01E2-4661-BFD6-1C1C2E4597FE}"/>
              </a:ext>
            </a:extLst>
          </p:cNvPr>
          <p:cNvSpPr>
            <a:spLocks noGrp="1"/>
          </p:cNvSpPr>
          <p:nvPr>
            <p:ph type="title"/>
          </p:nvPr>
        </p:nvSpPr>
        <p:spPr/>
        <p:txBody>
          <a:bodyPr/>
          <a:lstStyle/>
          <a:p>
            <a:r>
              <a:rPr lang="en-US" dirty="0"/>
              <a:t>The DPO</a:t>
            </a:r>
            <a:endParaRPr lang="en-BE" dirty="0"/>
          </a:p>
        </p:txBody>
      </p:sp>
      <p:sp>
        <p:nvSpPr>
          <p:cNvPr id="3" name="Content Placeholder 2">
            <a:extLst>
              <a:ext uri="{FF2B5EF4-FFF2-40B4-BE49-F238E27FC236}">
                <a16:creationId xmlns:a16="http://schemas.microsoft.com/office/drawing/2014/main" id="{812FF8A4-3D8B-BE59-659B-39B7504052B2}"/>
              </a:ext>
            </a:extLst>
          </p:cNvPr>
          <p:cNvSpPr>
            <a:spLocks noGrp="1"/>
          </p:cNvSpPr>
          <p:nvPr>
            <p:ph sz="quarter" idx="10"/>
          </p:nvPr>
        </p:nvSpPr>
        <p:spPr/>
        <p:txBody>
          <a:bodyPr lIns="91440" tIns="45720" rIns="91440" bIns="45720" anchor="t"/>
          <a:lstStyle/>
          <a:p>
            <a:r>
              <a:rPr lang="en-US" dirty="0"/>
              <a:t>The Data Protection Officer (DPO) is a role within organizations that help interpret and apply the GDPR into companies and institutes. They are the experts and go to person for any questions, breaches, etc.</a:t>
            </a:r>
          </a:p>
          <a:p>
            <a:r>
              <a:rPr lang="en-US" dirty="0"/>
              <a:t>Contact: </a:t>
            </a:r>
            <a:r>
              <a:rPr lang="en-US" dirty="0">
                <a:solidFill>
                  <a:srgbClr val="01A2A6"/>
                </a:solidFill>
                <a:hlinkClick r:id="rId3">
                  <a:extLst>
                    <a:ext uri="{A12FA001-AC4F-418D-AE19-62706E023703}">
                      <ahyp:hlinkClr xmlns:ahyp="http://schemas.microsoft.com/office/drawing/2018/hyperlinkcolor" val="tx"/>
                    </a:ext>
                  </a:extLst>
                </a:hlinkClick>
              </a:rPr>
              <a:t>dpo@vib.be</a:t>
            </a:r>
            <a:r>
              <a:rPr lang="en-US" sz="4000" dirty="0">
                <a:solidFill>
                  <a:schemeClr val="accent2">
                    <a:alpha val="85000"/>
                  </a:schemeClr>
                </a:solidFill>
              </a:rPr>
              <a:t> </a:t>
            </a:r>
            <a:endParaRPr lang="en-BE" dirty="0">
              <a:solidFill>
                <a:schemeClr val="accent2">
                  <a:alpha val="85000"/>
                </a:schemeClr>
              </a:solidFill>
            </a:endParaRPr>
          </a:p>
        </p:txBody>
      </p:sp>
    </p:spTree>
    <p:extLst>
      <p:ext uri="{BB962C8B-B14F-4D97-AF65-F5344CB8AC3E}">
        <p14:creationId xmlns:p14="http://schemas.microsoft.com/office/powerpoint/2010/main" val="223647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27641-BFDD-41EF-855F-EC8F493C510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CC0A34-09DE-8A5F-4930-D171A95F5F63}"/>
              </a:ext>
            </a:extLst>
          </p:cNvPr>
          <p:cNvSpPr>
            <a:spLocks noGrp="1"/>
          </p:cNvSpPr>
          <p:nvPr>
            <p:ph type="body" sz="quarter" idx="10"/>
          </p:nvPr>
        </p:nvSpPr>
        <p:spPr/>
        <p:txBody>
          <a:bodyPr/>
          <a:lstStyle/>
          <a:p>
            <a:r>
              <a:rPr lang="en-US" dirty="0"/>
              <a:t>Why</a:t>
            </a:r>
            <a:endParaRPr lang="en-BE" dirty="0"/>
          </a:p>
        </p:txBody>
      </p:sp>
      <p:sp>
        <p:nvSpPr>
          <p:cNvPr id="3" name="Text Placeholder 2">
            <a:extLst>
              <a:ext uri="{FF2B5EF4-FFF2-40B4-BE49-F238E27FC236}">
                <a16:creationId xmlns:a16="http://schemas.microsoft.com/office/drawing/2014/main" id="{E33F531B-D650-CB5A-5DBB-F7706C130280}"/>
              </a:ext>
            </a:extLst>
          </p:cNvPr>
          <p:cNvSpPr>
            <a:spLocks noGrp="1"/>
          </p:cNvSpPr>
          <p:nvPr>
            <p:ph type="body" sz="quarter" idx="11"/>
          </p:nvPr>
        </p:nvSpPr>
        <p:spPr/>
        <p:txBody>
          <a:bodyPr/>
          <a:lstStyle/>
          <a:p>
            <a:r>
              <a:rPr lang="en-US" dirty="0"/>
              <a:t>04</a:t>
            </a:r>
            <a:endParaRPr lang="en-BE" dirty="0"/>
          </a:p>
        </p:txBody>
      </p:sp>
    </p:spTree>
    <p:extLst>
      <p:ext uri="{BB962C8B-B14F-4D97-AF65-F5344CB8AC3E}">
        <p14:creationId xmlns:p14="http://schemas.microsoft.com/office/powerpoint/2010/main" val="3039654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89A29-2B81-DE04-ADC5-D8B617814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51314F-1FE2-38D9-E3E7-45EFB54DFFCA}"/>
              </a:ext>
            </a:extLst>
          </p:cNvPr>
          <p:cNvSpPr>
            <a:spLocks noGrp="1"/>
          </p:cNvSpPr>
          <p:nvPr>
            <p:ph type="title"/>
          </p:nvPr>
        </p:nvSpPr>
        <p:spPr>
          <a:xfrm>
            <a:off x="838200" y="365125"/>
            <a:ext cx="10515600" cy="1325563"/>
          </a:xfrm>
        </p:spPr>
        <p:txBody>
          <a:bodyPr>
            <a:normAutofit/>
          </a:bodyPr>
          <a:lstStyle/>
          <a:p>
            <a:r>
              <a:rPr lang="en-US"/>
              <a:t>Carrot or stick?</a:t>
            </a:r>
            <a:endParaRPr lang="en-BE"/>
          </a:p>
        </p:txBody>
      </p:sp>
      <p:grpSp>
        <p:nvGrpSpPr>
          <p:cNvPr id="27" name="Group 26">
            <a:extLst>
              <a:ext uri="{FF2B5EF4-FFF2-40B4-BE49-F238E27FC236}">
                <a16:creationId xmlns:a16="http://schemas.microsoft.com/office/drawing/2014/main" id="{9C600B60-5324-85C8-0A79-C15B63B2F4E1}"/>
              </a:ext>
            </a:extLst>
          </p:cNvPr>
          <p:cNvGrpSpPr/>
          <p:nvPr/>
        </p:nvGrpSpPr>
        <p:grpSpPr>
          <a:xfrm flipH="1">
            <a:off x="5540022" y="1931420"/>
            <a:ext cx="2612794" cy="5014153"/>
            <a:chOff x="3223542" y="1951740"/>
            <a:chExt cx="2612794" cy="5014153"/>
          </a:xfrm>
        </p:grpSpPr>
        <p:sp>
          <p:nvSpPr>
            <p:cNvPr id="12" name="Freeform: Shape 11">
              <a:extLst>
                <a:ext uri="{FF2B5EF4-FFF2-40B4-BE49-F238E27FC236}">
                  <a16:creationId xmlns:a16="http://schemas.microsoft.com/office/drawing/2014/main" id="{D70DEC1E-BABA-664C-7055-C1E566212BB0}"/>
                </a:ext>
              </a:extLst>
            </p:cNvPr>
            <p:cNvSpPr/>
            <p:nvPr/>
          </p:nvSpPr>
          <p:spPr>
            <a:xfrm rot="3322949" flipH="1">
              <a:off x="3376307" y="6450899"/>
              <a:ext cx="363083" cy="666905"/>
            </a:xfrm>
            <a:custGeom>
              <a:avLst/>
              <a:gdLst>
                <a:gd name="connsiteX0" fmla="*/ 79312 w 121085"/>
                <a:gd name="connsiteY0" fmla="*/ 64 h 222407"/>
                <a:gd name="connsiteX1" fmla="*/ 121086 w 121085"/>
                <a:gd name="connsiteY1" fmla="*/ 60896 h 222407"/>
                <a:gd name="connsiteX2" fmla="*/ 104787 w 121085"/>
                <a:gd name="connsiteY2" fmla="*/ 81366 h 222407"/>
                <a:gd name="connsiteX3" fmla="*/ 102477 w 121085"/>
                <a:gd name="connsiteY3" fmla="*/ 122626 h 222407"/>
                <a:gd name="connsiteX4" fmla="*/ 111653 w 121085"/>
                <a:gd name="connsiteY4" fmla="*/ 143352 h 222407"/>
                <a:gd name="connsiteX5" fmla="*/ 113514 w 121085"/>
                <a:gd name="connsiteY5" fmla="*/ 199115 h 222407"/>
                <a:gd name="connsiteX6" fmla="*/ 100937 w 121085"/>
                <a:gd name="connsiteY6" fmla="*/ 222408 h 222407"/>
                <a:gd name="connsiteX7" fmla="*/ 0 w 121085"/>
                <a:gd name="connsiteY7" fmla="*/ 75398 h 222407"/>
                <a:gd name="connsiteX8" fmla="*/ 79312 w 121085"/>
                <a:gd name="connsiteY8" fmla="*/ 0 h 22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085" h="222407">
                  <a:moveTo>
                    <a:pt x="79312" y="64"/>
                  </a:moveTo>
                  <a:lnTo>
                    <a:pt x="121086" y="60896"/>
                  </a:lnTo>
                  <a:cubicBezTo>
                    <a:pt x="114155" y="66350"/>
                    <a:pt x="108509" y="73409"/>
                    <a:pt x="104787" y="81366"/>
                  </a:cubicBezTo>
                  <a:cubicBezTo>
                    <a:pt x="98820" y="94135"/>
                    <a:pt x="97985" y="109279"/>
                    <a:pt x="102477" y="122626"/>
                  </a:cubicBezTo>
                  <a:cubicBezTo>
                    <a:pt x="104915" y="129813"/>
                    <a:pt x="108766" y="136358"/>
                    <a:pt x="111653" y="143352"/>
                  </a:cubicBezTo>
                  <a:cubicBezTo>
                    <a:pt x="118904" y="160935"/>
                    <a:pt x="119546" y="181148"/>
                    <a:pt x="113514" y="199115"/>
                  </a:cubicBezTo>
                  <a:cubicBezTo>
                    <a:pt x="110691" y="207521"/>
                    <a:pt x="106391" y="215413"/>
                    <a:pt x="100937" y="222408"/>
                  </a:cubicBezTo>
                  <a:lnTo>
                    <a:pt x="0" y="75398"/>
                  </a:lnTo>
                  <a:lnTo>
                    <a:pt x="79312" y="0"/>
                  </a:lnTo>
                  <a:close/>
                </a:path>
              </a:pathLst>
            </a:custGeom>
            <a:solidFill>
              <a:srgbClr val="FFFFFF"/>
            </a:solidFill>
            <a:ln w="8342" cap="flat">
              <a:solidFill>
                <a:srgbClr val="E83050"/>
              </a:solidFill>
              <a:prstDash val="solid"/>
              <a:round/>
            </a:ln>
          </p:spPr>
          <p:txBody>
            <a:bodyPr rtlCol="0" anchor="ctr"/>
            <a:lstStyle/>
            <a:p>
              <a:endParaRPr lang="en-BE"/>
            </a:p>
          </p:txBody>
        </p:sp>
        <p:sp>
          <p:nvSpPr>
            <p:cNvPr id="13" name="Freeform: Shape 12">
              <a:extLst>
                <a:ext uri="{FF2B5EF4-FFF2-40B4-BE49-F238E27FC236}">
                  <a16:creationId xmlns:a16="http://schemas.microsoft.com/office/drawing/2014/main" id="{BF7C4DC9-EF13-46C2-488F-9BEC3C071783}"/>
                </a:ext>
              </a:extLst>
            </p:cNvPr>
            <p:cNvSpPr/>
            <p:nvPr/>
          </p:nvSpPr>
          <p:spPr>
            <a:xfrm flipV="1">
              <a:off x="3493884" y="4004815"/>
              <a:ext cx="733674" cy="2596241"/>
            </a:xfrm>
            <a:custGeom>
              <a:avLst/>
              <a:gdLst>
                <a:gd name="connsiteX0" fmla="*/ 0 w 244674"/>
                <a:gd name="connsiteY0" fmla="*/ 0 h 865824"/>
                <a:gd name="connsiteX1" fmla="*/ 157405 w 244674"/>
                <a:gd name="connsiteY1" fmla="*/ 0 h 865824"/>
                <a:gd name="connsiteX2" fmla="*/ 244674 w 244674"/>
                <a:gd name="connsiteY2" fmla="*/ 865824 h 865824"/>
                <a:gd name="connsiteX3" fmla="*/ 83034 w 244674"/>
                <a:gd name="connsiteY3" fmla="*/ 865824 h 865824"/>
                <a:gd name="connsiteX4" fmla="*/ 0 w 244674"/>
                <a:gd name="connsiteY4" fmla="*/ 0 h 86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674" h="865824">
                  <a:moveTo>
                    <a:pt x="0" y="0"/>
                  </a:moveTo>
                  <a:lnTo>
                    <a:pt x="157405" y="0"/>
                  </a:lnTo>
                  <a:lnTo>
                    <a:pt x="244674" y="865824"/>
                  </a:lnTo>
                  <a:lnTo>
                    <a:pt x="83034" y="865824"/>
                  </a:lnTo>
                  <a:lnTo>
                    <a:pt x="0" y="0"/>
                  </a:lnTo>
                  <a:close/>
                </a:path>
              </a:pathLst>
            </a:custGeom>
            <a:solidFill>
              <a:srgbClr val="F6AAB9"/>
            </a:solidFill>
            <a:ln w="8342" cap="flat">
              <a:solidFill>
                <a:srgbClr val="E83050"/>
              </a:solidFill>
              <a:prstDash val="solid"/>
              <a:miter/>
            </a:ln>
          </p:spPr>
          <p:txBody>
            <a:bodyPr rtlCol="0" anchor="ctr"/>
            <a:lstStyle/>
            <a:p>
              <a:endParaRPr lang="en-BE"/>
            </a:p>
          </p:txBody>
        </p:sp>
        <p:grpSp>
          <p:nvGrpSpPr>
            <p:cNvPr id="14" name="Group 13">
              <a:extLst>
                <a:ext uri="{FF2B5EF4-FFF2-40B4-BE49-F238E27FC236}">
                  <a16:creationId xmlns:a16="http://schemas.microsoft.com/office/drawing/2014/main" id="{2D97EB6B-AF37-275C-2413-08AD572BE2D4}"/>
                </a:ext>
              </a:extLst>
            </p:cNvPr>
            <p:cNvGrpSpPr/>
            <p:nvPr/>
          </p:nvGrpSpPr>
          <p:grpSpPr>
            <a:xfrm rot="970760">
              <a:off x="4553928" y="1951740"/>
              <a:ext cx="1282408" cy="1905701"/>
              <a:chOff x="3932229" y="5128627"/>
              <a:chExt cx="427672" cy="635535"/>
            </a:xfrm>
          </p:grpSpPr>
          <p:sp>
            <p:nvSpPr>
              <p:cNvPr id="15" name="Freeform: Shape 14">
                <a:extLst>
                  <a:ext uri="{FF2B5EF4-FFF2-40B4-BE49-F238E27FC236}">
                    <a16:creationId xmlns:a16="http://schemas.microsoft.com/office/drawing/2014/main" id="{A3F7A272-F52E-501E-E80A-FDAE4EA61C03}"/>
                  </a:ext>
                </a:extLst>
              </p:cNvPr>
              <p:cNvSpPr/>
              <p:nvPr/>
            </p:nvSpPr>
            <p:spPr>
              <a:xfrm>
                <a:off x="4208089" y="5525226"/>
                <a:ext cx="139255" cy="95382"/>
              </a:xfrm>
              <a:custGeom>
                <a:avLst/>
                <a:gdLst>
                  <a:gd name="connsiteX0" fmla="*/ 136294 w 139255"/>
                  <a:gd name="connsiteY0" fmla="*/ 8957 h 95382"/>
                  <a:gd name="connsiteX1" fmla="*/ 72703 w 139255"/>
                  <a:gd name="connsiteY1" fmla="*/ 25448 h 95382"/>
                  <a:gd name="connsiteX2" fmla="*/ 70200 w 139255"/>
                  <a:gd name="connsiteY2" fmla="*/ 24421 h 95382"/>
                  <a:gd name="connsiteX3" fmla="*/ 80018 w 139255"/>
                  <a:gd name="connsiteY3" fmla="*/ 1000 h 95382"/>
                  <a:gd name="connsiteX4" fmla="*/ 35934 w 139255"/>
                  <a:gd name="connsiteY4" fmla="*/ 25448 h 95382"/>
                  <a:gd name="connsiteX5" fmla="*/ 0 w 139255"/>
                  <a:gd name="connsiteY5" fmla="*/ 54965 h 95382"/>
                  <a:gd name="connsiteX6" fmla="*/ 8021 w 139255"/>
                  <a:gd name="connsiteY6" fmla="*/ 95263 h 95382"/>
                  <a:gd name="connsiteX7" fmla="*/ 79569 w 139255"/>
                  <a:gd name="connsiteY7" fmla="*/ 69917 h 95382"/>
                  <a:gd name="connsiteX8" fmla="*/ 136422 w 139255"/>
                  <a:gd name="connsiteY8" fmla="*/ 8957 h 9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255" h="95382">
                    <a:moveTo>
                      <a:pt x="136294" y="8957"/>
                    </a:moveTo>
                    <a:cubicBezTo>
                      <a:pt x="127759" y="-2594"/>
                      <a:pt x="99718" y="12614"/>
                      <a:pt x="72703" y="25448"/>
                    </a:cubicBezTo>
                    <a:cubicBezTo>
                      <a:pt x="71034" y="26218"/>
                      <a:pt x="68725" y="26475"/>
                      <a:pt x="70200" y="24421"/>
                    </a:cubicBezTo>
                    <a:cubicBezTo>
                      <a:pt x="74692" y="18068"/>
                      <a:pt x="83419" y="4529"/>
                      <a:pt x="80018" y="1000"/>
                    </a:cubicBezTo>
                    <a:cubicBezTo>
                      <a:pt x="75334" y="-3813"/>
                      <a:pt x="52554" y="9470"/>
                      <a:pt x="35934" y="25448"/>
                    </a:cubicBezTo>
                    <a:lnTo>
                      <a:pt x="0" y="54965"/>
                    </a:lnTo>
                    <a:lnTo>
                      <a:pt x="8021" y="95263"/>
                    </a:lnTo>
                    <a:cubicBezTo>
                      <a:pt x="22523" y="96739"/>
                      <a:pt x="48961" y="84354"/>
                      <a:pt x="79569" y="69917"/>
                    </a:cubicBezTo>
                    <a:cubicBezTo>
                      <a:pt x="118904" y="51372"/>
                      <a:pt x="148807" y="25897"/>
                      <a:pt x="136422" y="8957"/>
                    </a:cubicBezTo>
                    <a:close/>
                  </a:path>
                </a:pathLst>
              </a:custGeom>
              <a:solidFill>
                <a:srgbClr val="FFFFFF"/>
              </a:solidFill>
              <a:ln w="8342" cap="flat">
                <a:solidFill>
                  <a:srgbClr val="E83050"/>
                </a:solidFill>
                <a:prstDash val="solid"/>
                <a:miter/>
              </a:ln>
            </p:spPr>
            <p:txBody>
              <a:bodyPr rtlCol="0" anchor="ctr"/>
              <a:lstStyle/>
              <a:p>
                <a:endParaRPr lang="en-BE"/>
              </a:p>
            </p:txBody>
          </p:sp>
          <p:sp>
            <p:nvSpPr>
              <p:cNvPr id="16" name="Freeform: Shape 15">
                <a:extLst>
                  <a:ext uri="{FF2B5EF4-FFF2-40B4-BE49-F238E27FC236}">
                    <a16:creationId xmlns:a16="http://schemas.microsoft.com/office/drawing/2014/main" id="{1EF967F7-05FF-2F22-9D69-DAD2D128302D}"/>
                  </a:ext>
                </a:extLst>
              </p:cNvPr>
              <p:cNvSpPr/>
              <p:nvPr/>
            </p:nvSpPr>
            <p:spPr>
              <a:xfrm>
                <a:off x="3932229" y="5456025"/>
                <a:ext cx="324563" cy="308137"/>
              </a:xfrm>
              <a:custGeom>
                <a:avLst/>
                <a:gdLst>
                  <a:gd name="connsiteX0" fmla="*/ 0 w 324563"/>
                  <a:gd name="connsiteY0" fmla="*/ 0 h 308137"/>
                  <a:gd name="connsiteX1" fmla="*/ 157341 w 324563"/>
                  <a:gd name="connsiteY1" fmla="*/ 177362 h 308137"/>
                  <a:gd name="connsiteX2" fmla="*/ 288373 w 324563"/>
                  <a:gd name="connsiteY2" fmla="*/ 108958 h 308137"/>
                  <a:gd name="connsiteX3" fmla="*/ 324564 w 324563"/>
                  <a:gd name="connsiteY3" fmla="*/ 215285 h 308137"/>
                  <a:gd name="connsiteX4" fmla="*/ 77194 w 324563"/>
                  <a:gd name="connsiteY4" fmla="*/ 302554 h 308137"/>
                  <a:gd name="connsiteX5" fmla="*/ 0 w 324563"/>
                  <a:gd name="connsiteY5" fmla="*/ 189425 h 308137"/>
                  <a:gd name="connsiteX6" fmla="*/ 0 w 324563"/>
                  <a:gd name="connsiteY6" fmla="*/ 64 h 30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563" h="308137">
                    <a:moveTo>
                      <a:pt x="0" y="0"/>
                    </a:moveTo>
                    <a:lnTo>
                      <a:pt x="157341" y="177362"/>
                    </a:lnTo>
                    <a:lnTo>
                      <a:pt x="288373" y="108958"/>
                    </a:lnTo>
                    <a:lnTo>
                      <a:pt x="324564" y="215285"/>
                    </a:lnTo>
                    <a:cubicBezTo>
                      <a:pt x="324564" y="215285"/>
                      <a:pt x="140401" y="335023"/>
                      <a:pt x="77194" y="302554"/>
                    </a:cubicBezTo>
                    <a:cubicBezTo>
                      <a:pt x="13989" y="270085"/>
                      <a:pt x="0" y="189425"/>
                      <a:pt x="0" y="189425"/>
                    </a:cubicBezTo>
                    <a:lnTo>
                      <a:pt x="0" y="64"/>
                    </a:lnTo>
                    <a:close/>
                  </a:path>
                </a:pathLst>
              </a:custGeom>
              <a:solidFill>
                <a:srgbClr val="EC4D6A"/>
              </a:solidFill>
              <a:ln w="8342" cap="flat">
                <a:solidFill>
                  <a:srgbClr val="E83050"/>
                </a:solidFill>
                <a:prstDash val="solid"/>
                <a:round/>
              </a:ln>
            </p:spPr>
            <p:txBody>
              <a:bodyPr rtlCol="0" anchor="ctr"/>
              <a:lstStyle/>
              <a:p>
                <a:endParaRPr lang="en-BE"/>
              </a:p>
            </p:txBody>
          </p:sp>
          <p:sp>
            <p:nvSpPr>
              <p:cNvPr id="17" name="Freeform: Shape 16">
                <a:extLst>
                  <a:ext uri="{FF2B5EF4-FFF2-40B4-BE49-F238E27FC236}">
                    <a16:creationId xmlns:a16="http://schemas.microsoft.com/office/drawing/2014/main" id="{B2DB2AC4-A5AC-2AED-A422-023BCBE0606A}"/>
                  </a:ext>
                </a:extLst>
              </p:cNvPr>
              <p:cNvSpPr/>
              <p:nvPr/>
            </p:nvSpPr>
            <p:spPr>
              <a:xfrm rot="1483200">
                <a:off x="4334876" y="5128627"/>
                <a:ext cx="25025" cy="632636"/>
              </a:xfrm>
              <a:custGeom>
                <a:avLst/>
                <a:gdLst>
                  <a:gd name="connsiteX0" fmla="*/ 0 w 25025"/>
                  <a:gd name="connsiteY0" fmla="*/ 0 h 632636"/>
                  <a:gd name="connsiteX1" fmla="*/ 25026 w 25025"/>
                  <a:gd name="connsiteY1" fmla="*/ 0 h 632636"/>
                  <a:gd name="connsiteX2" fmla="*/ 25026 w 25025"/>
                  <a:gd name="connsiteY2" fmla="*/ 632636 h 632636"/>
                  <a:gd name="connsiteX3" fmla="*/ 0 w 25025"/>
                  <a:gd name="connsiteY3" fmla="*/ 632636 h 632636"/>
                </a:gdLst>
                <a:ahLst/>
                <a:cxnLst>
                  <a:cxn ang="0">
                    <a:pos x="connsiteX0" y="connsiteY0"/>
                  </a:cxn>
                  <a:cxn ang="0">
                    <a:pos x="connsiteX1" y="connsiteY1"/>
                  </a:cxn>
                  <a:cxn ang="0">
                    <a:pos x="connsiteX2" y="connsiteY2"/>
                  </a:cxn>
                  <a:cxn ang="0">
                    <a:pos x="connsiteX3" y="connsiteY3"/>
                  </a:cxn>
                </a:cxnLst>
                <a:rect l="l" t="t" r="r" b="b"/>
                <a:pathLst>
                  <a:path w="25025" h="632636">
                    <a:moveTo>
                      <a:pt x="0" y="0"/>
                    </a:moveTo>
                    <a:lnTo>
                      <a:pt x="25026" y="0"/>
                    </a:lnTo>
                    <a:lnTo>
                      <a:pt x="25026" y="632636"/>
                    </a:lnTo>
                    <a:lnTo>
                      <a:pt x="0" y="632636"/>
                    </a:lnTo>
                    <a:close/>
                  </a:path>
                </a:pathLst>
              </a:custGeom>
              <a:solidFill>
                <a:schemeClr val="accent3">
                  <a:lumMod val="20000"/>
                  <a:lumOff val="80000"/>
                </a:schemeClr>
              </a:solidFill>
              <a:ln w="8342" cap="flat">
                <a:solidFill>
                  <a:schemeClr val="accent3"/>
                </a:solidFill>
                <a:prstDash val="solid"/>
                <a:miter/>
              </a:ln>
            </p:spPr>
            <p:txBody>
              <a:bodyPr rtlCol="0" anchor="ctr"/>
              <a:lstStyle/>
              <a:p>
                <a:endParaRPr lang="en-BE"/>
              </a:p>
            </p:txBody>
          </p:sp>
        </p:grpSp>
        <p:sp>
          <p:nvSpPr>
            <p:cNvPr id="18" name="Freeform: Shape 17">
              <a:extLst>
                <a:ext uri="{FF2B5EF4-FFF2-40B4-BE49-F238E27FC236}">
                  <a16:creationId xmlns:a16="http://schemas.microsoft.com/office/drawing/2014/main" id="{79EBED40-0603-2080-A3EF-8340C14F5093}"/>
                </a:ext>
              </a:extLst>
            </p:cNvPr>
            <p:cNvSpPr/>
            <p:nvPr/>
          </p:nvSpPr>
          <p:spPr>
            <a:xfrm>
              <a:off x="4545771" y="6552185"/>
              <a:ext cx="586477" cy="324023"/>
            </a:xfrm>
            <a:custGeom>
              <a:avLst/>
              <a:gdLst>
                <a:gd name="connsiteX0" fmla="*/ 0 w 195585"/>
                <a:gd name="connsiteY0" fmla="*/ 64 h 108059"/>
                <a:gd name="connsiteX1" fmla="*/ 73794 w 195585"/>
                <a:gd name="connsiteY1" fmla="*/ 64 h 108059"/>
                <a:gd name="connsiteX2" fmla="*/ 81430 w 195585"/>
                <a:gd name="connsiteY2" fmla="*/ 25090 h 108059"/>
                <a:gd name="connsiteX3" fmla="*/ 114156 w 195585"/>
                <a:gd name="connsiteY3" fmla="*/ 50308 h 108059"/>
                <a:gd name="connsiteX4" fmla="*/ 136486 w 195585"/>
                <a:gd name="connsiteY4" fmla="*/ 54479 h 108059"/>
                <a:gd name="connsiteX5" fmla="*/ 183522 w 195585"/>
                <a:gd name="connsiteY5" fmla="*/ 84510 h 108059"/>
                <a:gd name="connsiteX6" fmla="*/ 195585 w 195585"/>
                <a:gd name="connsiteY6" fmla="*/ 108060 h 108059"/>
                <a:gd name="connsiteX7" fmla="*/ 17261 w 195585"/>
                <a:gd name="connsiteY7" fmla="*/ 108060 h 108059"/>
                <a:gd name="connsiteX8" fmla="*/ 0 w 195585"/>
                <a:gd name="connsiteY8" fmla="*/ 0 h 108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585" h="108059">
                  <a:moveTo>
                    <a:pt x="0" y="64"/>
                  </a:moveTo>
                  <a:lnTo>
                    <a:pt x="73794" y="64"/>
                  </a:lnTo>
                  <a:cubicBezTo>
                    <a:pt x="74371" y="8855"/>
                    <a:pt x="76938" y="17518"/>
                    <a:pt x="81430" y="25090"/>
                  </a:cubicBezTo>
                  <a:cubicBezTo>
                    <a:pt x="88617" y="37218"/>
                    <a:pt x="100552" y="46522"/>
                    <a:pt x="114156" y="50308"/>
                  </a:cubicBezTo>
                  <a:cubicBezTo>
                    <a:pt x="121471" y="52361"/>
                    <a:pt x="129043" y="52875"/>
                    <a:pt x="136486" y="54479"/>
                  </a:cubicBezTo>
                  <a:cubicBezTo>
                    <a:pt x="155095" y="58458"/>
                    <a:pt x="172100" y="69366"/>
                    <a:pt x="183522" y="84510"/>
                  </a:cubicBezTo>
                  <a:cubicBezTo>
                    <a:pt x="188848" y="91568"/>
                    <a:pt x="192890" y="99590"/>
                    <a:pt x="195585" y="108060"/>
                  </a:cubicBezTo>
                  <a:lnTo>
                    <a:pt x="17261" y="108060"/>
                  </a:lnTo>
                  <a:lnTo>
                    <a:pt x="0" y="0"/>
                  </a:lnTo>
                  <a:close/>
                </a:path>
              </a:pathLst>
            </a:custGeom>
            <a:solidFill>
              <a:srgbClr val="FFFFFF"/>
            </a:solidFill>
            <a:ln w="8342" cap="flat">
              <a:solidFill>
                <a:srgbClr val="E83050"/>
              </a:solidFill>
              <a:prstDash val="solid"/>
              <a:round/>
            </a:ln>
          </p:spPr>
          <p:txBody>
            <a:bodyPr rtlCol="0" anchor="ctr"/>
            <a:lstStyle/>
            <a:p>
              <a:endParaRPr lang="en-BE"/>
            </a:p>
          </p:txBody>
        </p:sp>
        <p:sp>
          <p:nvSpPr>
            <p:cNvPr id="19" name="Freeform: Shape 18">
              <a:extLst>
                <a:ext uri="{FF2B5EF4-FFF2-40B4-BE49-F238E27FC236}">
                  <a16:creationId xmlns:a16="http://schemas.microsoft.com/office/drawing/2014/main" id="{DF9E5FF4-9238-5F64-4764-5F65B940BC2C}"/>
                </a:ext>
              </a:extLst>
            </p:cNvPr>
            <p:cNvSpPr/>
            <p:nvPr/>
          </p:nvSpPr>
          <p:spPr>
            <a:xfrm>
              <a:off x="4103028" y="4004815"/>
              <a:ext cx="733674" cy="2596241"/>
            </a:xfrm>
            <a:custGeom>
              <a:avLst/>
              <a:gdLst>
                <a:gd name="connsiteX0" fmla="*/ 0 w 244674"/>
                <a:gd name="connsiteY0" fmla="*/ 0 h 865824"/>
                <a:gd name="connsiteX1" fmla="*/ 157405 w 244674"/>
                <a:gd name="connsiteY1" fmla="*/ 0 h 865824"/>
                <a:gd name="connsiteX2" fmla="*/ 244674 w 244674"/>
                <a:gd name="connsiteY2" fmla="*/ 865824 h 865824"/>
                <a:gd name="connsiteX3" fmla="*/ 83034 w 244674"/>
                <a:gd name="connsiteY3" fmla="*/ 865824 h 865824"/>
                <a:gd name="connsiteX4" fmla="*/ 0 w 244674"/>
                <a:gd name="connsiteY4" fmla="*/ 0 h 86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674" h="865824">
                  <a:moveTo>
                    <a:pt x="0" y="0"/>
                  </a:moveTo>
                  <a:lnTo>
                    <a:pt x="157405" y="0"/>
                  </a:lnTo>
                  <a:lnTo>
                    <a:pt x="244674" y="865824"/>
                  </a:lnTo>
                  <a:lnTo>
                    <a:pt x="83034" y="865824"/>
                  </a:lnTo>
                  <a:lnTo>
                    <a:pt x="0" y="0"/>
                  </a:lnTo>
                  <a:close/>
                </a:path>
              </a:pathLst>
            </a:custGeom>
            <a:solidFill>
              <a:srgbClr val="F6AAB9"/>
            </a:solidFill>
            <a:ln w="8342" cap="flat">
              <a:solidFill>
                <a:srgbClr val="E83050"/>
              </a:solidFill>
              <a:prstDash val="solid"/>
              <a:miter/>
            </a:ln>
          </p:spPr>
          <p:txBody>
            <a:bodyPr rtlCol="0" anchor="ctr"/>
            <a:lstStyle/>
            <a:p>
              <a:endParaRPr lang="en-BE"/>
            </a:p>
          </p:txBody>
        </p:sp>
        <p:sp>
          <p:nvSpPr>
            <p:cNvPr id="20" name="Freeform: Shape 19">
              <a:extLst>
                <a:ext uri="{FF2B5EF4-FFF2-40B4-BE49-F238E27FC236}">
                  <a16:creationId xmlns:a16="http://schemas.microsoft.com/office/drawing/2014/main" id="{14163051-FA20-9FD3-8AC9-1EAD296DDBC8}"/>
                </a:ext>
              </a:extLst>
            </p:cNvPr>
            <p:cNvSpPr/>
            <p:nvPr/>
          </p:nvSpPr>
          <p:spPr>
            <a:xfrm>
              <a:off x="3978728" y="2454151"/>
              <a:ext cx="256486" cy="325043"/>
            </a:xfrm>
            <a:custGeom>
              <a:avLst/>
              <a:gdLst>
                <a:gd name="connsiteX0" fmla="*/ 12320 w 85536"/>
                <a:gd name="connsiteY0" fmla="*/ 0 h 108399"/>
                <a:gd name="connsiteX1" fmla="*/ 12192 w 85536"/>
                <a:gd name="connsiteY1" fmla="*/ 13989 h 108399"/>
                <a:gd name="connsiteX2" fmla="*/ 10780 w 85536"/>
                <a:gd name="connsiteY2" fmla="*/ 20726 h 108399"/>
                <a:gd name="connsiteX3" fmla="*/ 0 w 85536"/>
                <a:gd name="connsiteY3" fmla="*/ 51848 h 108399"/>
                <a:gd name="connsiteX4" fmla="*/ 12834 w 85536"/>
                <a:gd name="connsiteY4" fmla="*/ 88039 h 108399"/>
                <a:gd name="connsiteX5" fmla="*/ 69238 w 85536"/>
                <a:gd name="connsiteY5" fmla="*/ 90991 h 108399"/>
                <a:gd name="connsiteX6" fmla="*/ 85536 w 85536"/>
                <a:gd name="connsiteY6" fmla="*/ 56853 h 108399"/>
                <a:gd name="connsiteX7" fmla="*/ 79504 w 85536"/>
                <a:gd name="connsiteY7" fmla="*/ 36640 h 10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536" h="108399">
                  <a:moveTo>
                    <a:pt x="12320" y="0"/>
                  </a:moveTo>
                  <a:cubicBezTo>
                    <a:pt x="13154" y="2246"/>
                    <a:pt x="12449" y="11486"/>
                    <a:pt x="12192" y="13989"/>
                  </a:cubicBezTo>
                  <a:cubicBezTo>
                    <a:pt x="11935" y="16235"/>
                    <a:pt x="11422" y="18545"/>
                    <a:pt x="10780" y="20726"/>
                  </a:cubicBezTo>
                  <a:cubicBezTo>
                    <a:pt x="7893" y="31314"/>
                    <a:pt x="3529" y="41453"/>
                    <a:pt x="0" y="51848"/>
                  </a:cubicBezTo>
                  <a:lnTo>
                    <a:pt x="12834" y="88039"/>
                  </a:lnTo>
                  <a:cubicBezTo>
                    <a:pt x="21945" y="113706"/>
                    <a:pt x="57495" y="115567"/>
                    <a:pt x="69238" y="90991"/>
                  </a:cubicBezTo>
                  <a:lnTo>
                    <a:pt x="85536" y="56853"/>
                  </a:lnTo>
                  <a:cubicBezTo>
                    <a:pt x="81494" y="53709"/>
                    <a:pt x="78799" y="42479"/>
                    <a:pt x="79504" y="36640"/>
                  </a:cubicBezTo>
                </a:path>
              </a:pathLst>
            </a:custGeom>
            <a:solidFill>
              <a:srgbClr val="FFFFFF"/>
            </a:solidFill>
            <a:ln w="8342" cap="flat">
              <a:solidFill>
                <a:srgbClr val="E83050"/>
              </a:solidFill>
              <a:prstDash val="solid"/>
              <a:miter/>
            </a:ln>
          </p:spPr>
          <p:txBody>
            <a:bodyPr rtlCol="0" anchor="ctr"/>
            <a:lstStyle/>
            <a:p>
              <a:endParaRPr lang="en-BE"/>
            </a:p>
          </p:txBody>
        </p:sp>
        <p:sp>
          <p:nvSpPr>
            <p:cNvPr id="21" name="Freeform: Shape 20">
              <a:extLst>
                <a:ext uri="{FF2B5EF4-FFF2-40B4-BE49-F238E27FC236}">
                  <a16:creationId xmlns:a16="http://schemas.microsoft.com/office/drawing/2014/main" id="{273FC69E-970C-D3F6-F1E6-92D54EE77103}"/>
                </a:ext>
              </a:extLst>
            </p:cNvPr>
            <p:cNvSpPr/>
            <p:nvPr/>
          </p:nvSpPr>
          <p:spPr>
            <a:xfrm>
              <a:off x="3565230" y="4110644"/>
              <a:ext cx="346351" cy="333790"/>
            </a:xfrm>
            <a:custGeom>
              <a:avLst/>
              <a:gdLst>
                <a:gd name="connsiteX0" fmla="*/ 72510 w 115505"/>
                <a:gd name="connsiteY0" fmla="*/ 35164 h 111316"/>
                <a:gd name="connsiteX1" fmla="*/ 106391 w 115505"/>
                <a:gd name="connsiteY1" fmla="*/ 61858 h 111316"/>
                <a:gd name="connsiteX2" fmla="*/ 115503 w 115505"/>
                <a:gd name="connsiteY2" fmla="*/ 86435 h 111316"/>
                <a:gd name="connsiteX3" fmla="*/ 103503 w 115505"/>
                <a:gd name="connsiteY3" fmla="*/ 108701 h 111316"/>
                <a:gd name="connsiteX4" fmla="*/ 83355 w 115505"/>
                <a:gd name="connsiteY4" fmla="*/ 110498 h 111316"/>
                <a:gd name="connsiteX5" fmla="*/ 16170 w 115505"/>
                <a:gd name="connsiteY5" fmla="*/ 66414 h 111316"/>
                <a:gd name="connsiteX6" fmla="*/ 0 w 115505"/>
                <a:gd name="connsiteY6" fmla="*/ 46971 h 111316"/>
                <a:gd name="connsiteX7" fmla="*/ 52425 w 115505"/>
                <a:gd name="connsiteY7" fmla="*/ 0 h 111316"/>
                <a:gd name="connsiteX8" fmla="*/ 84317 w 115505"/>
                <a:gd name="connsiteY8" fmla="*/ 18096 h 111316"/>
                <a:gd name="connsiteX9" fmla="*/ 72510 w 115505"/>
                <a:gd name="connsiteY9" fmla="*/ 35100 h 111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5505" h="111316">
                  <a:moveTo>
                    <a:pt x="72510" y="35164"/>
                  </a:moveTo>
                  <a:cubicBezTo>
                    <a:pt x="86050" y="40554"/>
                    <a:pt x="97985" y="49987"/>
                    <a:pt x="106391" y="61858"/>
                  </a:cubicBezTo>
                  <a:cubicBezTo>
                    <a:pt x="111524" y="69109"/>
                    <a:pt x="115375" y="77580"/>
                    <a:pt x="115503" y="86435"/>
                  </a:cubicBezTo>
                  <a:cubicBezTo>
                    <a:pt x="115631" y="95290"/>
                    <a:pt x="111332" y="104594"/>
                    <a:pt x="103503" y="108701"/>
                  </a:cubicBezTo>
                  <a:cubicBezTo>
                    <a:pt x="97408" y="111910"/>
                    <a:pt x="90157" y="111717"/>
                    <a:pt x="83355" y="110498"/>
                  </a:cubicBezTo>
                  <a:cubicBezTo>
                    <a:pt x="56596" y="105493"/>
                    <a:pt x="35549" y="85536"/>
                    <a:pt x="16170" y="66414"/>
                  </a:cubicBezTo>
                  <a:cubicBezTo>
                    <a:pt x="10138" y="60511"/>
                    <a:pt x="4042" y="54415"/>
                    <a:pt x="0" y="46971"/>
                  </a:cubicBezTo>
                  <a:lnTo>
                    <a:pt x="52425" y="0"/>
                  </a:lnTo>
                  <a:cubicBezTo>
                    <a:pt x="63398" y="5454"/>
                    <a:pt x="74050" y="11486"/>
                    <a:pt x="84317" y="18096"/>
                  </a:cubicBezTo>
                  <a:lnTo>
                    <a:pt x="72510" y="35100"/>
                  </a:lnTo>
                  <a:close/>
                </a:path>
              </a:pathLst>
            </a:custGeom>
            <a:solidFill>
              <a:srgbClr val="FFFFFF"/>
            </a:solidFill>
            <a:ln w="8342" cap="flat">
              <a:solidFill>
                <a:srgbClr val="E83050"/>
              </a:solidFill>
              <a:prstDash val="solid"/>
              <a:miter/>
            </a:ln>
          </p:spPr>
          <p:txBody>
            <a:bodyPr rtlCol="0" anchor="ctr"/>
            <a:lstStyle/>
            <a:p>
              <a:endParaRPr lang="en-BE"/>
            </a:p>
          </p:txBody>
        </p:sp>
        <p:cxnSp>
          <p:nvCxnSpPr>
            <p:cNvPr id="22" name="Straight Connector 21">
              <a:extLst>
                <a:ext uri="{FF2B5EF4-FFF2-40B4-BE49-F238E27FC236}">
                  <a16:creationId xmlns:a16="http://schemas.microsoft.com/office/drawing/2014/main" id="{516D7C52-23BD-8939-9562-51AF796F5859}"/>
                </a:ext>
              </a:extLst>
            </p:cNvPr>
            <p:cNvCxnSpPr>
              <a:cxnSpLocks/>
            </p:cNvCxnSpPr>
            <p:nvPr/>
          </p:nvCxnSpPr>
          <p:spPr>
            <a:xfrm>
              <a:off x="4103028" y="4004815"/>
              <a:ext cx="56454" cy="635369"/>
            </a:xfrm>
            <a:prstGeom prst="line">
              <a:avLst/>
            </a:prstGeom>
            <a:ln w="38100">
              <a:solidFill>
                <a:srgbClr val="F6AAB9"/>
              </a:solidFill>
            </a:ln>
          </p:spPr>
          <p:style>
            <a:lnRef idx="2">
              <a:schemeClr val="accent4"/>
            </a:lnRef>
            <a:fillRef idx="0">
              <a:schemeClr val="accent4"/>
            </a:fillRef>
            <a:effectRef idx="1">
              <a:schemeClr val="accent4"/>
            </a:effectRef>
            <a:fontRef idx="minor">
              <a:schemeClr val="tx1"/>
            </a:fontRef>
          </p:style>
        </p:cxnSp>
        <p:sp>
          <p:nvSpPr>
            <p:cNvPr id="23" name="Freeform: Shape 22">
              <a:extLst>
                <a:ext uri="{FF2B5EF4-FFF2-40B4-BE49-F238E27FC236}">
                  <a16:creationId xmlns:a16="http://schemas.microsoft.com/office/drawing/2014/main" id="{CAF573CD-860F-21F9-8FF5-475B1726FC27}"/>
                </a:ext>
              </a:extLst>
            </p:cNvPr>
            <p:cNvSpPr/>
            <p:nvPr/>
          </p:nvSpPr>
          <p:spPr>
            <a:xfrm>
              <a:off x="3725126" y="2609622"/>
              <a:ext cx="849890" cy="1395193"/>
            </a:xfrm>
            <a:custGeom>
              <a:avLst/>
              <a:gdLst>
                <a:gd name="connsiteX0" fmla="*/ 0 w 283431"/>
                <a:gd name="connsiteY0" fmla="*/ 46907 h 465285"/>
                <a:gd name="connsiteX1" fmla="*/ 84574 w 283431"/>
                <a:gd name="connsiteY1" fmla="*/ 0 h 465285"/>
                <a:gd name="connsiteX2" fmla="*/ 98563 w 283431"/>
                <a:gd name="connsiteY2" fmla="*/ 38886 h 465285"/>
                <a:gd name="connsiteX3" fmla="*/ 155993 w 283431"/>
                <a:gd name="connsiteY3" fmla="*/ 38116 h 465285"/>
                <a:gd name="connsiteX4" fmla="*/ 168634 w 283431"/>
                <a:gd name="connsiteY4" fmla="*/ 0 h 465285"/>
                <a:gd name="connsiteX5" fmla="*/ 283432 w 283431"/>
                <a:gd name="connsiteY5" fmla="*/ 46907 h 465285"/>
                <a:gd name="connsiteX6" fmla="*/ 283432 w 283431"/>
                <a:gd name="connsiteY6" fmla="*/ 465285 h 465285"/>
                <a:gd name="connsiteX7" fmla="*/ 0 w 283431"/>
                <a:gd name="connsiteY7" fmla="*/ 465285 h 465285"/>
                <a:gd name="connsiteX8" fmla="*/ 0 w 283431"/>
                <a:gd name="connsiteY8" fmla="*/ 46907 h 465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431" h="465285">
                  <a:moveTo>
                    <a:pt x="0" y="46907"/>
                  </a:moveTo>
                  <a:lnTo>
                    <a:pt x="84574" y="0"/>
                  </a:lnTo>
                  <a:lnTo>
                    <a:pt x="98563" y="38886"/>
                  </a:lnTo>
                  <a:cubicBezTo>
                    <a:pt x="108316" y="66029"/>
                    <a:pt x="146945" y="65516"/>
                    <a:pt x="155993" y="38116"/>
                  </a:cubicBezTo>
                  <a:lnTo>
                    <a:pt x="168634" y="0"/>
                  </a:lnTo>
                  <a:lnTo>
                    <a:pt x="283432" y="46907"/>
                  </a:lnTo>
                  <a:lnTo>
                    <a:pt x="283432" y="465285"/>
                  </a:lnTo>
                  <a:lnTo>
                    <a:pt x="0" y="465285"/>
                  </a:lnTo>
                  <a:lnTo>
                    <a:pt x="0" y="46907"/>
                  </a:lnTo>
                  <a:close/>
                </a:path>
              </a:pathLst>
            </a:custGeom>
            <a:solidFill>
              <a:srgbClr val="EC4D6A"/>
            </a:solidFill>
            <a:ln w="8342" cap="flat">
              <a:solidFill>
                <a:srgbClr val="E83050"/>
              </a:solidFill>
              <a:prstDash val="solid"/>
              <a:round/>
            </a:ln>
          </p:spPr>
          <p:txBody>
            <a:bodyPr rtlCol="0" anchor="ctr"/>
            <a:lstStyle/>
            <a:p>
              <a:endParaRPr lang="en-BE"/>
            </a:p>
          </p:txBody>
        </p:sp>
        <p:sp>
          <p:nvSpPr>
            <p:cNvPr id="24" name="Freeform: Shape 23">
              <a:extLst>
                <a:ext uri="{FF2B5EF4-FFF2-40B4-BE49-F238E27FC236}">
                  <a16:creationId xmlns:a16="http://schemas.microsoft.com/office/drawing/2014/main" id="{3A4B6D73-B2BC-0D69-6375-86E18D554A66}"/>
                </a:ext>
              </a:extLst>
            </p:cNvPr>
            <p:cNvSpPr/>
            <p:nvPr/>
          </p:nvSpPr>
          <p:spPr>
            <a:xfrm>
              <a:off x="3223542" y="2750276"/>
              <a:ext cx="519093" cy="1572982"/>
            </a:xfrm>
            <a:custGeom>
              <a:avLst/>
              <a:gdLst>
                <a:gd name="connsiteX0" fmla="*/ 169327 w 173113"/>
                <a:gd name="connsiteY0" fmla="*/ 153042 h 524576"/>
                <a:gd name="connsiteX1" fmla="*/ 114014 w 173113"/>
                <a:gd name="connsiteY1" fmla="*/ 294597 h 524576"/>
                <a:gd name="connsiteX2" fmla="*/ 173114 w 173113"/>
                <a:gd name="connsiteY2" fmla="*/ 446676 h 524576"/>
                <a:gd name="connsiteX3" fmla="*/ 88604 w 173113"/>
                <a:gd name="connsiteY3" fmla="*/ 524577 h 524576"/>
                <a:gd name="connsiteX4" fmla="*/ 20970 w 173113"/>
                <a:gd name="connsiteY4" fmla="*/ 388347 h 524576"/>
                <a:gd name="connsiteX5" fmla="*/ 1592 w 173113"/>
                <a:gd name="connsiteY5" fmla="*/ 327965 h 524576"/>
                <a:gd name="connsiteX6" fmla="*/ 1335 w 173113"/>
                <a:gd name="connsiteY6" fmla="*/ 294726 h 524576"/>
                <a:gd name="connsiteX7" fmla="*/ 44328 w 173113"/>
                <a:gd name="connsiteY7" fmla="*/ 179094 h 524576"/>
                <a:gd name="connsiteX8" fmla="*/ 129094 w 173113"/>
                <a:gd name="connsiteY8" fmla="*/ 32918 h 524576"/>
                <a:gd name="connsiteX9" fmla="*/ 145778 w 173113"/>
                <a:gd name="connsiteY9" fmla="*/ 15978 h 524576"/>
                <a:gd name="connsiteX10" fmla="*/ 167274 w 173113"/>
                <a:gd name="connsiteY10" fmla="*/ 0 h 524576"/>
                <a:gd name="connsiteX11" fmla="*/ 167852 w 173113"/>
                <a:gd name="connsiteY11" fmla="*/ 7636 h 524576"/>
                <a:gd name="connsiteX12" fmla="*/ 169327 w 173113"/>
                <a:gd name="connsiteY12" fmla="*/ 152977 h 524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113" h="524576">
                  <a:moveTo>
                    <a:pt x="169327" y="153042"/>
                  </a:moveTo>
                  <a:lnTo>
                    <a:pt x="114014" y="294597"/>
                  </a:lnTo>
                  <a:lnTo>
                    <a:pt x="173114" y="446676"/>
                  </a:lnTo>
                  <a:lnTo>
                    <a:pt x="88604" y="524577"/>
                  </a:lnTo>
                  <a:lnTo>
                    <a:pt x="20970" y="388347"/>
                  </a:lnTo>
                  <a:cubicBezTo>
                    <a:pt x="11538" y="369289"/>
                    <a:pt x="4736" y="349012"/>
                    <a:pt x="1592" y="327965"/>
                  </a:cubicBezTo>
                  <a:cubicBezTo>
                    <a:pt x="-141" y="316350"/>
                    <a:pt x="-783" y="304287"/>
                    <a:pt x="1335" y="294726"/>
                  </a:cubicBezTo>
                  <a:cubicBezTo>
                    <a:pt x="4607" y="279518"/>
                    <a:pt x="25975" y="224782"/>
                    <a:pt x="44328" y="179094"/>
                  </a:cubicBezTo>
                  <a:cubicBezTo>
                    <a:pt x="60626" y="138475"/>
                    <a:pt x="100924" y="73152"/>
                    <a:pt x="129094" y="32918"/>
                  </a:cubicBezTo>
                  <a:cubicBezTo>
                    <a:pt x="133650" y="26373"/>
                    <a:pt x="139361" y="20662"/>
                    <a:pt x="145778" y="15978"/>
                  </a:cubicBezTo>
                  <a:lnTo>
                    <a:pt x="167274" y="0"/>
                  </a:lnTo>
                  <a:lnTo>
                    <a:pt x="167852" y="7636"/>
                  </a:lnTo>
                  <a:lnTo>
                    <a:pt x="169327" y="152977"/>
                  </a:lnTo>
                  <a:close/>
                </a:path>
              </a:pathLst>
            </a:custGeom>
            <a:solidFill>
              <a:srgbClr val="EC4D6A"/>
            </a:solidFill>
            <a:ln w="8342" cap="flat">
              <a:solidFill>
                <a:srgbClr val="E83050"/>
              </a:solidFill>
              <a:prstDash val="solid"/>
              <a:round/>
            </a:ln>
          </p:spPr>
          <p:txBody>
            <a:bodyPr rtlCol="0" anchor="ctr"/>
            <a:lstStyle/>
            <a:p>
              <a:endParaRPr lang="en-BE"/>
            </a:p>
          </p:txBody>
        </p:sp>
        <p:sp>
          <p:nvSpPr>
            <p:cNvPr id="25" name="Freeform: Shape 24">
              <a:extLst>
                <a:ext uri="{FF2B5EF4-FFF2-40B4-BE49-F238E27FC236}">
                  <a16:creationId xmlns:a16="http://schemas.microsoft.com/office/drawing/2014/main" id="{303C4F36-2234-17ED-B7C6-6E0EAE8C166D}"/>
                </a:ext>
              </a:extLst>
            </p:cNvPr>
            <p:cNvSpPr/>
            <p:nvPr/>
          </p:nvSpPr>
          <p:spPr>
            <a:xfrm>
              <a:off x="3948649" y="1979887"/>
              <a:ext cx="439849" cy="586363"/>
            </a:xfrm>
            <a:custGeom>
              <a:avLst/>
              <a:gdLst>
                <a:gd name="connsiteX0" fmla="*/ 598 w 146686"/>
                <a:gd name="connsiteY0" fmla="*/ 104775 h 195547"/>
                <a:gd name="connsiteX1" fmla="*/ 11250 w 146686"/>
                <a:gd name="connsiteY1" fmla="*/ 140966 h 195547"/>
                <a:gd name="connsiteX2" fmla="*/ 82670 w 146686"/>
                <a:gd name="connsiteY2" fmla="*/ 195509 h 195547"/>
                <a:gd name="connsiteX3" fmla="*/ 146260 w 146686"/>
                <a:gd name="connsiteY3" fmla="*/ 90979 h 195547"/>
                <a:gd name="connsiteX4" fmla="*/ 64189 w 146686"/>
                <a:gd name="connsiteY4" fmla="*/ 245 h 195547"/>
                <a:gd name="connsiteX5" fmla="*/ 598 w 146686"/>
                <a:gd name="connsiteY5" fmla="*/ 104775 h 19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686" h="195547">
                  <a:moveTo>
                    <a:pt x="598" y="104775"/>
                  </a:moveTo>
                  <a:cubicBezTo>
                    <a:pt x="1881" y="118058"/>
                    <a:pt x="5731" y="130186"/>
                    <a:pt x="11250" y="140966"/>
                  </a:cubicBezTo>
                  <a:cubicBezTo>
                    <a:pt x="28190" y="173948"/>
                    <a:pt x="60852" y="194162"/>
                    <a:pt x="82670" y="195509"/>
                  </a:cubicBezTo>
                  <a:cubicBezTo>
                    <a:pt x="108978" y="197177"/>
                    <a:pt x="151394" y="144880"/>
                    <a:pt x="146260" y="90979"/>
                  </a:cubicBezTo>
                  <a:cubicBezTo>
                    <a:pt x="141191" y="37077"/>
                    <a:pt x="104422" y="-3541"/>
                    <a:pt x="64189" y="245"/>
                  </a:cubicBezTo>
                  <a:cubicBezTo>
                    <a:pt x="23955" y="4030"/>
                    <a:pt x="-4535" y="50873"/>
                    <a:pt x="598" y="104775"/>
                  </a:cubicBezTo>
                  <a:close/>
                </a:path>
              </a:pathLst>
            </a:custGeom>
            <a:solidFill>
              <a:srgbClr val="FFFFFF"/>
            </a:solidFill>
            <a:ln w="8342" cap="flat">
              <a:solidFill>
                <a:srgbClr val="E83050"/>
              </a:solidFill>
              <a:prstDash val="solid"/>
              <a:miter/>
            </a:ln>
          </p:spPr>
          <p:txBody>
            <a:bodyPr rtlCol="0" anchor="ctr"/>
            <a:lstStyle/>
            <a:p>
              <a:endParaRPr lang="en-BE"/>
            </a:p>
          </p:txBody>
        </p:sp>
        <p:sp>
          <p:nvSpPr>
            <p:cNvPr id="26" name="Freeform: Shape 25">
              <a:extLst>
                <a:ext uri="{FF2B5EF4-FFF2-40B4-BE49-F238E27FC236}">
                  <a16:creationId xmlns:a16="http://schemas.microsoft.com/office/drawing/2014/main" id="{0DACCDEA-2F3C-1B15-8563-F45F3009A45B}"/>
                </a:ext>
              </a:extLst>
            </p:cNvPr>
            <p:cNvSpPr/>
            <p:nvPr/>
          </p:nvSpPr>
          <p:spPr>
            <a:xfrm>
              <a:off x="3946715" y="1974253"/>
              <a:ext cx="516316" cy="744037"/>
            </a:xfrm>
            <a:custGeom>
              <a:avLst/>
              <a:gdLst>
                <a:gd name="connsiteX0" fmla="*/ 32173 w 172187"/>
                <a:gd name="connsiteY0" fmla="*/ 16369 h 248130"/>
                <a:gd name="connsiteX1" fmla="*/ 136767 w 172187"/>
                <a:gd name="connsiteY1" fmla="*/ 5974 h 248130"/>
                <a:gd name="connsiteX2" fmla="*/ 152168 w 172187"/>
                <a:gd name="connsiteY2" fmla="*/ 11685 h 248130"/>
                <a:gd name="connsiteX3" fmla="*/ 152809 w 172187"/>
                <a:gd name="connsiteY3" fmla="*/ 30807 h 248130"/>
                <a:gd name="connsiteX4" fmla="*/ 171675 w 172187"/>
                <a:gd name="connsiteY4" fmla="*/ 44347 h 248130"/>
                <a:gd name="connsiteX5" fmla="*/ 162819 w 172187"/>
                <a:gd name="connsiteY5" fmla="*/ 66741 h 248130"/>
                <a:gd name="connsiteX6" fmla="*/ 130286 w 172187"/>
                <a:gd name="connsiteY6" fmla="*/ 73094 h 248130"/>
                <a:gd name="connsiteX7" fmla="*/ 89090 w 172187"/>
                <a:gd name="connsiteY7" fmla="*/ 73608 h 248130"/>
                <a:gd name="connsiteX8" fmla="*/ 55722 w 172187"/>
                <a:gd name="connsiteY8" fmla="*/ 68859 h 248130"/>
                <a:gd name="connsiteX9" fmla="*/ 47380 w 172187"/>
                <a:gd name="connsiteY9" fmla="*/ 102355 h 248130"/>
                <a:gd name="connsiteX10" fmla="*/ 36408 w 172187"/>
                <a:gd name="connsiteY10" fmla="*/ 85864 h 248130"/>
                <a:gd name="connsiteX11" fmla="*/ 23767 w 172187"/>
                <a:gd name="connsiteY11" fmla="*/ 90291 h 248130"/>
                <a:gd name="connsiteX12" fmla="*/ 23189 w 172187"/>
                <a:gd name="connsiteY12" fmla="*/ 104922 h 248130"/>
                <a:gd name="connsiteX13" fmla="*/ 31788 w 172187"/>
                <a:gd name="connsiteY13" fmla="*/ 121734 h 248130"/>
                <a:gd name="connsiteX14" fmla="*/ 60150 w 172187"/>
                <a:gd name="connsiteY14" fmla="*/ 160171 h 248130"/>
                <a:gd name="connsiteX15" fmla="*/ 92491 w 172187"/>
                <a:gd name="connsiteY15" fmla="*/ 142460 h 248130"/>
                <a:gd name="connsiteX16" fmla="*/ 140682 w 172187"/>
                <a:gd name="connsiteY16" fmla="*/ 142781 h 248130"/>
                <a:gd name="connsiteX17" fmla="*/ 122522 w 172187"/>
                <a:gd name="connsiteY17" fmla="*/ 219206 h 248130"/>
                <a:gd name="connsiteX18" fmla="*/ 59123 w 172187"/>
                <a:gd name="connsiteY18" fmla="*/ 233066 h 248130"/>
                <a:gd name="connsiteX19" fmla="*/ 32108 w 172187"/>
                <a:gd name="connsiteY19" fmla="*/ 16562 h 24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2187" h="248130">
                  <a:moveTo>
                    <a:pt x="32173" y="16369"/>
                  </a:moveTo>
                  <a:cubicBezTo>
                    <a:pt x="61048" y="-8207"/>
                    <a:pt x="102694" y="776"/>
                    <a:pt x="136767" y="5974"/>
                  </a:cubicBezTo>
                  <a:cubicBezTo>
                    <a:pt x="142286" y="6808"/>
                    <a:pt x="148125" y="7835"/>
                    <a:pt x="152168" y="11685"/>
                  </a:cubicBezTo>
                  <a:cubicBezTo>
                    <a:pt x="157301" y="16562"/>
                    <a:pt x="157558" y="25609"/>
                    <a:pt x="152809" y="30807"/>
                  </a:cubicBezTo>
                  <a:cubicBezTo>
                    <a:pt x="161215" y="29588"/>
                    <a:pt x="169685" y="36069"/>
                    <a:pt x="171675" y="44347"/>
                  </a:cubicBezTo>
                  <a:cubicBezTo>
                    <a:pt x="173664" y="52624"/>
                    <a:pt x="169685" y="61672"/>
                    <a:pt x="162819" y="66741"/>
                  </a:cubicBezTo>
                  <a:cubicBezTo>
                    <a:pt x="153708" y="73479"/>
                    <a:pt x="140938" y="71875"/>
                    <a:pt x="130286" y="73094"/>
                  </a:cubicBezTo>
                  <a:cubicBezTo>
                    <a:pt x="116682" y="74634"/>
                    <a:pt x="102758" y="74634"/>
                    <a:pt x="89090" y="73608"/>
                  </a:cubicBezTo>
                  <a:cubicBezTo>
                    <a:pt x="77860" y="72773"/>
                    <a:pt x="66759" y="71169"/>
                    <a:pt x="55722" y="68859"/>
                  </a:cubicBezTo>
                  <a:cubicBezTo>
                    <a:pt x="51359" y="79575"/>
                    <a:pt x="48535" y="90869"/>
                    <a:pt x="47380" y="102355"/>
                  </a:cubicBezTo>
                  <a:cubicBezTo>
                    <a:pt x="41156" y="99596"/>
                    <a:pt x="42119" y="89457"/>
                    <a:pt x="36408" y="85864"/>
                  </a:cubicBezTo>
                  <a:cubicBezTo>
                    <a:pt x="32173" y="83233"/>
                    <a:pt x="26141" y="85864"/>
                    <a:pt x="23767" y="90291"/>
                  </a:cubicBezTo>
                  <a:cubicBezTo>
                    <a:pt x="21392" y="94719"/>
                    <a:pt x="20943" y="100430"/>
                    <a:pt x="23189" y="104922"/>
                  </a:cubicBezTo>
                  <a:lnTo>
                    <a:pt x="31788" y="121734"/>
                  </a:lnTo>
                  <a:cubicBezTo>
                    <a:pt x="31788" y="121734"/>
                    <a:pt x="38589" y="160171"/>
                    <a:pt x="60150" y="160171"/>
                  </a:cubicBezTo>
                  <a:cubicBezTo>
                    <a:pt x="76962" y="160171"/>
                    <a:pt x="85304" y="143038"/>
                    <a:pt x="92491" y="142460"/>
                  </a:cubicBezTo>
                  <a:cubicBezTo>
                    <a:pt x="104940" y="141369"/>
                    <a:pt x="134970" y="144321"/>
                    <a:pt x="140682" y="142781"/>
                  </a:cubicBezTo>
                  <a:cubicBezTo>
                    <a:pt x="140682" y="142781"/>
                    <a:pt x="129516" y="200148"/>
                    <a:pt x="122522" y="219206"/>
                  </a:cubicBezTo>
                  <a:cubicBezTo>
                    <a:pt x="112191" y="247376"/>
                    <a:pt x="80492" y="260402"/>
                    <a:pt x="59123" y="233066"/>
                  </a:cubicBezTo>
                  <a:cubicBezTo>
                    <a:pt x="17029" y="179165"/>
                    <a:pt x="-34755" y="73415"/>
                    <a:pt x="32108" y="16562"/>
                  </a:cubicBezTo>
                  <a:close/>
                </a:path>
              </a:pathLst>
            </a:custGeom>
            <a:solidFill>
              <a:srgbClr val="F6AAB9"/>
            </a:solidFill>
            <a:ln w="8342" cap="flat">
              <a:solidFill>
                <a:srgbClr val="E83050"/>
              </a:solidFill>
              <a:prstDash val="solid"/>
              <a:miter/>
            </a:ln>
          </p:spPr>
          <p:txBody>
            <a:bodyPr rtlCol="0" anchor="ctr"/>
            <a:lstStyle/>
            <a:p>
              <a:endParaRPr lang="en-BE"/>
            </a:p>
          </p:txBody>
        </p:sp>
      </p:grpSp>
    </p:spTree>
    <p:extLst>
      <p:ext uri="{BB962C8B-B14F-4D97-AF65-F5344CB8AC3E}">
        <p14:creationId xmlns:p14="http://schemas.microsoft.com/office/powerpoint/2010/main" val="757511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712D52-68EF-DBDF-A772-449031177D32}"/>
              </a:ext>
            </a:extLst>
          </p:cNvPr>
          <p:cNvSpPr>
            <a:spLocks noGrp="1"/>
          </p:cNvSpPr>
          <p:nvPr>
            <p:ph type="title"/>
          </p:nvPr>
        </p:nvSpPr>
        <p:spPr/>
        <p:txBody>
          <a:bodyPr/>
          <a:lstStyle/>
          <a:p>
            <a:r>
              <a:rPr lang="en-US" dirty="0"/>
              <a:t>Essential</a:t>
            </a:r>
            <a:endParaRPr lang="en-BE" dirty="0"/>
          </a:p>
        </p:txBody>
      </p:sp>
      <p:sp>
        <p:nvSpPr>
          <p:cNvPr id="4" name="Content Placeholder 3">
            <a:extLst>
              <a:ext uri="{FF2B5EF4-FFF2-40B4-BE49-F238E27FC236}">
                <a16:creationId xmlns:a16="http://schemas.microsoft.com/office/drawing/2014/main" id="{E2D9BFD1-F54B-A57F-03BE-13B048210A57}"/>
              </a:ext>
            </a:extLst>
          </p:cNvPr>
          <p:cNvSpPr>
            <a:spLocks noGrp="1"/>
          </p:cNvSpPr>
          <p:nvPr>
            <p:ph sz="quarter" idx="10"/>
          </p:nvPr>
        </p:nvSpPr>
        <p:spPr/>
        <p:txBody>
          <a:bodyPr/>
          <a:lstStyle/>
          <a:p>
            <a:r>
              <a:rPr lang="en-US" sz="3200" dirty="0"/>
              <a:t>For funders (i.e. DMP, open, data, </a:t>
            </a:r>
            <a:r>
              <a:rPr lang="en-US" sz="3200" dirty="0" err="1"/>
              <a:t>etc</a:t>
            </a:r>
            <a:r>
              <a:rPr lang="en-US" sz="3200" dirty="0"/>
              <a:t>)</a:t>
            </a:r>
          </a:p>
          <a:p>
            <a:pPr marL="0" indent="0">
              <a:buNone/>
            </a:pPr>
            <a:endParaRPr lang="en-US" sz="3200" dirty="0"/>
          </a:p>
          <a:p>
            <a:r>
              <a:rPr lang="en-US" sz="3200" dirty="0"/>
              <a:t>For journals: No data, no paper</a:t>
            </a:r>
          </a:p>
        </p:txBody>
      </p:sp>
      <p:pic>
        <p:nvPicPr>
          <p:cNvPr id="1026" name="Picture 2">
            <a:extLst>
              <a:ext uri="{FF2B5EF4-FFF2-40B4-BE49-F238E27FC236}">
                <a16:creationId xmlns:a16="http://schemas.microsoft.com/office/drawing/2014/main" id="{B89ED133-257D-2341-FE2D-F9EF4D1739C6}"/>
              </a:ext>
            </a:extLst>
          </p:cNvPr>
          <p:cNvPicPr>
            <a:picLocks noGrp="1" noChangeAspect="1" noChangeArrowheads="1"/>
          </p:cNvPicPr>
          <p:nvPr>
            <p:ph type="pic" sz="quarter" idx="11"/>
          </p:nvPr>
        </p:nvPicPr>
        <p:blipFill rotWithShape="1">
          <a:blip r:embed="rId2">
            <a:extLst>
              <a:ext uri="{28A0092B-C50C-407E-A947-70E740481C1C}">
                <a14:useLocalDpi xmlns:a14="http://schemas.microsoft.com/office/drawing/2010/main" val="0"/>
              </a:ext>
            </a:extLst>
          </a:blip>
          <a:srcRect l="-19361" t="-7085" r="-14167" b="-7085"/>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754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C7592796-BC9D-B400-96F0-47D61DC0F9E9}"/>
              </a:ext>
            </a:extLst>
          </p:cNvPr>
          <p:cNvGrpSpPr/>
          <p:nvPr/>
        </p:nvGrpSpPr>
        <p:grpSpPr>
          <a:xfrm>
            <a:off x="2490899" y="1571616"/>
            <a:ext cx="7210202" cy="4921259"/>
            <a:chOff x="266477" y="1336167"/>
            <a:chExt cx="7781925" cy="5311483"/>
          </a:xfrm>
        </p:grpSpPr>
        <p:pic>
          <p:nvPicPr>
            <p:cNvPr id="4" name="object 4"/>
            <p:cNvPicPr/>
            <p:nvPr/>
          </p:nvPicPr>
          <p:blipFill>
            <a:blip r:embed="rId2" cstate="print"/>
            <a:stretch>
              <a:fillRect/>
            </a:stretch>
          </p:blipFill>
          <p:spPr>
            <a:xfrm>
              <a:off x="271239" y="1340929"/>
              <a:ext cx="7772400" cy="1347215"/>
            </a:xfrm>
            <a:prstGeom prst="rect">
              <a:avLst/>
            </a:prstGeom>
          </p:spPr>
        </p:pic>
        <p:sp>
          <p:nvSpPr>
            <p:cNvPr id="5" name="object 5"/>
            <p:cNvSpPr/>
            <p:nvPr/>
          </p:nvSpPr>
          <p:spPr>
            <a:xfrm>
              <a:off x="266477" y="1336167"/>
              <a:ext cx="7781925" cy="1356995"/>
            </a:xfrm>
            <a:custGeom>
              <a:avLst/>
              <a:gdLst/>
              <a:ahLst/>
              <a:cxnLst/>
              <a:rect l="l" t="t" r="r" b="b"/>
              <a:pathLst>
                <a:path w="7781925" h="1356995">
                  <a:moveTo>
                    <a:pt x="0" y="0"/>
                  </a:moveTo>
                  <a:lnTo>
                    <a:pt x="7781925" y="0"/>
                  </a:lnTo>
                  <a:lnTo>
                    <a:pt x="7781925" y="1356741"/>
                  </a:lnTo>
                  <a:lnTo>
                    <a:pt x="0" y="1356741"/>
                  </a:lnTo>
                  <a:lnTo>
                    <a:pt x="0" y="0"/>
                  </a:lnTo>
                  <a:close/>
                </a:path>
              </a:pathLst>
            </a:custGeom>
            <a:ln w="9525">
              <a:solidFill>
                <a:srgbClr val="7F7F7F"/>
              </a:solidFill>
            </a:ln>
          </p:spPr>
          <p:txBody>
            <a:bodyPr wrap="square" lIns="0" tIns="0" rIns="0" bIns="0" rtlCol="0"/>
            <a:lstStyle/>
            <a:p>
              <a:endParaRPr dirty="0"/>
            </a:p>
          </p:txBody>
        </p:sp>
        <p:sp>
          <p:nvSpPr>
            <p:cNvPr id="6" name="object 6"/>
            <p:cNvSpPr/>
            <p:nvPr/>
          </p:nvSpPr>
          <p:spPr>
            <a:xfrm>
              <a:off x="3516170" y="2688145"/>
              <a:ext cx="4527550" cy="246379"/>
            </a:xfrm>
            <a:custGeom>
              <a:avLst/>
              <a:gdLst/>
              <a:ahLst/>
              <a:cxnLst/>
              <a:rect l="l" t="t" r="r" b="b"/>
              <a:pathLst>
                <a:path w="4527550" h="246380">
                  <a:moveTo>
                    <a:pt x="0" y="0"/>
                  </a:moveTo>
                  <a:lnTo>
                    <a:pt x="4527469" y="0"/>
                  </a:lnTo>
                  <a:lnTo>
                    <a:pt x="4527469" y="246221"/>
                  </a:lnTo>
                  <a:lnTo>
                    <a:pt x="0" y="246221"/>
                  </a:lnTo>
                  <a:lnTo>
                    <a:pt x="0" y="0"/>
                  </a:lnTo>
                  <a:close/>
                </a:path>
              </a:pathLst>
            </a:custGeom>
            <a:ln w="9525">
              <a:solidFill>
                <a:srgbClr val="7F7F7F"/>
              </a:solidFill>
            </a:ln>
          </p:spPr>
          <p:txBody>
            <a:bodyPr wrap="square" lIns="0" tIns="0" rIns="0" bIns="0" rtlCol="0"/>
            <a:lstStyle/>
            <a:p>
              <a:endParaRPr dirty="0"/>
            </a:p>
          </p:txBody>
        </p:sp>
        <p:sp>
          <p:nvSpPr>
            <p:cNvPr id="7" name="object 7"/>
            <p:cNvSpPr txBox="1"/>
            <p:nvPr/>
          </p:nvSpPr>
          <p:spPr>
            <a:xfrm>
              <a:off x="3520933" y="2722662"/>
              <a:ext cx="4523105" cy="177800"/>
            </a:xfrm>
            <a:prstGeom prst="rect">
              <a:avLst/>
            </a:prstGeom>
          </p:spPr>
          <p:txBody>
            <a:bodyPr vert="horz" wrap="square" lIns="0" tIns="12700" rIns="0" bIns="0" rtlCol="0">
              <a:spAutoFit/>
            </a:bodyPr>
            <a:lstStyle/>
            <a:p>
              <a:pPr marL="86360">
                <a:lnSpc>
                  <a:spcPct val="100000"/>
                </a:lnSpc>
                <a:spcBef>
                  <a:spcPts val="100"/>
                </a:spcBef>
              </a:pPr>
              <a:r>
                <a:rPr sz="1000" spc="75" dirty="0">
                  <a:latin typeface="Calibri"/>
                  <a:cs typeface="Calibri"/>
                </a:rPr>
                <a:t>https://</a:t>
              </a:r>
              <a:r>
                <a:rPr sz="1000" spc="75" dirty="0">
                  <a:latin typeface="Calibri"/>
                  <a:cs typeface="Calibri"/>
                  <a:hlinkClick r:id="rId3"/>
                </a:rPr>
                <a:t>www.science.org/content/page/science-</a:t>
              </a:r>
              <a:r>
                <a:rPr sz="1000" spc="90" dirty="0">
                  <a:latin typeface="Calibri"/>
                  <a:cs typeface="Calibri"/>
                  <a:hlinkClick r:id="rId3"/>
                </a:rPr>
                <a:t>information-</a:t>
              </a:r>
              <a:r>
                <a:rPr sz="1000" spc="85" dirty="0">
                  <a:latin typeface="Calibri"/>
                  <a:cs typeface="Calibri"/>
                  <a:hlinkClick r:id="rId3"/>
                </a:rPr>
                <a:t>authors</a:t>
              </a:r>
              <a:endParaRPr sz="1000" dirty="0">
                <a:latin typeface="Calibri"/>
                <a:cs typeface="Calibri"/>
              </a:endParaRPr>
            </a:p>
          </p:txBody>
        </p:sp>
        <p:sp>
          <p:nvSpPr>
            <p:cNvPr id="8" name="object 8"/>
            <p:cNvSpPr/>
            <p:nvPr/>
          </p:nvSpPr>
          <p:spPr>
            <a:xfrm>
              <a:off x="5594354" y="6401271"/>
              <a:ext cx="2449830" cy="246379"/>
            </a:xfrm>
            <a:custGeom>
              <a:avLst/>
              <a:gdLst/>
              <a:ahLst/>
              <a:cxnLst/>
              <a:rect l="l" t="t" r="r" b="b"/>
              <a:pathLst>
                <a:path w="2449829" h="246379">
                  <a:moveTo>
                    <a:pt x="0" y="0"/>
                  </a:moveTo>
                  <a:lnTo>
                    <a:pt x="2449285" y="0"/>
                  </a:lnTo>
                  <a:lnTo>
                    <a:pt x="2449285" y="246221"/>
                  </a:lnTo>
                  <a:lnTo>
                    <a:pt x="0" y="246221"/>
                  </a:lnTo>
                  <a:lnTo>
                    <a:pt x="0" y="0"/>
                  </a:lnTo>
                  <a:close/>
                </a:path>
              </a:pathLst>
            </a:custGeom>
            <a:ln w="9525">
              <a:solidFill>
                <a:srgbClr val="7F7F7F"/>
              </a:solidFill>
            </a:ln>
          </p:spPr>
          <p:txBody>
            <a:bodyPr wrap="square" lIns="0" tIns="0" rIns="0" bIns="0" rtlCol="0"/>
            <a:lstStyle/>
            <a:p>
              <a:endParaRPr dirty="0"/>
            </a:p>
          </p:txBody>
        </p:sp>
        <p:sp>
          <p:nvSpPr>
            <p:cNvPr id="9" name="object 9"/>
            <p:cNvSpPr txBox="1"/>
            <p:nvPr/>
          </p:nvSpPr>
          <p:spPr>
            <a:xfrm>
              <a:off x="5599117" y="6433588"/>
              <a:ext cx="2444750" cy="177800"/>
            </a:xfrm>
            <a:prstGeom prst="rect">
              <a:avLst/>
            </a:prstGeom>
          </p:spPr>
          <p:txBody>
            <a:bodyPr vert="horz" wrap="square" lIns="0" tIns="12700" rIns="0" bIns="0" rtlCol="0">
              <a:spAutoFit/>
            </a:bodyPr>
            <a:lstStyle/>
            <a:p>
              <a:pPr marL="86360">
                <a:lnSpc>
                  <a:spcPct val="100000"/>
                </a:lnSpc>
                <a:spcBef>
                  <a:spcPts val="100"/>
                </a:spcBef>
              </a:pPr>
              <a:r>
                <a:rPr sz="1000" spc="55" dirty="0">
                  <a:latin typeface="Calibri"/>
                  <a:cs typeface="Calibri"/>
                </a:rPr>
                <a:t>https://</a:t>
              </a:r>
              <a:r>
                <a:rPr sz="1000" spc="55" dirty="0">
                  <a:latin typeface="Calibri"/>
                  <a:cs typeface="Calibri"/>
                  <a:hlinkClick r:id="rId4"/>
                </a:rPr>
                <a:t>www.cell.com/cell/authors</a:t>
              </a:r>
              <a:endParaRPr sz="1000" dirty="0">
                <a:latin typeface="Calibri"/>
                <a:cs typeface="Calibri"/>
              </a:endParaRPr>
            </a:p>
          </p:txBody>
        </p:sp>
        <p:pic>
          <p:nvPicPr>
            <p:cNvPr id="11" name="object 11"/>
            <p:cNvPicPr/>
            <p:nvPr/>
          </p:nvPicPr>
          <p:blipFill>
            <a:blip r:embed="rId5" cstate="print"/>
            <a:stretch>
              <a:fillRect/>
            </a:stretch>
          </p:blipFill>
          <p:spPr>
            <a:xfrm>
              <a:off x="271239" y="2934030"/>
              <a:ext cx="7772399" cy="3467240"/>
            </a:xfrm>
            <a:prstGeom prst="rect">
              <a:avLst/>
            </a:prstGeom>
          </p:spPr>
        </p:pic>
        <p:sp>
          <p:nvSpPr>
            <p:cNvPr id="12" name="object 12"/>
            <p:cNvSpPr/>
            <p:nvPr/>
          </p:nvSpPr>
          <p:spPr>
            <a:xfrm>
              <a:off x="266477" y="2929267"/>
              <a:ext cx="7781925" cy="3477260"/>
            </a:xfrm>
            <a:custGeom>
              <a:avLst/>
              <a:gdLst/>
              <a:ahLst/>
              <a:cxnLst/>
              <a:rect l="l" t="t" r="r" b="b"/>
              <a:pathLst>
                <a:path w="7781925" h="3477260">
                  <a:moveTo>
                    <a:pt x="0" y="0"/>
                  </a:moveTo>
                  <a:lnTo>
                    <a:pt x="7781925" y="0"/>
                  </a:lnTo>
                  <a:lnTo>
                    <a:pt x="7781925" y="3476766"/>
                  </a:lnTo>
                  <a:lnTo>
                    <a:pt x="0" y="3476766"/>
                  </a:lnTo>
                  <a:lnTo>
                    <a:pt x="0" y="0"/>
                  </a:lnTo>
                  <a:close/>
                </a:path>
              </a:pathLst>
            </a:custGeom>
            <a:ln w="9525">
              <a:solidFill>
                <a:srgbClr val="7F7F7F"/>
              </a:solidFill>
            </a:ln>
          </p:spPr>
          <p:txBody>
            <a:bodyPr wrap="square" lIns="0" tIns="0" rIns="0" bIns="0" rtlCol="0"/>
            <a:lstStyle/>
            <a:p>
              <a:endParaRPr dirty="0"/>
            </a:p>
          </p:txBody>
        </p:sp>
        <p:sp>
          <p:nvSpPr>
            <p:cNvPr id="13" name="object 13"/>
            <p:cNvSpPr/>
            <p:nvPr/>
          </p:nvSpPr>
          <p:spPr>
            <a:xfrm>
              <a:off x="1708154" y="2302916"/>
              <a:ext cx="5761990" cy="0"/>
            </a:xfrm>
            <a:custGeom>
              <a:avLst/>
              <a:gdLst/>
              <a:ahLst/>
              <a:cxnLst/>
              <a:rect l="l" t="t" r="r" b="b"/>
              <a:pathLst>
                <a:path w="5761990">
                  <a:moveTo>
                    <a:pt x="0" y="0"/>
                  </a:moveTo>
                  <a:lnTo>
                    <a:pt x="5761609" y="1"/>
                  </a:lnTo>
                </a:path>
              </a:pathLst>
            </a:custGeom>
            <a:ln w="25400">
              <a:solidFill>
                <a:srgbClr val="ED8224"/>
              </a:solidFill>
            </a:ln>
          </p:spPr>
          <p:txBody>
            <a:bodyPr wrap="square" lIns="0" tIns="0" rIns="0" bIns="0" rtlCol="0"/>
            <a:lstStyle/>
            <a:p>
              <a:endParaRPr dirty="0"/>
            </a:p>
          </p:txBody>
        </p:sp>
        <p:sp>
          <p:nvSpPr>
            <p:cNvPr id="14" name="object 14"/>
            <p:cNvSpPr/>
            <p:nvPr/>
          </p:nvSpPr>
          <p:spPr>
            <a:xfrm>
              <a:off x="2130720" y="4023440"/>
              <a:ext cx="5761990" cy="0"/>
            </a:xfrm>
            <a:custGeom>
              <a:avLst/>
              <a:gdLst/>
              <a:ahLst/>
              <a:cxnLst/>
              <a:rect l="l" t="t" r="r" b="b"/>
              <a:pathLst>
                <a:path w="5761990">
                  <a:moveTo>
                    <a:pt x="0" y="0"/>
                  </a:moveTo>
                  <a:lnTo>
                    <a:pt x="5761609" y="1"/>
                  </a:lnTo>
                </a:path>
              </a:pathLst>
            </a:custGeom>
            <a:ln w="25400">
              <a:solidFill>
                <a:srgbClr val="ED8224"/>
              </a:solidFill>
            </a:ln>
          </p:spPr>
          <p:txBody>
            <a:bodyPr wrap="square" lIns="0" tIns="0" rIns="0" bIns="0" rtlCol="0"/>
            <a:lstStyle/>
            <a:p>
              <a:endParaRPr dirty="0"/>
            </a:p>
          </p:txBody>
        </p:sp>
        <p:sp>
          <p:nvSpPr>
            <p:cNvPr id="15" name="object 15"/>
            <p:cNvSpPr/>
            <p:nvPr/>
          </p:nvSpPr>
          <p:spPr>
            <a:xfrm>
              <a:off x="1299444" y="4605329"/>
              <a:ext cx="5761990" cy="0"/>
            </a:xfrm>
            <a:custGeom>
              <a:avLst/>
              <a:gdLst/>
              <a:ahLst/>
              <a:cxnLst/>
              <a:rect l="l" t="t" r="r" b="b"/>
              <a:pathLst>
                <a:path w="5761990">
                  <a:moveTo>
                    <a:pt x="0" y="0"/>
                  </a:moveTo>
                  <a:lnTo>
                    <a:pt x="5761609" y="1"/>
                  </a:lnTo>
                </a:path>
              </a:pathLst>
            </a:custGeom>
            <a:ln w="25400">
              <a:solidFill>
                <a:srgbClr val="ED8224"/>
              </a:solidFill>
            </a:ln>
          </p:spPr>
          <p:txBody>
            <a:bodyPr wrap="square" lIns="0" tIns="0" rIns="0" bIns="0" rtlCol="0"/>
            <a:lstStyle/>
            <a:p>
              <a:endParaRPr dirty="0"/>
            </a:p>
          </p:txBody>
        </p:sp>
        <p:sp>
          <p:nvSpPr>
            <p:cNvPr id="16" name="object 16"/>
            <p:cNvSpPr/>
            <p:nvPr/>
          </p:nvSpPr>
          <p:spPr>
            <a:xfrm>
              <a:off x="3749820" y="4993259"/>
              <a:ext cx="2341880" cy="0"/>
            </a:xfrm>
            <a:custGeom>
              <a:avLst/>
              <a:gdLst/>
              <a:ahLst/>
              <a:cxnLst/>
              <a:rect l="l" t="t" r="r" b="b"/>
              <a:pathLst>
                <a:path w="2341879">
                  <a:moveTo>
                    <a:pt x="0" y="0"/>
                  </a:moveTo>
                  <a:lnTo>
                    <a:pt x="2341418" y="1"/>
                  </a:lnTo>
                </a:path>
              </a:pathLst>
            </a:custGeom>
            <a:ln w="25400">
              <a:solidFill>
                <a:srgbClr val="ED8224"/>
              </a:solidFill>
            </a:ln>
          </p:spPr>
          <p:txBody>
            <a:bodyPr wrap="square" lIns="0" tIns="0" rIns="0" bIns="0" rtlCol="0"/>
            <a:lstStyle/>
            <a:p>
              <a:endParaRPr dirty="0"/>
            </a:p>
          </p:txBody>
        </p:sp>
        <p:sp>
          <p:nvSpPr>
            <p:cNvPr id="17" name="object 17"/>
            <p:cNvSpPr/>
            <p:nvPr/>
          </p:nvSpPr>
          <p:spPr>
            <a:xfrm>
              <a:off x="271239" y="5408895"/>
              <a:ext cx="2341880" cy="0"/>
            </a:xfrm>
            <a:custGeom>
              <a:avLst/>
              <a:gdLst/>
              <a:ahLst/>
              <a:cxnLst/>
              <a:rect l="l" t="t" r="r" b="b"/>
              <a:pathLst>
                <a:path w="2341880">
                  <a:moveTo>
                    <a:pt x="0" y="0"/>
                  </a:moveTo>
                  <a:lnTo>
                    <a:pt x="2341418" y="1"/>
                  </a:lnTo>
                </a:path>
              </a:pathLst>
            </a:custGeom>
            <a:ln w="25400">
              <a:solidFill>
                <a:srgbClr val="ED8224"/>
              </a:solidFill>
            </a:ln>
          </p:spPr>
          <p:txBody>
            <a:bodyPr wrap="square" lIns="0" tIns="0" rIns="0" bIns="0" rtlCol="0"/>
            <a:lstStyle/>
            <a:p>
              <a:endParaRPr dirty="0"/>
            </a:p>
          </p:txBody>
        </p:sp>
        <p:sp>
          <p:nvSpPr>
            <p:cNvPr id="18" name="object 18"/>
            <p:cNvSpPr/>
            <p:nvPr/>
          </p:nvSpPr>
          <p:spPr>
            <a:xfrm>
              <a:off x="5702223" y="5201076"/>
              <a:ext cx="2341880" cy="0"/>
            </a:xfrm>
            <a:custGeom>
              <a:avLst/>
              <a:gdLst/>
              <a:ahLst/>
              <a:cxnLst/>
              <a:rect l="l" t="t" r="r" b="b"/>
              <a:pathLst>
                <a:path w="2341879">
                  <a:moveTo>
                    <a:pt x="0" y="0"/>
                  </a:moveTo>
                  <a:lnTo>
                    <a:pt x="2341418" y="1"/>
                  </a:lnTo>
                </a:path>
              </a:pathLst>
            </a:custGeom>
            <a:ln w="25400">
              <a:solidFill>
                <a:srgbClr val="ED8224"/>
              </a:solidFill>
            </a:ln>
          </p:spPr>
          <p:txBody>
            <a:bodyPr wrap="square" lIns="0" tIns="0" rIns="0" bIns="0" rtlCol="0"/>
            <a:lstStyle/>
            <a:p>
              <a:endParaRPr dirty="0"/>
            </a:p>
          </p:txBody>
        </p:sp>
        <p:sp>
          <p:nvSpPr>
            <p:cNvPr id="19" name="object 19"/>
            <p:cNvSpPr/>
            <p:nvPr/>
          </p:nvSpPr>
          <p:spPr>
            <a:xfrm>
              <a:off x="5425132" y="5769113"/>
              <a:ext cx="2341880" cy="0"/>
            </a:xfrm>
            <a:custGeom>
              <a:avLst/>
              <a:gdLst/>
              <a:ahLst/>
              <a:cxnLst/>
              <a:rect l="l" t="t" r="r" b="b"/>
              <a:pathLst>
                <a:path w="2341879">
                  <a:moveTo>
                    <a:pt x="0" y="0"/>
                  </a:moveTo>
                  <a:lnTo>
                    <a:pt x="2341418" y="1"/>
                  </a:lnTo>
                </a:path>
              </a:pathLst>
            </a:custGeom>
            <a:ln w="25400">
              <a:solidFill>
                <a:srgbClr val="ED8224"/>
              </a:solidFill>
            </a:ln>
          </p:spPr>
          <p:txBody>
            <a:bodyPr wrap="square" lIns="0" tIns="0" rIns="0" bIns="0" rtlCol="0"/>
            <a:lstStyle/>
            <a:p>
              <a:endParaRPr dirty="0"/>
            </a:p>
          </p:txBody>
        </p:sp>
      </p:grpSp>
      <p:sp>
        <p:nvSpPr>
          <p:cNvPr id="21" name="object 21"/>
          <p:cNvSpPr txBox="1">
            <a:spLocks noGrp="1"/>
          </p:cNvSpPr>
          <p:nvPr>
            <p:ph type="title"/>
          </p:nvPr>
        </p:nvSpPr>
        <p:spPr>
          <a:xfrm>
            <a:off x="838200" y="365125"/>
            <a:ext cx="10515600" cy="1325563"/>
          </a:xfrm>
        </p:spPr>
        <p:txBody>
          <a:bodyPr vert="horz" wrap="square" lIns="0" tIns="12700" rIns="0" bIns="0" rtlCol="0">
            <a:spAutoFit/>
          </a:bodyPr>
          <a:lstStyle/>
          <a:p>
            <a:r>
              <a:rPr lang="en-US" dirty="0"/>
              <a:t>Journals request FAIR data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81D6-6A03-2AF7-8F6A-42F1BDAEBF75}"/>
              </a:ext>
            </a:extLst>
          </p:cNvPr>
          <p:cNvSpPr>
            <a:spLocks noGrp="1"/>
          </p:cNvSpPr>
          <p:nvPr>
            <p:ph type="title"/>
          </p:nvPr>
        </p:nvSpPr>
        <p:spPr/>
        <p:txBody>
          <a:bodyPr/>
          <a:lstStyle/>
          <a:p>
            <a:r>
              <a:rPr lang="en-US" dirty="0"/>
              <a:t>Some benefits</a:t>
            </a:r>
            <a:endParaRPr lang="en-BE" dirty="0"/>
          </a:p>
        </p:txBody>
      </p:sp>
      <p:sp>
        <p:nvSpPr>
          <p:cNvPr id="3" name="Content Placeholder 2">
            <a:extLst>
              <a:ext uri="{FF2B5EF4-FFF2-40B4-BE49-F238E27FC236}">
                <a16:creationId xmlns:a16="http://schemas.microsoft.com/office/drawing/2014/main" id="{57246D07-6C50-7F23-BD64-D721716EFDE5}"/>
              </a:ext>
            </a:extLst>
          </p:cNvPr>
          <p:cNvSpPr>
            <a:spLocks noGrp="1"/>
          </p:cNvSpPr>
          <p:nvPr>
            <p:ph sz="quarter" idx="10"/>
          </p:nvPr>
        </p:nvSpPr>
        <p:spPr/>
        <p:txBody>
          <a:bodyPr/>
          <a:lstStyle/>
          <a:p>
            <a:r>
              <a:rPr lang="en-US" sz="2400" dirty="0"/>
              <a:t>Reduce the risk of data loss​</a:t>
            </a:r>
          </a:p>
          <a:p>
            <a:r>
              <a:rPr lang="en-US" sz="2400" dirty="0"/>
              <a:t>Less time (and money) spent​</a:t>
            </a:r>
          </a:p>
          <a:p>
            <a:r>
              <a:rPr lang="en-US" sz="2400" dirty="0"/>
              <a:t>Increase efficiency and smooth collaboration in a team (easier and faster way for sharing information)​</a:t>
            </a:r>
          </a:p>
          <a:p>
            <a:r>
              <a:rPr lang="en-US" sz="2400" dirty="0"/>
              <a:t>More control over data access (who, when, how, etc.)​</a:t>
            </a:r>
          </a:p>
          <a:p>
            <a:r>
              <a:rPr lang="en-US" sz="2400" dirty="0"/>
              <a:t>More clear documentation for people onboarding the team and by</a:t>
            </a:r>
          </a:p>
          <a:p>
            <a:pPr marL="0" indent="0">
              <a:buNone/>
            </a:pPr>
            <a:r>
              <a:rPr lang="en-US" sz="2400" dirty="0"/>
              <a:t>people leave the team​</a:t>
            </a:r>
          </a:p>
          <a:p>
            <a:r>
              <a:rPr lang="en-US" sz="2400" dirty="0"/>
              <a:t>Easier data reuse (samples, raw data, scripts, analysis etc.)​</a:t>
            </a:r>
            <a:endParaRPr lang="en-BE" sz="2400" dirty="0"/>
          </a:p>
        </p:txBody>
      </p:sp>
    </p:spTree>
    <p:extLst>
      <p:ext uri="{BB962C8B-B14F-4D97-AF65-F5344CB8AC3E}">
        <p14:creationId xmlns:p14="http://schemas.microsoft.com/office/powerpoint/2010/main" val="8875211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7C163-73F7-213B-E62F-DC7358CAC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F1FE0-86E9-626F-EE80-9691B99E9290}"/>
              </a:ext>
            </a:extLst>
          </p:cNvPr>
          <p:cNvSpPr>
            <a:spLocks noGrp="1"/>
          </p:cNvSpPr>
          <p:nvPr>
            <p:ph type="title"/>
          </p:nvPr>
        </p:nvSpPr>
        <p:spPr/>
        <p:txBody>
          <a:bodyPr/>
          <a:lstStyle/>
          <a:p>
            <a:r>
              <a:rPr lang="en-US" dirty="0"/>
              <a:t>Other benefits</a:t>
            </a:r>
            <a:endParaRPr lang="en-BE" dirty="0"/>
          </a:p>
        </p:txBody>
      </p:sp>
      <p:sp>
        <p:nvSpPr>
          <p:cNvPr id="3" name="Content Placeholder 2">
            <a:extLst>
              <a:ext uri="{FF2B5EF4-FFF2-40B4-BE49-F238E27FC236}">
                <a16:creationId xmlns:a16="http://schemas.microsoft.com/office/drawing/2014/main" id="{7F1E3D1D-CAB1-14A8-7B7B-77B005D11D4D}"/>
              </a:ext>
            </a:extLst>
          </p:cNvPr>
          <p:cNvSpPr>
            <a:spLocks noGrp="1"/>
          </p:cNvSpPr>
          <p:nvPr>
            <p:ph sz="quarter" idx="10"/>
          </p:nvPr>
        </p:nvSpPr>
        <p:spPr/>
        <p:txBody>
          <a:bodyPr/>
          <a:lstStyle/>
          <a:p>
            <a:pPr fontAlgn="base"/>
            <a:r>
              <a:rPr lang="en-US" dirty="0"/>
              <a:t>Transparent and trustworthy data and science (and paper)</a:t>
            </a:r>
          </a:p>
          <a:p>
            <a:pPr fontAlgn="base"/>
            <a:r>
              <a:rPr lang="en-US" dirty="0"/>
              <a:t>Higher impact in scientific community</a:t>
            </a:r>
          </a:p>
          <a:p>
            <a:pPr fontAlgn="base"/>
            <a:r>
              <a:rPr lang="en-US" dirty="0"/>
              <a:t>More citations​</a:t>
            </a:r>
          </a:p>
          <a:p>
            <a:pPr fontAlgn="base"/>
            <a:r>
              <a:rPr lang="en-US" dirty="0"/>
              <a:t>New discoveries at a lower cost by reusing high quality existing data​</a:t>
            </a:r>
          </a:p>
          <a:p>
            <a:pPr fontAlgn="base"/>
            <a:r>
              <a:rPr lang="en-US" dirty="0"/>
              <a:t>Less duplication of work​</a:t>
            </a:r>
          </a:p>
        </p:txBody>
      </p:sp>
    </p:spTree>
    <p:extLst>
      <p:ext uri="{BB962C8B-B14F-4D97-AF65-F5344CB8AC3E}">
        <p14:creationId xmlns:p14="http://schemas.microsoft.com/office/powerpoint/2010/main" val="669142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882F5-7AA1-F526-2E15-4A0B9E300F09}"/>
              </a:ext>
            </a:extLst>
          </p:cNvPr>
          <p:cNvSpPr>
            <a:spLocks noGrp="1"/>
          </p:cNvSpPr>
          <p:nvPr>
            <p:ph type="title"/>
          </p:nvPr>
        </p:nvSpPr>
        <p:spPr/>
        <p:txBody>
          <a:bodyPr/>
          <a:lstStyle/>
          <a:p>
            <a:r>
              <a:rPr lang="en-US" dirty="0"/>
              <a:t>Scientific Integrity</a:t>
            </a:r>
            <a:endParaRPr lang="en-BE" dirty="0"/>
          </a:p>
        </p:txBody>
      </p:sp>
      <p:sp>
        <p:nvSpPr>
          <p:cNvPr id="3" name="Content Placeholder 2">
            <a:extLst>
              <a:ext uri="{FF2B5EF4-FFF2-40B4-BE49-F238E27FC236}">
                <a16:creationId xmlns:a16="http://schemas.microsoft.com/office/drawing/2014/main" id="{EE57DE01-B79D-E1B5-8CFB-A0F7A8B35929}"/>
              </a:ext>
            </a:extLst>
          </p:cNvPr>
          <p:cNvSpPr>
            <a:spLocks noGrp="1"/>
          </p:cNvSpPr>
          <p:nvPr>
            <p:ph sz="quarter" idx="10"/>
          </p:nvPr>
        </p:nvSpPr>
        <p:spPr>
          <a:xfrm>
            <a:off x="838200" y="1535686"/>
            <a:ext cx="5257800" cy="4700587"/>
          </a:xfrm>
        </p:spPr>
        <p:txBody>
          <a:bodyPr numCol="1"/>
          <a:lstStyle/>
          <a:p>
            <a:r>
              <a:rPr lang="en-US" sz="2200" dirty="0"/>
              <a:t>Why are you in science?</a:t>
            </a:r>
          </a:p>
          <a:p>
            <a:r>
              <a:rPr lang="en-US" sz="2200" dirty="0"/>
              <a:t>What about the reproducibility crisis?</a:t>
            </a:r>
          </a:p>
        </p:txBody>
      </p:sp>
      <p:pic>
        <p:nvPicPr>
          <p:cNvPr id="5" name="Picture 4">
            <a:extLst>
              <a:ext uri="{FF2B5EF4-FFF2-40B4-BE49-F238E27FC236}">
                <a16:creationId xmlns:a16="http://schemas.microsoft.com/office/drawing/2014/main" id="{E36B320B-9CB0-353F-6ED8-EDC9FFFDD7CD}"/>
              </a:ext>
            </a:extLst>
          </p:cNvPr>
          <p:cNvPicPr>
            <a:picLocks noChangeAspect="1"/>
          </p:cNvPicPr>
          <p:nvPr/>
        </p:nvPicPr>
        <p:blipFill>
          <a:blip r:embed="rId2"/>
          <a:stretch>
            <a:fillRect/>
          </a:stretch>
        </p:blipFill>
        <p:spPr>
          <a:xfrm>
            <a:off x="1430882" y="2560370"/>
            <a:ext cx="3794185" cy="1800559"/>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0E82CEBF-5977-9762-F549-03B827405FFF}"/>
              </a:ext>
            </a:extLst>
          </p:cNvPr>
          <p:cNvPicPr>
            <a:picLocks noChangeAspect="1"/>
          </p:cNvPicPr>
          <p:nvPr/>
        </p:nvPicPr>
        <p:blipFill>
          <a:blip r:embed="rId3"/>
          <a:stretch>
            <a:fillRect/>
          </a:stretch>
        </p:blipFill>
        <p:spPr>
          <a:xfrm>
            <a:off x="1723461" y="4474461"/>
            <a:ext cx="3209026" cy="1799656"/>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C380F3E3-1C53-AE16-82DE-CB5B6BBAC7F8}"/>
              </a:ext>
            </a:extLst>
          </p:cNvPr>
          <p:cNvPicPr>
            <a:picLocks noChangeAspect="1"/>
          </p:cNvPicPr>
          <p:nvPr/>
        </p:nvPicPr>
        <p:blipFill>
          <a:blip r:embed="rId4"/>
          <a:stretch>
            <a:fillRect/>
          </a:stretch>
        </p:blipFill>
        <p:spPr>
          <a:xfrm>
            <a:off x="6773061" y="2560370"/>
            <a:ext cx="3903677" cy="1737260"/>
          </a:xfrm>
          <a:prstGeom prst="rect">
            <a:avLst/>
          </a:prstGeom>
          <a:effectLst>
            <a:outerShdw blurRad="50800" dist="38100" dir="5400000" algn="t" rotWithShape="0">
              <a:prstClr val="black">
                <a:alpha val="40000"/>
              </a:prstClr>
            </a:outerShdw>
          </a:effectLst>
        </p:spPr>
      </p:pic>
      <p:sp>
        <p:nvSpPr>
          <p:cNvPr id="12" name="Content Placeholder 2">
            <a:extLst>
              <a:ext uri="{FF2B5EF4-FFF2-40B4-BE49-F238E27FC236}">
                <a16:creationId xmlns:a16="http://schemas.microsoft.com/office/drawing/2014/main" id="{A3AE351F-E921-F2D7-9B11-4F9C3BC1485E}"/>
              </a:ext>
            </a:extLst>
          </p:cNvPr>
          <p:cNvSpPr txBox="1">
            <a:spLocks/>
          </p:cNvSpPr>
          <p:nvPr/>
        </p:nvSpPr>
        <p:spPr>
          <a:xfrm>
            <a:off x="6326867" y="1690688"/>
            <a:ext cx="5465441" cy="4700587"/>
          </a:xfrm>
          <a:prstGeom prst="rect">
            <a:avLst/>
          </a:prstGeom>
        </p:spPr>
        <p:txBody>
          <a:bodyPr numCol="1"/>
          <a:lstStyle>
            <a:lvl1pPr marL="228600" indent="-228600" algn="l" defTabSz="914400" rtl="0" eaLnBrk="1" latinLnBrk="0" hangingPunct="1">
              <a:lnSpc>
                <a:spcPct val="114000"/>
              </a:lnSpc>
              <a:spcBef>
                <a:spcPts val="1000"/>
              </a:spcBef>
              <a:buClr>
                <a:schemeClr val="tx2"/>
              </a:buClr>
              <a:buFont typeface="Wingdings" panose="05000000000000000000" pitchFamily="2" charset="2"/>
              <a:buChar char="§"/>
              <a:defRPr sz="2800" kern="1200">
                <a:solidFill>
                  <a:schemeClr val="tx1">
                    <a:alpha val="85000"/>
                  </a:schemeClr>
                </a:solidFill>
                <a:latin typeface="+mn-lt"/>
                <a:ea typeface="+mn-ea"/>
                <a:cs typeface="+mn-cs"/>
              </a:defRPr>
            </a:lvl1pPr>
            <a:lvl2pPr marL="685800" indent="-228600" algn="l" defTabSz="914400" rtl="0" eaLnBrk="1" latinLnBrk="0" hangingPunct="1">
              <a:lnSpc>
                <a:spcPct val="114000"/>
              </a:lnSpc>
              <a:spcBef>
                <a:spcPts val="500"/>
              </a:spcBef>
              <a:buClr>
                <a:schemeClr val="tx2"/>
              </a:buClr>
              <a:buFont typeface="Wingdings" panose="05000000000000000000" pitchFamily="2" charset="2"/>
              <a:buChar char="§"/>
              <a:defRPr sz="2800" kern="1200">
                <a:solidFill>
                  <a:schemeClr val="tx1">
                    <a:alpha val="85000"/>
                  </a:schemeClr>
                </a:solidFill>
                <a:latin typeface="+mn-lt"/>
                <a:ea typeface="+mn-ea"/>
                <a:cs typeface="+mn-cs"/>
              </a:defRPr>
            </a:lvl2pPr>
            <a:lvl3pPr marL="1143000" indent="-228600" algn="l" defTabSz="914400" rtl="0" eaLnBrk="1" latinLnBrk="0" hangingPunct="1">
              <a:lnSpc>
                <a:spcPct val="114000"/>
              </a:lnSpc>
              <a:spcBef>
                <a:spcPts val="500"/>
              </a:spcBef>
              <a:buClr>
                <a:schemeClr val="tx2"/>
              </a:buClr>
              <a:buFont typeface="Wingdings" panose="05000000000000000000" pitchFamily="2" charset="2"/>
              <a:buChar char="§"/>
              <a:defRPr sz="2800" kern="1200">
                <a:solidFill>
                  <a:schemeClr val="tx1">
                    <a:alpha val="85000"/>
                  </a:schemeClr>
                </a:solidFill>
                <a:latin typeface="+mn-lt"/>
                <a:ea typeface="+mn-ea"/>
                <a:cs typeface="+mn-cs"/>
              </a:defRPr>
            </a:lvl3pPr>
            <a:lvl4pPr marL="1600200" indent="-228600" algn="l" defTabSz="914400" rtl="0" eaLnBrk="1" latinLnBrk="0" hangingPunct="1">
              <a:lnSpc>
                <a:spcPct val="114000"/>
              </a:lnSpc>
              <a:spcBef>
                <a:spcPts val="500"/>
              </a:spcBef>
              <a:buClr>
                <a:schemeClr val="tx2"/>
              </a:buClr>
              <a:buFont typeface="Wingdings" panose="05000000000000000000" pitchFamily="2" charset="2"/>
              <a:buChar char="§"/>
              <a:defRPr sz="2400" kern="1200">
                <a:solidFill>
                  <a:schemeClr val="tx1">
                    <a:alpha val="85000"/>
                  </a:schemeClr>
                </a:solidFill>
                <a:latin typeface="+mn-lt"/>
                <a:ea typeface="+mn-ea"/>
                <a:cs typeface="+mn-cs"/>
              </a:defRPr>
            </a:lvl4pPr>
            <a:lvl5pPr marL="2057400" indent="-228600" algn="l" defTabSz="914400" rtl="0" eaLnBrk="1" latinLnBrk="0" hangingPunct="1">
              <a:lnSpc>
                <a:spcPct val="114000"/>
              </a:lnSpc>
              <a:spcBef>
                <a:spcPts val="500"/>
              </a:spcBef>
              <a:buClr>
                <a:schemeClr val="tx2"/>
              </a:buClr>
              <a:buFont typeface="Wingdings" panose="05000000000000000000" pitchFamily="2" charset="2"/>
              <a:buChar char="§"/>
              <a:defRPr sz="2400" kern="1200">
                <a:solidFill>
                  <a:schemeClr val="tx1">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t>Strengthen public trust through communication.</a:t>
            </a:r>
          </a:p>
        </p:txBody>
      </p:sp>
    </p:spTree>
    <p:extLst>
      <p:ext uri="{BB962C8B-B14F-4D97-AF65-F5344CB8AC3E}">
        <p14:creationId xmlns:p14="http://schemas.microsoft.com/office/powerpoint/2010/main" val="36388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animEffect transition="in" filter="fade">
                                      <p:cBhvr>
                                        <p:cTn id="23" dur="500"/>
                                        <p:tgtEl>
                                          <p:spTgt spid="12">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A1BAF-9152-90BA-9BD4-7018E26B4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19E90-3B63-2E1F-4346-A13C794E3C21}"/>
              </a:ext>
            </a:extLst>
          </p:cNvPr>
          <p:cNvSpPr>
            <a:spLocks noGrp="1"/>
          </p:cNvSpPr>
          <p:nvPr>
            <p:ph type="title"/>
          </p:nvPr>
        </p:nvSpPr>
        <p:spPr/>
        <p:txBody>
          <a:bodyPr/>
          <a:lstStyle/>
          <a:p>
            <a:r>
              <a:rPr lang="en-US"/>
              <a:t>Experiment replicability</a:t>
            </a:r>
            <a:endParaRPr lang="en-BE"/>
          </a:p>
        </p:txBody>
      </p:sp>
      <p:sp>
        <p:nvSpPr>
          <p:cNvPr id="6" name="Freeform: Shape 5">
            <a:extLst>
              <a:ext uri="{FF2B5EF4-FFF2-40B4-BE49-F238E27FC236}">
                <a16:creationId xmlns:a16="http://schemas.microsoft.com/office/drawing/2014/main" id="{29A263C5-9E4E-C2F6-7170-B48E8C791425}"/>
              </a:ext>
            </a:extLst>
          </p:cNvPr>
          <p:cNvSpPr/>
          <p:nvPr/>
        </p:nvSpPr>
        <p:spPr>
          <a:xfrm>
            <a:off x="4226776" y="4592697"/>
            <a:ext cx="2310062" cy="2310063"/>
          </a:xfrm>
          <a:custGeom>
            <a:avLst/>
            <a:gdLst>
              <a:gd name="connsiteX0" fmla="*/ 1155032 w 2310062"/>
              <a:gd name="connsiteY0" fmla="*/ 2310063 h 2310063"/>
              <a:gd name="connsiteX1" fmla="*/ 2310063 w 2310062"/>
              <a:gd name="connsiteY1" fmla="*/ 1155032 h 2310063"/>
              <a:gd name="connsiteX2" fmla="*/ 1155032 w 2310062"/>
              <a:gd name="connsiteY2" fmla="*/ 0 h 2310063"/>
              <a:gd name="connsiteX3" fmla="*/ 0 w 2310062"/>
              <a:gd name="connsiteY3" fmla="*/ 1155032 h 2310063"/>
              <a:gd name="connsiteX4" fmla="*/ 1155032 w 2310062"/>
              <a:gd name="connsiteY4" fmla="*/ 2310063 h 2310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062" h="2310063">
                <a:moveTo>
                  <a:pt x="1155032" y="2310063"/>
                </a:moveTo>
                <a:cubicBezTo>
                  <a:pt x="1792930" y="2310063"/>
                  <a:pt x="2310063" y="1792930"/>
                  <a:pt x="2310063" y="1155032"/>
                </a:cubicBezTo>
                <a:cubicBezTo>
                  <a:pt x="2310063" y="517133"/>
                  <a:pt x="1792930" y="0"/>
                  <a:pt x="1155032" y="0"/>
                </a:cubicBezTo>
                <a:cubicBezTo>
                  <a:pt x="517133" y="0"/>
                  <a:pt x="0" y="517133"/>
                  <a:pt x="0" y="1155032"/>
                </a:cubicBezTo>
                <a:cubicBezTo>
                  <a:pt x="0" y="1792930"/>
                  <a:pt x="517133" y="2310063"/>
                  <a:pt x="1155032" y="2310063"/>
                </a:cubicBezTo>
              </a:path>
            </a:pathLst>
          </a:custGeom>
          <a:solidFill>
            <a:schemeClr val="accent1"/>
          </a:solidFill>
          <a:ln w="6417" cap="flat">
            <a:noFill/>
            <a:prstDash val="solid"/>
            <a:miter/>
          </a:ln>
        </p:spPr>
        <p:txBody>
          <a:bodyPr rtlCol="0" anchor="ctr"/>
          <a:lstStyle/>
          <a:p>
            <a:endParaRPr lang="en-BE"/>
          </a:p>
        </p:txBody>
      </p:sp>
      <p:grpSp>
        <p:nvGrpSpPr>
          <p:cNvPr id="7" name="Group 6">
            <a:extLst>
              <a:ext uri="{FF2B5EF4-FFF2-40B4-BE49-F238E27FC236}">
                <a16:creationId xmlns:a16="http://schemas.microsoft.com/office/drawing/2014/main" id="{9918CE61-C0CF-B388-DCE8-E16318DA5B18}"/>
              </a:ext>
            </a:extLst>
          </p:cNvPr>
          <p:cNvGrpSpPr/>
          <p:nvPr/>
        </p:nvGrpSpPr>
        <p:grpSpPr>
          <a:xfrm>
            <a:off x="3533896" y="2522239"/>
            <a:ext cx="5313020" cy="4341674"/>
            <a:chOff x="6878980" y="2547255"/>
            <a:chExt cx="5313020" cy="4341674"/>
          </a:xfrm>
        </p:grpSpPr>
        <p:sp>
          <p:nvSpPr>
            <p:cNvPr id="8" name="Freeform: Shape 7">
              <a:extLst>
                <a:ext uri="{FF2B5EF4-FFF2-40B4-BE49-F238E27FC236}">
                  <a16:creationId xmlns:a16="http://schemas.microsoft.com/office/drawing/2014/main" id="{C49862F7-0462-A4E5-C82B-B4C9445B208B}"/>
                </a:ext>
              </a:extLst>
            </p:cNvPr>
            <p:cNvSpPr/>
            <p:nvPr/>
          </p:nvSpPr>
          <p:spPr>
            <a:xfrm>
              <a:off x="8617936" y="3432200"/>
              <a:ext cx="200528" cy="270086"/>
            </a:xfrm>
            <a:custGeom>
              <a:avLst/>
              <a:gdLst>
                <a:gd name="connsiteX0" fmla="*/ 94648 w 103905"/>
                <a:gd name="connsiteY0" fmla="*/ 767 h 139947"/>
                <a:gd name="connsiteX1" fmla="*/ 47998 w 103905"/>
                <a:gd name="connsiteY1" fmla="*/ 47032 h 139947"/>
                <a:gd name="connsiteX2" fmla="*/ 45303 w 103905"/>
                <a:gd name="connsiteY2" fmla="*/ 47417 h 139947"/>
                <a:gd name="connsiteX3" fmla="*/ 41966 w 103905"/>
                <a:gd name="connsiteY3" fmla="*/ 22199 h 139947"/>
                <a:gd name="connsiteX4" fmla="*/ 16171 w 103905"/>
                <a:gd name="connsiteY4" fmla="*/ 65512 h 139947"/>
                <a:gd name="connsiteX5" fmla="*/ 0 w 103905"/>
                <a:gd name="connsiteY5" fmla="*/ 109147 h 139947"/>
                <a:gd name="connsiteX6" fmla="*/ 27207 w 103905"/>
                <a:gd name="connsiteY6" fmla="*/ 139948 h 139947"/>
                <a:gd name="connsiteX7" fmla="*/ 76232 w 103905"/>
                <a:gd name="connsiteY7" fmla="*/ 82004 h 139947"/>
                <a:gd name="connsiteX8" fmla="*/ 94648 w 103905"/>
                <a:gd name="connsiteY8" fmla="*/ 767 h 139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905" h="139947">
                  <a:moveTo>
                    <a:pt x="94648" y="767"/>
                  </a:moveTo>
                  <a:cubicBezTo>
                    <a:pt x="81430" y="-4945"/>
                    <a:pt x="64875" y="22327"/>
                    <a:pt x="47998" y="47032"/>
                  </a:cubicBezTo>
                  <a:cubicBezTo>
                    <a:pt x="46971" y="48572"/>
                    <a:pt x="45111" y="49920"/>
                    <a:pt x="45303" y="47417"/>
                  </a:cubicBezTo>
                  <a:cubicBezTo>
                    <a:pt x="45945" y="39653"/>
                    <a:pt x="46715" y="23546"/>
                    <a:pt x="41966" y="22199"/>
                  </a:cubicBezTo>
                  <a:cubicBezTo>
                    <a:pt x="35485" y="20402"/>
                    <a:pt x="22523" y="43374"/>
                    <a:pt x="16171" y="65512"/>
                  </a:cubicBezTo>
                  <a:lnTo>
                    <a:pt x="0" y="109147"/>
                  </a:lnTo>
                  <a:lnTo>
                    <a:pt x="27207" y="139948"/>
                  </a:lnTo>
                  <a:cubicBezTo>
                    <a:pt x="40426" y="133916"/>
                    <a:pt x="57046" y="109917"/>
                    <a:pt x="76232" y="82004"/>
                  </a:cubicBezTo>
                  <a:cubicBezTo>
                    <a:pt x="100873" y="46198"/>
                    <a:pt x="113899" y="9108"/>
                    <a:pt x="94648" y="767"/>
                  </a:cubicBezTo>
                  <a:close/>
                </a:path>
              </a:pathLst>
            </a:custGeom>
            <a:solidFill>
              <a:srgbClr val="FFFFFF"/>
            </a:solidFill>
            <a:ln w="8342" cap="flat">
              <a:solidFill>
                <a:srgbClr val="EC6523"/>
              </a:solidFill>
              <a:prstDash val="solid"/>
              <a:miter/>
            </a:ln>
          </p:spPr>
          <p:txBody>
            <a:bodyPr rtlCol="0" anchor="ctr"/>
            <a:lstStyle/>
            <a:p>
              <a:endParaRPr lang="en-BE"/>
            </a:p>
          </p:txBody>
        </p:sp>
        <p:sp>
          <p:nvSpPr>
            <p:cNvPr id="9" name="Freeform: Shape 8">
              <a:extLst>
                <a:ext uri="{FF2B5EF4-FFF2-40B4-BE49-F238E27FC236}">
                  <a16:creationId xmlns:a16="http://schemas.microsoft.com/office/drawing/2014/main" id="{A3D57A3A-3464-4BFB-54A8-A1B3FBED989F}"/>
                </a:ext>
              </a:extLst>
            </p:cNvPr>
            <p:cNvSpPr/>
            <p:nvPr/>
          </p:nvSpPr>
          <p:spPr>
            <a:xfrm>
              <a:off x="8153660" y="3605447"/>
              <a:ext cx="634305" cy="961862"/>
            </a:xfrm>
            <a:custGeom>
              <a:avLst/>
              <a:gdLst>
                <a:gd name="connsiteX0" fmla="*/ 0 w 328670"/>
                <a:gd name="connsiteY0" fmla="*/ 296715 h 498396"/>
                <a:gd name="connsiteX1" fmla="*/ 114477 w 328670"/>
                <a:gd name="connsiteY1" fmla="*/ 177747 h 498396"/>
                <a:gd name="connsiteX2" fmla="*/ 243840 w 328670"/>
                <a:gd name="connsiteY2" fmla="*/ 0 h 498396"/>
                <a:gd name="connsiteX3" fmla="*/ 328671 w 328670"/>
                <a:gd name="connsiteY3" fmla="*/ 73601 h 498396"/>
                <a:gd name="connsiteX4" fmla="*/ 179736 w 328670"/>
                <a:gd name="connsiteY4" fmla="*/ 304608 h 498396"/>
                <a:gd name="connsiteX5" fmla="*/ 45945 w 328670"/>
                <a:gd name="connsiteY5" fmla="*/ 498396 h 498396"/>
                <a:gd name="connsiteX6" fmla="*/ 64 w 328670"/>
                <a:gd name="connsiteY6" fmla="*/ 296715 h 49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670" h="498396">
                  <a:moveTo>
                    <a:pt x="0" y="296715"/>
                  </a:moveTo>
                  <a:lnTo>
                    <a:pt x="114477" y="177747"/>
                  </a:lnTo>
                  <a:lnTo>
                    <a:pt x="243840" y="0"/>
                  </a:lnTo>
                  <a:lnTo>
                    <a:pt x="328671" y="73601"/>
                  </a:lnTo>
                  <a:cubicBezTo>
                    <a:pt x="328671" y="73601"/>
                    <a:pt x="238578" y="223434"/>
                    <a:pt x="179736" y="304608"/>
                  </a:cubicBezTo>
                  <a:lnTo>
                    <a:pt x="45945" y="498396"/>
                  </a:lnTo>
                  <a:lnTo>
                    <a:pt x="64" y="296715"/>
                  </a:lnTo>
                  <a:close/>
                </a:path>
              </a:pathLst>
            </a:custGeom>
            <a:solidFill>
              <a:srgbClr val="F7C1A6"/>
            </a:solidFill>
            <a:ln w="8342" cap="flat">
              <a:solidFill>
                <a:srgbClr val="EC6523"/>
              </a:solidFill>
              <a:prstDash val="solid"/>
              <a:miter/>
            </a:ln>
          </p:spPr>
          <p:txBody>
            <a:bodyPr rtlCol="0" anchor="ctr"/>
            <a:lstStyle/>
            <a:p>
              <a:endParaRPr lang="en-BE"/>
            </a:p>
          </p:txBody>
        </p:sp>
        <p:sp>
          <p:nvSpPr>
            <p:cNvPr id="10" name="Freeform: Shape 9">
              <a:extLst>
                <a:ext uri="{FF2B5EF4-FFF2-40B4-BE49-F238E27FC236}">
                  <a16:creationId xmlns:a16="http://schemas.microsoft.com/office/drawing/2014/main" id="{BB1AFEE0-9275-8AE8-E559-70248A7593CB}"/>
                </a:ext>
              </a:extLst>
            </p:cNvPr>
            <p:cNvSpPr/>
            <p:nvPr/>
          </p:nvSpPr>
          <p:spPr>
            <a:xfrm>
              <a:off x="9881937" y="4578864"/>
              <a:ext cx="2310063" cy="2310063"/>
            </a:xfrm>
            <a:custGeom>
              <a:avLst/>
              <a:gdLst>
                <a:gd name="connsiteX0" fmla="*/ 0 w 2310063"/>
                <a:gd name="connsiteY0" fmla="*/ 0 h 2310063"/>
                <a:gd name="connsiteX1" fmla="*/ 2310063 w 2310063"/>
                <a:gd name="connsiteY1" fmla="*/ 0 h 2310063"/>
                <a:gd name="connsiteX2" fmla="*/ 2310063 w 2310063"/>
                <a:gd name="connsiteY2" fmla="*/ 2310063 h 2310063"/>
                <a:gd name="connsiteX3" fmla="*/ 0 w 2310063"/>
                <a:gd name="connsiteY3" fmla="*/ 2310063 h 2310063"/>
              </a:gdLst>
              <a:ahLst/>
              <a:cxnLst>
                <a:cxn ang="0">
                  <a:pos x="connsiteX0" y="connsiteY0"/>
                </a:cxn>
                <a:cxn ang="0">
                  <a:pos x="connsiteX1" y="connsiteY1"/>
                </a:cxn>
                <a:cxn ang="0">
                  <a:pos x="connsiteX2" y="connsiteY2"/>
                </a:cxn>
                <a:cxn ang="0">
                  <a:pos x="connsiteX3" y="connsiteY3"/>
                </a:cxn>
              </a:cxnLst>
              <a:rect l="l" t="t" r="r" b="b"/>
              <a:pathLst>
                <a:path w="2310063" h="2310063">
                  <a:moveTo>
                    <a:pt x="0" y="0"/>
                  </a:moveTo>
                  <a:lnTo>
                    <a:pt x="2310063" y="0"/>
                  </a:lnTo>
                  <a:lnTo>
                    <a:pt x="2310063" y="2310063"/>
                  </a:lnTo>
                  <a:lnTo>
                    <a:pt x="0" y="2310063"/>
                  </a:lnTo>
                  <a:close/>
                </a:path>
              </a:pathLst>
            </a:custGeom>
            <a:solidFill>
              <a:schemeClr val="accent5"/>
            </a:solidFill>
            <a:ln w="6417" cap="flat">
              <a:noFill/>
              <a:prstDash val="solid"/>
              <a:miter/>
            </a:ln>
          </p:spPr>
          <p:txBody>
            <a:bodyPr rtlCol="0" anchor="ctr"/>
            <a:lstStyle/>
            <a:p>
              <a:endParaRPr lang="en-BE"/>
            </a:p>
          </p:txBody>
        </p:sp>
        <p:sp>
          <p:nvSpPr>
            <p:cNvPr id="11" name="Freeform: Shape 10">
              <a:extLst>
                <a:ext uri="{FF2B5EF4-FFF2-40B4-BE49-F238E27FC236}">
                  <a16:creationId xmlns:a16="http://schemas.microsoft.com/office/drawing/2014/main" id="{77A54A79-6935-08BE-4665-B4B1951289BF}"/>
                </a:ext>
              </a:extLst>
            </p:cNvPr>
            <p:cNvSpPr/>
            <p:nvPr/>
          </p:nvSpPr>
          <p:spPr>
            <a:xfrm rot="502828">
              <a:off x="8668225" y="2547255"/>
              <a:ext cx="2310063" cy="2310063"/>
            </a:xfrm>
            <a:custGeom>
              <a:avLst/>
              <a:gdLst>
                <a:gd name="connsiteX0" fmla="*/ 0 w 2310063"/>
                <a:gd name="connsiteY0" fmla="*/ 0 h 2310063"/>
                <a:gd name="connsiteX1" fmla="*/ 2310063 w 2310063"/>
                <a:gd name="connsiteY1" fmla="*/ 0 h 2310063"/>
                <a:gd name="connsiteX2" fmla="*/ 2310063 w 2310063"/>
                <a:gd name="connsiteY2" fmla="*/ 2310063 h 2310063"/>
                <a:gd name="connsiteX3" fmla="*/ 0 w 2310063"/>
                <a:gd name="connsiteY3" fmla="*/ 2310063 h 2310063"/>
              </a:gdLst>
              <a:ahLst/>
              <a:cxnLst>
                <a:cxn ang="0">
                  <a:pos x="connsiteX0" y="connsiteY0"/>
                </a:cxn>
                <a:cxn ang="0">
                  <a:pos x="connsiteX1" y="connsiteY1"/>
                </a:cxn>
                <a:cxn ang="0">
                  <a:pos x="connsiteX2" y="connsiteY2"/>
                </a:cxn>
                <a:cxn ang="0">
                  <a:pos x="connsiteX3" y="connsiteY3"/>
                </a:cxn>
              </a:cxnLst>
              <a:rect l="l" t="t" r="r" b="b"/>
              <a:pathLst>
                <a:path w="2310063" h="2310063">
                  <a:moveTo>
                    <a:pt x="0" y="0"/>
                  </a:moveTo>
                  <a:lnTo>
                    <a:pt x="2310063" y="0"/>
                  </a:lnTo>
                  <a:lnTo>
                    <a:pt x="2310063" y="2310063"/>
                  </a:lnTo>
                  <a:lnTo>
                    <a:pt x="0" y="2310063"/>
                  </a:lnTo>
                  <a:close/>
                </a:path>
              </a:pathLst>
            </a:custGeom>
            <a:solidFill>
              <a:schemeClr val="tx2"/>
            </a:solidFill>
            <a:ln w="6417" cap="flat">
              <a:noFill/>
              <a:prstDash val="solid"/>
              <a:miter/>
            </a:ln>
          </p:spPr>
          <p:txBody>
            <a:bodyPr rtlCol="0" anchor="ctr"/>
            <a:lstStyle/>
            <a:p>
              <a:endParaRPr lang="en-BE"/>
            </a:p>
          </p:txBody>
        </p:sp>
        <p:sp>
          <p:nvSpPr>
            <p:cNvPr id="12" name="Freeform: Shape 11">
              <a:extLst>
                <a:ext uri="{FF2B5EF4-FFF2-40B4-BE49-F238E27FC236}">
                  <a16:creationId xmlns:a16="http://schemas.microsoft.com/office/drawing/2014/main" id="{60FA8F2B-A285-731A-FDF5-0AC83824170D}"/>
                </a:ext>
              </a:extLst>
            </p:cNvPr>
            <p:cNvSpPr/>
            <p:nvPr/>
          </p:nvSpPr>
          <p:spPr>
            <a:xfrm>
              <a:off x="8341649" y="6680384"/>
              <a:ext cx="377463" cy="208545"/>
            </a:xfrm>
            <a:custGeom>
              <a:avLst/>
              <a:gdLst>
                <a:gd name="connsiteX0" fmla="*/ 0 w 195585"/>
                <a:gd name="connsiteY0" fmla="*/ 64 h 108059"/>
                <a:gd name="connsiteX1" fmla="*/ 73794 w 195585"/>
                <a:gd name="connsiteY1" fmla="*/ 64 h 108059"/>
                <a:gd name="connsiteX2" fmla="*/ 81430 w 195585"/>
                <a:gd name="connsiteY2" fmla="*/ 25090 h 108059"/>
                <a:gd name="connsiteX3" fmla="*/ 114156 w 195585"/>
                <a:gd name="connsiteY3" fmla="*/ 50308 h 108059"/>
                <a:gd name="connsiteX4" fmla="*/ 136486 w 195585"/>
                <a:gd name="connsiteY4" fmla="*/ 54479 h 108059"/>
                <a:gd name="connsiteX5" fmla="*/ 183522 w 195585"/>
                <a:gd name="connsiteY5" fmla="*/ 84510 h 108059"/>
                <a:gd name="connsiteX6" fmla="*/ 195586 w 195585"/>
                <a:gd name="connsiteY6" fmla="*/ 108059 h 108059"/>
                <a:gd name="connsiteX7" fmla="*/ 17261 w 195585"/>
                <a:gd name="connsiteY7" fmla="*/ 108059 h 108059"/>
                <a:gd name="connsiteX8" fmla="*/ 0 w 195585"/>
                <a:gd name="connsiteY8" fmla="*/ 0 h 108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585" h="108059">
                  <a:moveTo>
                    <a:pt x="0" y="64"/>
                  </a:moveTo>
                  <a:lnTo>
                    <a:pt x="73794" y="64"/>
                  </a:lnTo>
                  <a:cubicBezTo>
                    <a:pt x="74371" y="8855"/>
                    <a:pt x="76938" y="17518"/>
                    <a:pt x="81430" y="25090"/>
                  </a:cubicBezTo>
                  <a:cubicBezTo>
                    <a:pt x="88617" y="37218"/>
                    <a:pt x="100552" y="46522"/>
                    <a:pt x="114156" y="50308"/>
                  </a:cubicBezTo>
                  <a:cubicBezTo>
                    <a:pt x="121471" y="52361"/>
                    <a:pt x="129043" y="52875"/>
                    <a:pt x="136486" y="54479"/>
                  </a:cubicBezTo>
                  <a:cubicBezTo>
                    <a:pt x="155095" y="58457"/>
                    <a:pt x="172100" y="69366"/>
                    <a:pt x="183522" y="84510"/>
                  </a:cubicBezTo>
                  <a:cubicBezTo>
                    <a:pt x="188848" y="91568"/>
                    <a:pt x="192890" y="99589"/>
                    <a:pt x="195586" y="108059"/>
                  </a:cubicBezTo>
                  <a:lnTo>
                    <a:pt x="17261" y="108059"/>
                  </a:lnTo>
                  <a:lnTo>
                    <a:pt x="0" y="0"/>
                  </a:lnTo>
                  <a:close/>
                </a:path>
              </a:pathLst>
            </a:custGeom>
            <a:solidFill>
              <a:srgbClr val="FFFFFF"/>
            </a:solidFill>
            <a:ln w="8342" cap="flat">
              <a:solidFill>
                <a:srgbClr val="EC6523"/>
              </a:solidFill>
              <a:prstDash val="solid"/>
              <a:miter/>
            </a:ln>
          </p:spPr>
          <p:txBody>
            <a:bodyPr rtlCol="0" anchor="ctr"/>
            <a:lstStyle/>
            <a:p>
              <a:endParaRPr lang="en-BE"/>
            </a:p>
          </p:txBody>
        </p:sp>
        <p:sp>
          <p:nvSpPr>
            <p:cNvPr id="13" name="Freeform: Shape 12">
              <a:extLst>
                <a:ext uri="{FF2B5EF4-FFF2-40B4-BE49-F238E27FC236}">
                  <a16:creationId xmlns:a16="http://schemas.microsoft.com/office/drawing/2014/main" id="{6AFB6B8F-20A5-249B-E5CC-0267B0C2E51D}"/>
                </a:ext>
              </a:extLst>
            </p:cNvPr>
            <p:cNvSpPr/>
            <p:nvPr/>
          </p:nvSpPr>
          <p:spPr>
            <a:xfrm>
              <a:off x="6878980" y="6080132"/>
              <a:ext cx="226873" cy="413251"/>
            </a:xfrm>
            <a:custGeom>
              <a:avLst/>
              <a:gdLst>
                <a:gd name="connsiteX0" fmla="*/ 101899 w 117556"/>
                <a:gd name="connsiteY0" fmla="*/ 0 h 214129"/>
                <a:gd name="connsiteX1" fmla="*/ 117557 w 117556"/>
                <a:gd name="connsiteY1" fmla="*/ 72125 h 214129"/>
                <a:gd name="connsiteX2" fmla="*/ 94713 w 117556"/>
                <a:gd name="connsiteY2" fmla="*/ 84895 h 214129"/>
                <a:gd name="connsiteX3" fmla="*/ 77002 w 117556"/>
                <a:gd name="connsiteY3" fmla="*/ 122241 h 214129"/>
                <a:gd name="connsiteX4" fmla="*/ 77644 w 117556"/>
                <a:gd name="connsiteY4" fmla="*/ 144957 h 214129"/>
                <a:gd name="connsiteX5" fmla="*/ 58265 w 117556"/>
                <a:gd name="connsiteY5" fmla="*/ 197318 h 214129"/>
                <a:gd name="connsiteX6" fmla="*/ 37795 w 117556"/>
                <a:gd name="connsiteY6" fmla="*/ 214130 h 214129"/>
                <a:gd name="connsiteX7" fmla="*/ 0 w 117556"/>
                <a:gd name="connsiteY7" fmla="*/ 39913 h 214129"/>
                <a:gd name="connsiteX8" fmla="*/ 101964 w 117556"/>
                <a:gd name="connsiteY8" fmla="*/ 128 h 21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6" h="214129">
                  <a:moveTo>
                    <a:pt x="101899" y="0"/>
                  </a:moveTo>
                  <a:lnTo>
                    <a:pt x="117557" y="72125"/>
                  </a:lnTo>
                  <a:cubicBezTo>
                    <a:pt x="109086" y="74564"/>
                    <a:pt x="101194" y="78927"/>
                    <a:pt x="94713" y="84895"/>
                  </a:cubicBezTo>
                  <a:cubicBezTo>
                    <a:pt x="84382" y="94456"/>
                    <a:pt x="77836" y="108124"/>
                    <a:pt x="77002" y="122241"/>
                  </a:cubicBezTo>
                  <a:cubicBezTo>
                    <a:pt x="76553" y="129813"/>
                    <a:pt x="77644" y="137385"/>
                    <a:pt x="77644" y="144957"/>
                  </a:cubicBezTo>
                  <a:cubicBezTo>
                    <a:pt x="77644" y="163950"/>
                    <a:pt x="70649" y="182880"/>
                    <a:pt x="58265" y="197318"/>
                  </a:cubicBezTo>
                  <a:cubicBezTo>
                    <a:pt x="52490" y="204056"/>
                    <a:pt x="45496" y="209702"/>
                    <a:pt x="37795" y="214130"/>
                  </a:cubicBezTo>
                  <a:lnTo>
                    <a:pt x="0" y="39913"/>
                  </a:lnTo>
                  <a:lnTo>
                    <a:pt x="101964" y="128"/>
                  </a:lnTo>
                  <a:close/>
                </a:path>
              </a:pathLst>
            </a:custGeom>
            <a:solidFill>
              <a:srgbClr val="FFFFFF"/>
            </a:solidFill>
            <a:ln w="8342" cap="flat">
              <a:solidFill>
                <a:srgbClr val="EC6523"/>
              </a:solidFill>
              <a:prstDash val="solid"/>
              <a:miter/>
            </a:ln>
          </p:spPr>
          <p:txBody>
            <a:bodyPr rtlCol="0" anchor="ctr"/>
            <a:lstStyle/>
            <a:p>
              <a:endParaRPr lang="en-BE"/>
            </a:p>
          </p:txBody>
        </p:sp>
        <p:sp>
          <p:nvSpPr>
            <p:cNvPr id="14" name="Freeform: Shape 13">
              <a:extLst>
                <a:ext uri="{FF2B5EF4-FFF2-40B4-BE49-F238E27FC236}">
                  <a16:creationId xmlns:a16="http://schemas.microsoft.com/office/drawing/2014/main" id="{EC09D53D-6CFB-6030-6F85-B55A48EF84F5}"/>
                </a:ext>
              </a:extLst>
            </p:cNvPr>
            <p:cNvSpPr/>
            <p:nvPr/>
          </p:nvSpPr>
          <p:spPr>
            <a:xfrm>
              <a:off x="8056694" y="5040871"/>
              <a:ext cx="472200" cy="1670967"/>
            </a:xfrm>
            <a:custGeom>
              <a:avLst/>
              <a:gdLst>
                <a:gd name="connsiteX0" fmla="*/ 0 w 244674"/>
                <a:gd name="connsiteY0" fmla="*/ 0 h 865824"/>
                <a:gd name="connsiteX1" fmla="*/ 157405 w 244674"/>
                <a:gd name="connsiteY1" fmla="*/ 0 h 865824"/>
                <a:gd name="connsiteX2" fmla="*/ 244674 w 244674"/>
                <a:gd name="connsiteY2" fmla="*/ 865824 h 865824"/>
                <a:gd name="connsiteX3" fmla="*/ 83034 w 244674"/>
                <a:gd name="connsiteY3" fmla="*/ 865824 h 865824"/>
                <a:gd name="connsiteX4" fmla="*/ 0 w 244674"/>
                <a:gd name="connsiteY4" fmla="*/ 0 h 86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674" h="865824">
                  <a:moveTo>
                    <a:pt x="0" y="0"/>
                  </a:moveTo>
                  <a:lnTo>
                    <a:pt x="157405" y="0"/>
                  </a:lnTo>
                  <a:lnTo>
                    <a:pt x="244674" y="865824"/>
                  </a:lnTo>
                  <a:lnTo>
                    <a:pt x="83034" y="865824"/>
                  </a:lnTo>
                  <a:lnTo>
                    <a:pt x="0" y="0"/>
                  </a:lnTo>
                  <a:close/>
                </a:path>
              </a:pathLst>
            </a:custGeom>
            <a:solidFill>
              <a:srgbClr val="EF7739"/>
            </a:solidFill>
            <a:ln w="8342" cap="flat">
              <a:solidFill>
                <a:srgbClr val="EC6523"/>
              </a:solidFill>
              <a:prstDash val="solid"/>
              <a:miter/>
            </a:ln>
          </p:spPr>
          <p:txBody>
            <a:bodyPr rtlCol="0" anchor="ctr"/>
            <a:lstStyle/>
            <a:p>
              <a:endParaRPr lang="en-BE"/>
            </a:p>
          </p:txBody>
        </p:sp>
        <p:sp>
          <p:nvSpPr>
            <p:cNvPr id="15" name="Freeform: Shape 14">
              <a:extLst>
                <a:ext uri="{FF2B5EF4-FFF2-40B4-BE49-F238E27FC236}">
                  <a16:creationId xmlns:a16="http://schemas.microsoft.com/office/drawing/2014/main" id="{6521DE5D-43BA-1B2B-A034-FB2A6199C2A8}"/>
                </a:ext>
              </a:extLst>
            </p:cNvPr>
            <p:cNvSpPr/>
            <p:nvPr/>
          </p:nvSpPr>
          <p:spPr>
            <a:xfrm>
              <a:off x="6985853" y="5040748"/>
              <a:ext cx="1218952" cy="1285082"/>
            </a:xfrm>
            <a:custGeom>
              <a:avLst/>
              <a:gdLst>
                <a:gd name="connsiteX0" fmla="*/ 602542 w 631609"/>
                <a:gd name="connsiteY0" fmla="*/ 157726 h 665875"/>
                <a:gd name="connsiteX1" fmla="*/ 520021 w 631609"/>
                <a:gd name="connsiteY1" fmla="*/ 496728 h 665875"/>
                <a:gd name="connsiteX2" fmla="*/ 472279 w 631609"/>
                <a:gd name="connsiteY2" fmla="*/ 533561 h 665875"/>
                <a:gd name="connsiteX3" fmla="*/ 64361 w 631609"/>
                <a:gd name="connsiteY3" fmla="*/ 665876 h 665875"/>
                <a:gd name="connsiteX4" fmla="*/ 0 w 631609"/>
                <a:gd name="connsiteY4" fmla="*/ 517518 h 665875"/>
                <a:gd name="connsiteX5" fmla="*/ 393737 w 631609"/>
                <a:gd name="connsiteY5" fmla="*/ 391877 h 665875"/>
                <a:gd name="connsiteX6" fmla="*/ 431725 w 631609"/>
                <a:gd name="connsiteY6" fmla="*/ 0 h 665875"/>
                <a:gd name="connsiteX7" fmla="*/ 631610 w 631609"/>
                <a:gd name="connsiteY7" fmla="*/ 0 h 665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1609" h="665875">
                  <a:moveTo>
                    <a:pt x="602542" y="157726"/>
                  </a:moveTo>
                  <a:lnTo>
                    <a:pt x="520021" y="496728"/>
                  </a:lnTo>
                  <a:cubicBezTo>
                    <a:pt x="508856" y="514182"/>
                    <a:pt x="491979" y="527208"/>
                    <a:pt x="472279" y="533561"/>
                  </a:cubicBezTo>
                  <a:lnTo>
                    <a:pt x="64361" y="665876"/>
                  </a:lnTo>
                  <a:lnTo>
                    <a:pt x="0" y="517518"/>
                  </a:lnTo>
                  <a:lnTo>
                    <a:pt x="393737" y="391877"/>
                  </a:lnTo>
                  <a:lnTo>
                    <a:pt x="431725" y="0"/>
                  </a:lnTo>
                  <a:lnTo>
                    <a:pt x="631610" y="0"/>
                  </a:lnTo>
                </a:path>
              </a:pathLst>
            </a:custGeom>
            <a:solidFill>
              <a:srgbClr val="EF7739"/>
            </a:solidFill>
            <a:ln w="8342" cap="flat">
              <a:solidFill>
                <a:srgbClr val="EC6523"/>
              </a:solidFill>
              <a:prstDash val="solid"/>
              <a:miter/>
            </a:ln>
          </p:spPr>
          <p:txBody>
            <a:bodyPr rtlCol="0" anchor="ctr"/>
            <a:lstStyle/>
            <a:p>
              <a:endParaRPr lang="en-BE"/>
            </a:p>
          </p:txBody>
        </p:sp>
        <p:sp>
          <p:nvSpPr>
            <p:cNvPr id="16" name="Freeform: Shape 15">
              <a:extLst>
                <a:ext uri="{FF2B5EF4-FFF2-40B4-BE49-F238E27FC236}">
                  <a16:creationId xmlns:a16="http://schemas.microsoft.com/office/drawing/2014/main" id="{DF5E4870-8F86-CE15-8970-6AFCA20B9340}"/>
                </a:ext>
              </a:extLst>
            </p:cNvPr>
            <p:cNvSpPr/>
            <p:nvPr/>
          </p:nvSpPr>
          <p:spPr>
            <a:xfrm>
              <a:off x="7851121" y="4068977"/>
              <a:ext cx="163838" cy="204199"/>
            </a:xfrm>
            <a:custGeom>
              <a:avLst/>
              <a:gdLst>
                <a:gd name="connsiteX0" fmla="*/ 2053 w 84894"/>
                <a:gd name="connsiteY0" fmla="*/ 0 h 105807"/>
                <a:gd name="connsiteX1" fmla="*/ 4620 w 84894"/>
                <a:gd name="connsiteY1" fmla="*/ 13796 h 105807"/>
                <a:gd name="connsiteX2" fmla="*/ 4620 w 84894"/>
                <a:gd name="connsiteY2" fmla="*/ 20662 h 105807"/>
                <a:gd name="connsiteX3" fmla="*/ 0 w 84894"/>
                <a:gd name="connsiteY3" fmla="*/ 53260 h 105807"/>
                <a:gd name="connsiteX4" fmla="*/ 21240 w 84894"/>
                <a:gd name="connsiteY4" fmla="*/ 90798 h 105807"/>
                <a:gd name="connsiteX5" fmla="*/ 77131 w 84894"/>
                <a:gd name="connsiteY5" fmla="*/ 82841 h 105807"/>
                <a:gd name="connsiteX6" fmla="*/ 84895 w 84894"/>
                <a:gd name="connsiteY6" fmla="*/ 41645 h 105807"/>
                <a:gd name="connsiteX7" fmla="*/ 68660 w 84894"/>
                <a:gd name="connsiteY7" fmla="*/ 14502 h 105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894" h="105807">
                  <a:moveTo>
                    <a:pt x="2053" y="0"/>
                  </a:moveTo>
                  <a:cubicBezTo>
                    <a:pt x="3273" y="2053"/>
                    <a:pt x="4428" y="11229"/>
                    <a:pt x="4620" y="13796"/>
                  </a:cubicBezTo>
                  <a:cubicBezTo>
                    <a:pt x="4813" y="16106"/>
                    <a:pt x="4748" y="18416"/>
                    <a:pt x="4620" y="20662"/>
                  </a:cubicBezTo>
                  <a:cubicBezTo>
                    <a:pt x="3850" y="31635"/>
                    <a:pt x="1540" y="42415"/>
                    <a:pt x="0" y="53260"/>
                  </a:cubicBezTo>
                  <a:lnTo>
                    <a:pt x="21240" y="90798"/>
                  </a:lnTo>
                  <a:cubicBezTo>
                    <a:pt x="35100" y="114220"/>
                    <a:pt x="70393" y="109215"/>
                    <a:pt x="77131" y="82841"/>
                  </a:cubicBezTo>
                  <a:lnTo>
                    <a:pt x="84895" y="41645"/>
                  </a:lnTo>
                  <a:cubicBezTo>
                    <a:pt x="80339" y="39335"/>
                    <a:pt x="69045" y="20406"/>
                    <a:pt x="68660" y="14502"/>
                  </a:cubicBezTo>
                </a:path>
              </a:pathLst>
            </a:custGeom>
            <a:solidFill>
              <a:srgbClr val="FFFFFF"/>
            </a:solidFill>
            <a:ln w="8342" cap="flat">
              <a:solidFill>
                <a:srgbClr val="EC6523"/>
              </a:solidFill>
              <a:prstDash val="solid"/>
              <a:miter/>
            </a:ln>
          </p:spPr>
          <p:txBody>
            <a:bodyPr rtlCol="0" anchor="ctr"/>
            <a:lstStyle/>
            <a:p>
              <a:endParaRPr lang="en-BE"/>
            </a:p>
          </p:txBody>
        </p:sp>
        <p:sp>
          <p:nvSpPr>
            <p:cNvPr id="17" name="Freeform: Shape 16">
              <a:extLst>
                <a:ext uri="{FF2B5EF4-FFF2-40B4-BE49-F238E27FC236}">
                  <a16:creationId xmlns:a16="http://schemas.microsoft.com/office/drawing/2014/main" id="{96849954-CDFA-993D-6013-4C4E2B4B11D1}"/>
                </a:ext>
              </a:extLst>
            </p:cNvPr>
            <p:cNvSpPr/>
            <p:nvPr/>
          </p:nvSpPr>
          <p:spPr>
            <a:xfrm>
              <a:off x="7720618" y="3763717"/>
              <a:ext cx="309149" cy="343108"/>
            </a:xfrm>
            <a:custGeom>
              <a:avLst/>
              <a:gdLst>
                <a:gd name="connsiteX0" fmla="*/ 20906 w 160188"/>
                <a:gd name="connsiteY0" fmla="*/ 131800 h 177784"/>
                <a:gd name="connsiteX1" fmla="*/ 47408 w 160188"/>
                <a:gd name="connsiteY1" fmla="*/ 158558 h 177784"/>
                <a:gd name="connsiteX2" fmla="*/ 136153 w 160188"/>
                <a:gd name="connsiteY2" fmla="*/ 172675 h 177784"/>
                <a:gd name="connsiteX3" fmla="*/ 142505 w 160188"/>
                <a:gd name="connsiteY3" fmla="*/ 50498 h 177784"/>
                <a:gd name="connsiteX4" fmla="*/ 27195 w 160188"/>
                <a:gd name="connsiteY4" fmla="*/ 9559 h 177784"/>
                <a:gd name="connsiteX5" fmla="*/ 20842 w 160188"/>
                <a:gd name="connsiteY5" fmla="*/ 131736 h 177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188" h="177784">
                  <a:moveTo>
                    <a:pt x="20906" y="131800"/>
                  </a:moveTo>
                  <a:cubicBezTo>
                    <a:pt x="28286" y="142901"/>
                    <a:pt x="37462" y="151756"/>
                    <a:pt x="47408" y="158558"/>
                  </a:cubicBezTo>
                  <a:cubicBezTo>
                    <a:pt x="77952" y="179541"/>
                    <a:pt x="116325" y="181851"/>
                    <a:pt x="136153" y="172675"/>
                  </a:cubicBezTo>
                  <a:cubicBezTo>
                    <a:pt x="160087" y="161638"/>
                    <a:pt x="172600" y="95545"/>
                    <a:pt x="142505" y="50498"/>
                  </a:cubicBezTo>
                  <a:cubicBezTo>
                    <a:pt x="112410" y="5452"/>
                    <a:pt x="60819" y="-12836"/>
                    <a:pt x="27195" y="9559"/>
                  </a:cubicBezTo>
                  <a:cubicBezTo>
                    <a:pt x="-6429" y="32018"/>
                    <a:pt x="-9253" y="86689"/>
                    <a:pt x="20842" y="131736"/>
                  </a:cubicBezTo>
                  <a:close/>
                </a:path>
              </a:pathLst>
            </a:custGeom>
            <a:solidFill>
              <a:srgbClr val="FFFFFF"/>
            </a:solidFill>
            <a:ln w="8342" cap="flat">
              <a:solidFill>
                <a:srgbClr val="EC6523"/>
              </a:solidFill>
              <a:prstDash val="solid"/>
              <a:miter/>
            </a:ln>
          </p:spPr>
          <p:txBody>
            <a:bodyPr rtlCol="0" anchor="ctr"/>
            <a:lstStyle/>
            <a:p>
              <a:endParaRPr lang="en-BE"/>
            </a:p>
          </p:txBody>
        </p:sp>
        <p:sp>
          <p:nvSpPr>
            <p:cNvPr id="18" name="Freeform: Shape 17">
              <a:extLst>
                <a:ext uri="{FF2B5EF4-FFF2-40B4-BE49-F238E27FC236}">
                  <a16:creationId xmlns:a16="http://schemas.microsoft.com/office/drawing/2014/main" id="{E63AC6EA-40A3-539D-16C9-112BA60F8344}"/>
                </a:ext>
              </a:extLst>
            </p:cNvPr>
            <p:cNvSpPr/>
            <p:nvPr/>
          </p:nvSpPr>
          <p:spPr>
            <a:xfrm>
              <a:off x="8651744" y="3474932"/>
              <a:ext cx="55282" cy="80111"/>
            </a:xfrm>
            <a:custGeom>
              <a:avLst/>
              <a:gdLst>
                <a:gd name="connsiteX0" fmla="*/ 26887 w 28645"/>
                <a:gd name="connsiteY0" fmla="*/ 41510 h 41510"/>
                <a:gd name="connsiteX1" fmla="*/ 28427 w 28645"/>
                <a:gd name="connsiteY1" fmla="*/ 27778 h 41510"/>
                <a:gd name="connsiteX2" fmla="*/ 24448 w 28645"/>
                <a:gd name="connsiteY2" fmla="*/ 122 h 41510"/>
                <a:gd name="connsiteX3" fmla="*/ 0 w 28645"/>
                <a:gd name="connsiteY3" fmla="*/ 38815 h 41510"/>
              </a:gdLst>
              <a:ahLst/>
              <a:cxnLst>
                <a:cxn ang="0">
                  <a:pos x="connsiteX0" y="connsiteY0"/>
                </a:cxn>
                <a:cxn ang="0">
                  <a:pos x="connsiteX1" y="connsiteY1"/>
                </a:cxn>
                <a:cxn ang="0">
                  <a:pos x="connsiteX2" y="connsiteY2"/>
                </a:cxn>
                <a:cxn ang="0">
                  <a:pos x="connsiteX3" y="connsiteY3"/>
                </a:cxn>
              </a:cxnLst>
              <a:rect l="l" t="t" r="r" b="b"/>
              <a:pathLst>
                <a:path w="28645" h="41510">
                  <a:moveTo>
                    <a:pt x="26887" y="41510"/>
                  </a:moveTo>
                  <a:cubicBezTo>
                    <a:pt x="26887" y="40740"/>
                    <a:pt x="28427" y="28676"/>
                    <a:pt x="28427" y="27778"/>
                  </a:cubicBezTo>
                  <a:cubicBezTo>
                    <a:pt x="29004" y="19115"/>
                    <a:pt x="28683" y="1341"/>
                    <a:pt x="24448" y="122"/>
                  </a:cubicBezTo>
                  <a:cubicBezTo>
                    <a:pt x="17967" y="-1675"/>
                    <a:pt x="6353" y="16677"/>
                    <a:pt x="0" y="38815"/>
                  </a:cubicBezTo>
                </a:path>
              </a:pathLst>
            </a:custGeom>
            <a:solidFill>
              <a:srgbClr val="FFFFFF"/>
            </a:solidFill>
            <a:ln w="8342" cap="flat">
              <a:solidFill>
                <a:srgbClr val="EC6523"/>
              </a:solidFill>
              <a:prstDash val="solid"/>
              <a:miter/>
            </a:ln>
          </p:spPr>
          <p:txBody>
            <a:bodyPr rtlCol="0" anchor="ctr"/>
            <a:lstStyle/>
            <a:p>
              <a:endParaRPr lang="en-BE"/>
            </a:p>
          </p:txBody>
        </p:sp>
        <p:sp>
          <p:nvSpPr>
            <p:cNvPr id="19" name="Freeform: Shape 18">
              <a:extLst>
                <a:ext uri="{FF2B5EF4-FFF2-40B4-BE49-F238E27FC236}">
                  <a16:creationId xmlns:a16="http://schemas.microsoft.com/office/drawing/2014/main" id="{12CE9B37-396F-A173-030A-992612F23B75}"/>
                </a:ext>
              </a:extLst>
            </p:cNvPr>
            <p:cNvSpPr/>
            <p:nvPr/>
          </p:nvSpPr>
          <p:spPr>
            <a:xfrm>
              <a:off x="7639479" y="4140556"/>
              <a:ext cx="720870" cy="941305"/>
            </a:xfrm>
            <a:custGeom>
              <a:avLst/>
              <a:gdLst>
                <a:gd name="connsiteX0" fmla="*/ 20470 w 373524"/>
                <a:gd name="connsiteY0" fmla="*/ 56276 h 487744"/>
                <a:gd name="connsiteX1" fmla="*/ 109664 w 373524"/>
                <a:gd name="connsiteY1" fmla="*/ 16235 h 487744"/>
                <a:gd name="connsiteX2" fmla="*/ 130904 w 373524"/>
                <a:gd name="connsiteY2" fmla="*/ 51656 h 487744"/>
                <a:gd name="connsiteX3" fmla="*/ 187115 w 373524"/>
                <a:gd name="connsiteY3" fmla="*/ 39849 h 487744"/>
                <a:gd name="connsiteX4" fmla="*/ 192120 w 373524"/>
                <a:gd name="connsiteY4" fmla="*/ 0 h 487744"/>
                <a:gd name="connsiteX5" fmla="*/ 277657 w 373524"/>
                <a:gd name="connsiteY5" fmla="*/ 9561 h 487744"/>
                <a:gd name="connsiteX6" fmla="*/ 285101 w 373524"/>
                <a:gd name="connsiteY6" fmla="*/ 16363 h 487744"/>
                <a:gd name="connsiteX7" fmla="*/ 320072 w 373524"/>
                <a:gd name="connsiteY7" fmla="*/ 113578 h 487744"/>
                <a:gd name="connsiteX8" fmla="*/ 369225 w 373524"/>
                <a:gd name="connsiteY8" fmla="*/ 364092 h 487744"/>
                <a:gd name="connsiteX9" fmla="*/ 373525 w 373524"/>
                <a:gd name="connsiteY9" fmla="*/ 466569 h 487744"/>
                <a:gd name="connsiteX10" fmla="*/ 91761 w 373524"/>
                <a:gd name="connsiteY10" fmla="*/ 487744 h 487744"/>
                <a:gd name="connsiteX11" fmla="*/ 0 w 373524"/>
                <a:gd name="connsiteY11" fmla="*/ 116145 h 487744"/>
                <a:gd name="connsiteX12" fmla="*/ 13283 w 373524"/>
                <a:gd name="connsiteY12" fmla="*/ 64810 h 487744"/>
                <a:gd name="connsiteX13" fmla="*/ 20470 w 373524"/>
                <a:gd name="connsiteY13" fmla="*/ 56340 h 48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3524" h="487744">
                  <a:moveTo>
                    <a:pt x="20470" y="56276"/>
                  </a:moveTo>
                  <a:lnTo>
                    <a:pt x="109664" y="16235"/>
                  </a:lnTo>
                  <a:lnTo>
                    <a:pt x="130904" y="51656"/>
                  </a:lnTo>
                  <a:cubicBezTo>
                    <a:pt x="145727" y="76425"/>
                    <a:pt x="183522" y="68468"/>
                    <a:pt x="187115" y="39849"/>
                  </a:cubicBezTo>
                  <a:lnTo>
                    <a:pt x="192120" y="0"/>
                  </a:lnTo>
                  <a:lnTo>
                    <a:pt x="277657" y="9561"/>
                  </a:lnTo>
                  <a:cubicBezTo>
                    <a:pt x="281379" y="9946"/>
                    <a:pt x="284330" y="12770"/>
                    <a:pt x="285101" y="16363"/>
                  </a:cubicBezTo>
                  <a:lnTo>
                    <a:pt x="320072" y="113578"/>
                  </a:lnTo>
                  <a:cubicBezTo>
                    <a:pt x="349076" y="194109"/>
                    <a:pt x="365632" y="278555"/>
                    <a:pt x="369225" y="364092"/>
                  </a:cubicBezTo>
                  <a:lnTo>
                    <a:pt x="373525" y="466569"/>
                  </a:lnTo>
                  <a:lnTo>
                    <a:pt x="91761" y="487744"/>
                  </a:lnTo>
                  <a:lnTo>
                    <a:pt x="0" y="116145"/>
                  </a:lnTo>
                  <a:lnTo>
                    <a:pt x="13283" y="64810"/>
                  </a:lnTo>
                  <a:cubicBezTo>
                    <a:pt x="14246" y="61024"/>
                    <a:pt x="16876" y="57944"/>
                    <a:pt x="20470" y="56340"/>
                  </a:cubicBezTo>
                  <a:close/>
                </a:path>
              </a:pathLst>
            </a:custGeom>
            <a:solidFill>
              <a:srgbClr val="F7C1A6"/>
            </a:solidFill>
            <a:ln w="8342" cap="flat">
              <a:solidFill>
                <a:srgbClr val="EC6523"/>
              </a:solidFill>
              <a:prstDash val="solid"/>
              <a:miter/>
            </a:ln>
          </p:spPr>
          <p:txBody>
            <a:bodyPr rtlCol="0" anchor="ctr"/>
            <a:lstStyle/>
            <a:p>
              <a:endParaRPr lang="en-BE"/>
            </a:p>
          </p:txBody>
        </p:sp>
        <p:sp>
          <p:nvSpPr>
            <p:cNvPr id="20" name="Freeform: Shape 19">
              <a:extLst>
                <a:ext uri="{FF2B5EF4-FFF2-40B4-BE49-F238E27FC236}">
                  <a16:creationId xmlns:a16="http://schemas.microsoft.com/office/drawing/2014/main" id="{CFDE68B2-CA26-1DD9-55C5-74BD2601B53A}"/>
                </a:ext>
              </a:extLst>
            </p:cNvPr>
            <p:cNvSpPr/>
            <p:nvPr/>
          </p:nvSpPr>
          <p:spPr>
            <a:xfrm>
              <a:off x="7680246" y="3686214"/>
              <a:ext cx="329450" cy="380658"/>
            </a:xfrm>
            <a:custGeom>
              <a:avLst/>
              <a:gdLst>
                <a:gd name="connsiteX0" fmla="*/ 167852 w 170707"/>
                <a:gd name="connsiteY0" fmla="*/ 36243 h 197241"/>
                <a:gd name="connsiteX1" fmla="*/ 138976 w 170707"/>
                <a:gd name="connsiteY1" fmla="*/ 24821 h 197241"/>
                <a:gd name="connsiteX2" fmla="*/ 136217 w 170707"/>
                <a:gd name="connsiteY2" fmla="*/ 12693 h 197241"/>
                <a:gd name="connsiteX3" fmla="*/ 103491 w 170707"/>
                <a:gd name="connsiteY3" fmla="*/ 2875 h 197241"/>
                <a:gd name="connsiteX4" fmla="*/ 91941 w 170707"/>
                <a:gd name="connsiteY4" fmla="*/ 16928 h 197241"/>
                <a:gd name="connsiteX5" fmla="*/ 64220 w 170707"/>
                <a:gd name="connsiteY5" fmla="*/ 13399 h 197241"/>
                <a:gd name="connsiteX6" fmla="*/ 51707 w 170707"/>
                <a:gd name="connsiteY6" fmla="*/ 37462 h 197241"/>
                <a:gd name="connsiteX7" fmla="*/ 28414 w 170707"/>
                <a:gd name="connsiteY7" fmla="*/ 37205 h 197241"/>
                <a:gd name="connsiteX8" fmla="*/ 17313 w 170707"/>
                <a:gd name="connsiteY8" fmla="*/ 66723 h 197241"/>
                <a:gd name="connsiteX9" fmla="*/ 12693 w 170707"/>
                <a:gd name="connsiteY9" fmla="*/ 68647 h 197241"/>
                <a:gd name="connsiteX10" fmla="*/ 2875 w 170707"/>
                <a:gd name="connsiteY10" fmla="*/ 101373 h 197241"/>
                <a:gd name="connsiteX11" fmla="*/ 8778 w 170707"/>
                <a:gd name="connsiteY11" fmla="*/ 108560 h 197241"/>
                <a:gd name="connsiteX12" fmla="*/ 5121 w 170707"/>
                <a:gd name="connsiteY12" fmla="*/ 136409 h 197241"/>
                <a:gd name="connsiteX13" fmla="*/ 21099 w 170707"/>
                <a:gd name="connsiteY13" fmla="*/ 148409 h 197241"/>
                <a:gd name="connsiteX14" fmla="*/ 17954 w 170707"/>
                <a:gd name="connsiteY14" fmla="*/ 170483 h 197241"/>
                <a:gd name="connsiteX15" fmla="*/ 43558 w 170707"/>
                <a:gd name="connsiteY15" fmla="*/ 178119 h 197241"/>
                <a:gd name="connsiteX16" fmla="*/ 45483 w 170707"/>
                <a:gd name="connsiteY16" fmla="*/ 176835 h 197241"/>
                <a:gd name="connsiteX17" fmla="*/ 66402 w 170707"/>
                <a:gd name="connsiteY17" fmla="*/ 197241 h 197241"/>
                <a:gd name="connsiteX18" fmla="*/ 75834 w 170707"/>
                <a:gd name="connsiteY18" fmla="*/ 170611 h 197241"/>
                <a:gd name="connsiteX19" fmla="*/ 60305 w 170707"/>
                <a:gd name="connsiteY19" fmla="*/ 159895 h 197241"/>
                <a:gd name="connsiteX20" fmla="*/ 53889 w 170707"/>
                <a:gd name="connsiteY20" fmla="*/ 146741 h 197241"/>
                <a:gd name="connsiteX21" fmla="*/ 62937 w 170707"/>
                <a:gd name="connsiteY21" fmla="*/ 136859 h 197241"/>
                <a:gd name="connsiteX22" fmla="*/ 80454 w 170707"/>
                <a:gd name="connsiteY22" fmla="*/ 146163 h 197241"/>
                <a:gd name="connsiteX23" fmla="*/ 71856 w 170707"/>
                <a:gd name="connsiteY23" fmla="*/ 112731 h 197241"/>
                <a:gd name="connsiteX24" fmla="*/ 103491 w 170707"/>
                <a:gd name="connsiteY24" fmla="*/ 101117 h 197241"/>
                <a:gd name="connsiteX25" fmla="*/ 139489 w 170707"/>
                <a:gd name="connsiteY25" fmla="*/ 81096 h 197241"/>
                <a:gd name="connsiteX26" fmla="*/ 158098 w 170707"/>
                <a:gd name="connsiteY26" fmla="*/ 68776 h 197241"/>
                <a:gd name="connsiteX27" fmla="*/ 167788 w 170707"/>
                <a:gd name="connsiteY27" fmla="*/ 36114 h 19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0707" h="197241">
                  <a:moveTo>
                    <a:pt x="167852" y="36243"/>
                  </a:moveTo>
                  <a:cubicBezTo>
                    <a:pt x="162205" y="25783"/>
                    <a:pt x="149949" y="21227"/>
                    <a:pt x="138976" y="24821"/>
                  </a:cubicBezTo>
                  <a:cubicBezTo>
                    <a:pt x="139104" y="20714"/>
                    <a:pt x="138270" y="16543"/>
                    <a:pt x="136217" y="12693"/>
                  </a:cubicBezTo>
                  <a:cubicBezTo>
                    <a:pt x="129864" y="950"/>
                    <a:pt x="115234" y="-3414"/>
                    <a:pt x="103491" y="2875"/>
                  </a:cubicBezTo>
                  <a:cubicBezTo>
                    <a:pt x="97716" y="6019"/>
                    <a:pt x="93737" y="11153"/>
                    <a:pt x="91941" y="16928"/>
                  </a:cubicBezTo>
                  <a:cubicBezTo>
                    <a:pt x="84561" y="10190"/>
                    <a:pt x="73524" y="8393"/>
                    <a:pt x="64220" y="13399"/>
                  </a:cubicBezTo>
                  <a:cubicBezTo>
                    <a:pt x="54916" y="18404"/>
                    <a:pt x="50616" y="27901"/>
                    <a:pt x="51707" y="37462"/>
                  </a:cubicBezTo>
                  <a:cubicBezTo>
                    <a:pt x="44713" y="33547"/>
                    <a:pt x="35986" y="33162"/>
                    <a:pt x="28414" y="37205"/>
                  </a:cubicBezTo>
                  <a:cubicBezTo>
                    <a:pt x="17698" y="42980"/>
                    <a:pt x="13206" y="55621"/>
                    <a:pt x="17313" y="66723"/>
                  </a:cubicBezTo>
                  <a:cubicBezTo>
                    <a:pt x="15709" y="67172"/>
                    <a:pt x="14168" y="67813"/>
                    <a:pt x="12693" y="68647"/>
                  </a:cubicBezTo>
                  <a:cubicBezTo>
                    <a:pt x="950" y="75000"/>
                    <a:pt x="-3414" y="89630"/>
                    <a:pt x="2875" y="101373"/>
                  </a:cubicBezTo>
                  <a:cubicBezTo>
                    <a:pt x="4415" y="104197"/>
                    <a:pt x="6468" y="106635"/>
                    <a:pt x="8778" y="108560"/>
                  </a:cubicBezTo>
                  <a:cubicBezTo>
                    <a:pt x="1912" y="115940"/>
                    <a:pt x="52" y="127041"/>
                    <a:pt x="5121" y="136409"/>
                  </a:cubicBezTo>
                  <a:cubicBezTo>
                    <a:pt x="8586" y="142826"/>
                    <a:pt x="14553" y="146933"/>
                    <a:pt x="21099" y="148409"/>
                  </a:cubicBezTo>
                  <a:cubicBezTo>
                    <a:pt x="15516" y="154184"/>
                    <a:pt x="13912" y="163039"/>
                    <a:pt x="17954" y="170483"/>
                  </a:cubicBezTo>
                  <a:cubicBezTo>
                    <a:pt x="22896" y="179659"/>
                    <a:pt x="34382" y="183060"/>
                    <a:pt x="43558" y="178119"/>
                  </a:cubicBezTo>
                  <a:cubicBezTo>
                    <a:pt x="44263" y="177734"/>
                    <a:pt x="44841" y="177285"/>
                    <a:pt x="45483" y="176835"/>
                  </a:cubicBezTo>
                  <a:cubicBezTo>
                    <a:pt x="51643" y="184921"/>
                    <a:pt x="58765" y="191658"/>
                    <a:pt x="66402" y="197241"/>
                  </a:cubicBezTo>
                  <a:cubicBezTo>
                    <a:pt x="69033" y="187937"/>
                    <a:pt x="69161" y="177477"/>
                    <a:pt x="75834" y="170611"/>
                  </a:cubicBezTo>
                  <a:cubicBezTo>
                    <a:pt x="69995" y="168173"/>
                    <a:pt x="64669" y="164451"/>
                    <a:pt x="60305" y="159895"/>
                  </a:cubicBezTo>
                  <a:cubicBezTo>
                    <a:pt x="56841" y="156302"/>
                    <a:pt x="53889" y="151746"/>
                    <a:pt x="53889" y="146741"/>
                  </a:cubicBezTo>
                  <a:cubicBezTo>
                    <a:pt x="53889" y="141735"/>
                    <a:pt x="57931" y="136538"/>
                    <a:pt x="62937" y="136859"/>
                  </a:cubicBezTo>
                  <a:cubicBezTo>
                    <a:pt x="69738" y="137308"/>
                    <a:pt x="73717" y="146676"/>
                    <a:pt x="80454" y="146163"/>
                  </a:cubicBezTo>
                  <a:cubicBezTo>
                    <a:pt x="76027" y="135511"/>
                    <a:pt x="73139" y="124217"/>
                    <a:pt x="71856" y="112731"/>
                  </a:cubicBezTo>
                  <a:cubicBezTo>
                    <a:pt x="82636" y="109587"/>
                    <a:pt x="93224" y="105737"/>
                    <a:pt x="103491" y="101117"/>
                  </a:cubicBezTo>
                  <a:cubicBezTo>
                    <a:pt x="116004" y="95534"/>
                    <a:pt x="128260" y="88861"/>
                    <a:pt x="139489" y="81096"/>
                  </a:cubicBezTo>
                  <a:cubicBezTo>
                    <a:pt x="145329" y="77054"/>
                    <a:pt x="152515" y="73588"/>
                    <a:pt x="158098" y="68776"/>
                  </a:cubicBezTo>
                  <a:cubicBezTo>
                    <a:pt x="169777" y="62423"/>
                    <a:pt x="174141" y="47793"/>
                    <a:pt x="167788" y="36114"/>
                  </a:cubicBezTo>
                  <a:close/>
                </a:path>
              </a:pathLst>
            </a:custGeom>
            <a:solidFill>
              <a:srgbClr val="F7C1A6"/>
            </a:solidFill>
            <a:ln w="8342" cap="flat">
              <a:solidFill>
                <a:srgbClr val="EC6523"/>
              </a:solidFill>
              <a:prstDash val="solid"/>
              <a:miter/>
            </a:ln>
          </p:spPr>
          <p:txBody>
            <a:bodyPr rtlCol="0" anchor="ctr"/>
            <a:lstStyle/>
            <a:p>
              <a:endParaRPr lang="en-BE"/>
            </a:p>
          </p:txBody>
        </p:sp>
        <p:sp>
          <p:nvSpPr>
            <p:cNvPr id="21" name="Freeform: Shape 20">
              <a:extLst>
                <a:ext uri="{FF2B5EF4-FFF2-40B4-BE49-F238E27FC236}">
                  <a16:creationId xmlns:a16="http://schemas.microsoft.com/office/drawing/2014/main" id="{604CAF61-6EE5-E40E-7C3E-6A182221EB58}"/>
                </a:ext>
              </a:extLst>
            </p:cNvPr>
            <p:cNvSpPr/>
            <p:nvPr/>
          </p:nvSpPr>
          <p:spPr>
            <a:xfrm>
              <a:off x="8419049" y="4664325"/>
              <a:ext cx="230760" cy="173285"/>
            </a:xfrm>
            <a:custGeom>
              <a:avLst/>
              <a:gdLst>
                <a:gd name="connsiteX0" fmla="*/ 40426 w 119570"/>
                <a:gd name="connsiteY0" fmla="*/ 21406 h 89789"/>
                <a:gd name="connsiteX1" fmla="*/ 80724 w 119570"/>
                <a:gd name="connsiteY1" fmla="*/ 5941 h 89789"/>
                <a:gd name="connsiteX2" fmla="*/ 106520 w 119570"/>
                <a:gd name="connsiteY2" fmla="*/ 10690 h 89789"/>
                <a:gd name="connsiteX3" fmla="*/ 119546 w 119570"/>
                <a:gd name="connsiteY3" fmla="*/ 32378 h 89789"/>
                <a:gd name="connsiteX4" fmla="*/ 110755 w 119570"/>
                <a:gd name="connsiteY4" fmla="*/ 50602 h 89789"/>
                <a:gd name="connsiteX5" fmla="*/ 38565 w 119570"/>
                <a:gd name="connsiteY5" fmla="*/ 85831 h 89789"/>
                <a:gd name="connsiteX6" fmla="*/ 13604 w 119570"/>
                <a:gd name="connsiteY6" fmla="*/ 89745 h 89789"/>
                <a:gd name="connsiteX7" fmla="*/ 0 w 119570"/>
                <a:gd name="connsiteY7" fmla="*/ 20700 h 89789"/>
                <a:gd name="connsiteX8" fmla="*/ 33239 w 119570"/>
                <a:gd name="connsiteY8" fmla="*/ 744 h 89789"/>
                <a:gd name="connsiteX9" fmla="*/ 41645 w 119570"/>
                <a:gd name="connsiteY9" fmla="*/ 6134 h 89789"/>
                <a:gd name="connsiteX10" fmla="*/ 40426 w 119570"/>
                <a:gd name="connsiteY10" fmla="*/ 21342 h 89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570" h="89789">
                  <a:moveTo>
                    <a:pt x="40426" y="21406"/>
                  </a:moveTo>
                  <a:cubicBezTo>
                    <a:pt x="51977" y="12550"/>
                    <a:pt x="66158" y="7096"/>
                    <a:pt x="80724" y="5941"/>
                  </a:cubicBezTo>
                  <a:cubicBezTo>
                    <a:pt x="89579" y="5235"/>
                    <a:pt x="98820" y="6262"/>
                    <a:pt x="106520" y="10690"/>
                  </a:cubicBezTo>
                  <a:cubicBezTo>
                    <a:pt x="114220" y="15117"/>
                    <a:pt x="119995" y="23523"/>
                    <a:pt x="119546" y="32378"/>
                  </a:cubicBezTo>
                  <a:cubicBezTo>
                    <a:pt x="119161" y="39245"/>
                    <a:pt x="115311" y="45405"/>
                    <a:pt x="110755" y="50602"/>
                  </a:cubicBezTo>
                  <a:cubicBezTo>
                    <a:pt x="92788" y="71008"/>
                    <a:pt x="64874" y="78901"/>
                    <a:pt x="38565" y="85831"/>
                  </a:cubicBezTo>
                  <a:cubicBezTo>
                    <a:pt x="30416" y="87948"/>
                    <a:pt x="22074" y="90130"/>
                    <a:pt x="13604" y="89745"/>
                  </a:cubicBezTo>
                  <a:lnTo>
                    <a:pt x="0" y="20700"/>
                  </a:lnTo>
                  <a:cubicBezTo>
                    <a:pt x="7829" y="15631"/>
                    <a:pt x="22074" y="6968"/>
                    <a:pt x="33239" y="744"/>
                  </a:cubicBezTo>
                  <a:cubicBezTo>
                    <a:pt x="37218" y="-1502"/>
                    <a:pt x="42030" y="1642"/>
                    <a:pt x="41645" y="6134"/>
                  </a:cubicBezTo>
                  <a:lnTo>
                    <a:pt x="40426" y="21342"/>
                  </a:lnTo>
                  <a:close/>
                </a:path>
              </a:pathLst>
            </a:custGeom>
            <a:solidFill>
              <a:srgbClr val="FFFFFF"/>
            </a:solidFill>
            <a:ln w="8342" cap="flat">
              <a:solidFill>
                <a:srgbClr val="EC6523"/>
              </a:solidFill>
              <a:prstDash val="solid"/>
              <a:miter/>
            </a:ln>
          </p:spPr>
          <p:txBody>
            <a:bodyPr rtlCol="0" anchor="ctr"/>
            <a:lstStyle/>
            <a:p>
              <a:endParaRPr lang="en-BE"/>
            </a:p>
          </p:txBody>
        </p:sp>
        <p:sp>
          <p:nvSpPr>
            <p:cNvPr id="22" name="Freeform: Shape 21">
              <a:extLst>
                <a:ext uri="{FF2B5EF4-FFF2-40B4-BE49-F238E27FC236}">
                  <a16:creationId xmlns:a16="http://schemas.microsoft.com/office/drawing/2014/main" id="{C4637EA1-5248-9022-B96A-65F128CA7208}"/>
                </a:ext>
              </a:extLst>
            </p:cNvPr>
            <p:cNvSpPr/>
            <p:nvPr/>
          </p:nvSpPr>
          <p:spPr>
            <a:xfrm>
              <a:off x="7621395" y="4186502"/>
              <a:ext cx="838274" cy="716659"/>
            </a:xfrm>
            <a:custGeom>
              <a:avLst/>
              <a:gdLst>
                <a:gd name="connsiteX0" fmla="*/ 156252 w 434358"/>
                <a:gd name="connsiteY0" fmla="*/ 112102 h 371342"/>
                <a:gd name="connsiteX1" fmla="*/ 249681 w 434358"/>
                <a:gd name="connsiteY1" fmla="*/ 232033 h 371342"/>
                <a:gd name="connsiteX2" fmla="*/ 410616 w 434358"/>
                <a:gd name="connsiteY2" fmla="*/ 258919 h 371342"/>
                <a:gd name="connsiteX3" fmla="*/ 434358 w 434358"/>
                <a:gd name="connsiteY3" fmla="*/ 371343 h 371342"/>
                <a:gd name="connsiteX4" fmla="*/ 168508 w 434358"/>
                <a:gd name="connsiteY4" fmla="*/ 313463 h 371342"/>
                <a:gd name="connsiteX5" fmla="*/ 84062 w 434358"/>
                <a:gd name="connsiteY5" fmla="*/ 247562 h 371342"/>
                <a:gd name="connsiteX6" fmla="*/ 1734 w 434358"/>
                <a:gd name="connsiteY6" fmla="*/ 100039 h 371342"/>
                <a:gd name="connsiteX7" fmla="*/ 23167 w 434358"/>
                <a:gd name="connsiteY7" fmla="*/ 37988 h 371342"/>
                <a:gd name="connsiteX8" fmla="*/ 101966 w 434358"/>
                <a:gd name="connsiteY8" fmla="*/ 0 h 3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58" h="371342">
                  <a:moveTo>
                    <a:pt x="156252" y="112102"/>
                  </a:moveTo>
                  <a:lnTo>
                    <a:pt x="249681" y="232033"/>
                  </a:lnTo>
                  <a:lnTo>
                    <a:pt x="410616" y="258919"/>
                  </a:lnTo>
                  <a:lnTo>
                    <a:pt x="434358" y="371343"/>
                  </a:lnTo>
                  <a:cubicBezTo>
                    <a:pt x="434358" y="371343"/>
                    <a:pt x="296653" y="363899"/>
                    <a:pt x="168508" y="313463"/>
                  </a:cubicBezTo>
                  <a:cubicBezTo>
                    <a:pt x="140852" y="302554"/>
                    <a:pt x="104789" y="274641"/>
                    <a:pt x="84062" y="247562"/>
                  </a:cubicBezTo>
                  <a:cubicBezTo>
                    <a:pt x="57497" y="212782"/>
                    <a:pt x="14889" y="147331"/>
                    <a:pt x="1734" y="100039"/>
                  </a:cubicBezTo>
                  <a:cubicBezTo>
                    <a:pt x="-6415" y="70778"/>
                    <a:pt x="16429" y="44789"/>
                    <a:pt x="23167" y="37988"/>
                  </a:cubicBezTo>
                  <a:cubicBezTo>
                    <a:pt x="24322" y="36833"/>
                    <a:pt x="101966" y="0"/>
                    <a:pt x="101966" y="0"/>
                  </a:cubicBezTo>
                </a:path>
              </a:pathLst>
            </a:custGeom>
            <a:solidFill>
              <a:srgbClr val="F7C1A6"/>
            </a:solidFill>
            <a:ln w="8342" cap="flat">
              <a:solidFill>
                <a:srgbClr val="EC6523"/>
              </a:solidFill>
              <a:prstDash val="solid"/>
              <a:miter/>
            </a:ln>
          </p:spPr>
          <p:txBody>
            <a:bodyPr rtlCol="0" anchor="ctr"/>
            <a:lstStyle/>
            <a:p>
              <a:endParaRPr lang="en-BE"/>
            </a:p>
          </p:txBody>
        </p:sp>
      </p:grpSp>
      <p:sp>
        <p:nvSpPr>
          <p:cNvPr id="23" name="Freeform: Shape 22">
            <a:extLst>
              <a:ext uri="{FF2B5EF4-FFF2-40B4-BE49-F238E27FC236}">
                <a16:creationId xmlns:a16="http://schemas.microsoft.com/office/drawing/2014/main" id="{2024EFFB-78B8-9E21-9C4A-6DE97BEC0E3E}"/>
              </a:ext>
            </a:extLst>
          </p:cNvPr>
          <p:cNvSpPr/>
          <p:nvPr/>
        </p:nvSpPr>
        <p:spPr>
          <a:xfrm rot="18900000">
            <a:off x="9185219" y="4880595"/>
            <a:ext cx="1633471" cy="1633471"/>
          </a:xfrm>
          <a:custGeom>
            <a:avLst/>
            <a:gdLst>
              <a:gd name="connsiteX0" fmla="*/ 0 w 1633471"/>
              <a:gd name="connsiteY0" fmla="*/ 0 h 1633471"/>
              <a:gd name="connsiteX1" fmla="*/ 1633472 w 1633471"/>
              <a:gd name="connsiteY1" fmla="*/ 0 h 1633471"/>
              <a:gd name="connsiteX2" fmla="*/ 1633472 w 1633471"/>
              <a:gd name="connsiteY2" fmla="*/ 1633472 h 1633471"/>
              <a:gd name="connsiteX3" fmla="*/ 0 w 1633471"/>
              <a:gd name="connsiteY3" fmla="*/ 1633472 h 1633471"/>
            </a:gdLst>
            <a:ahLst/>
            <a:cxnLst>
              <a:cxn ang="0">
                <a:pos x="connsiteX0" y="connsiteY0"/>
              </a:cxn>
              <a:cxn ang="0">
                <a:pos x="connsiteX1" y="connsiteY1"/>
              </a:cxn>
              <a:cxn ang="0">
                <a:pos x="connsiteX2" y="connsiteY2"/>
              </a:cxn>
              <a:cxn ang="0">
                <a:pos x="connsiteX3" y="connsiteY3"/>
              </a:cxn>
            </a:cxnLst>
            <a:rect l="l" t="t" r="r" b="b"/>
            <a:pathLst>
              <a:path w="1633471" h="1633471">
                <a:moveTo>
                  <a:pt x="0" y="0"/>
                </a:moveTo>
                <a:lnTo>
                  <a:pt x="1633472" y="0"/>
                </a:lnTo>
                <a:lnTo>
                  <a:pt x="1633472" y="1633472"/>
                </a:lnTo>
                <a:lnTo>
                  <a:pt x="0" y="1633472"/>
                </a:lnTo>
                <a:close/>
              </a:path>
            </a:pathLst>
          </a:custGeom>
          <a:solidFill>
            <a:schemeClr val="accent4"/>
          </a:solidFill>
          <a:ln w="6417" cap="flat">
            <a:noFill/>
            <a:prstDash val="solid"/>
            <a:miter/>
          </a:ln>
        </p:spPr>
        <p:txBody>
          <a:bodyPr rtlCol="0" anchor="ctr"/>
          <a:lstStyle/>
          <a:p>
            <a:endParaRPr lang="en-BE"/>
          </a:p>
        </p:txBody>
      </p:sp>
      <p:grpSp>
        <p:nvGrpSpPr>
          <p:cNvPr id="24" name="Group 23">
            <a:extLst>
              <a:ext uri="{FF2B5EF4-FFF2-40B4-BE49-F238E27FC236}">
                <a16:creationId xmlns:a16="http://schemas.microsoft.com/office/drawing/2014/main" id="{40C43170-F1D6-88FA-5F87-3C649257718F}"/>
              </a:ext>
            </a:extLst>
          </p:cNvPr>
          <p:cNvGrpSpPr/>
          <p:nvPr/>
        </p:nvGrpSpPr>
        <p:grpSpPr>
          <a:xfrm rot="16200000">
            <a:off x="8834571" y="2256715"/>
            <a:ext cx="2311603" cy="2306020"/>
            <a:chOff x="6074882" y="2284030"/>
            <a:chExt cx="2311603" cy="2306020"/>
          </a:xfrm>
          <a:solidFill>
            <a:schemeClr val="accent6"/>
          </a:solidFill>
        </p:grpSpPr>
        <p:sp>
          <p:nvSpPr>
            <p:cNvPr id="25" name="Freeform: Shape 24">
              <a:extLst>
                <a:ext uri="{FF2B5EF4-FFF2-40B4-BE49-F238E27FC236}">
                  <a16:creationId xmlns:a16="http://schemas.microsoft.com/office/drawing/2014/main" id="{0F5E980D-0D4C-EA3F-93F4-B11A648221E2}"/>
                </a:ext>
              </a:extLst>
            </p:cNvPr>
            <p:cNvSpPr/>
            <p:nvPr/>
          </p:nvSpPr>
          <p:spPr>
            <a:xfrm>
              <a:off x="6074882" y="3435019"/>
              <a:ext cx="2310063" cy="1155031"/>
            </a:xfrm>
            <a:custGeom>
              <a:avLst/>
              <a:gdLst>
                <a:gd name="connsiteX0" fmla="*/ 2310063 w 2310063"/>
                <a:gd name="connsiteY0" fmla="*/ 0 h 1155031"/>
                <a:gd name="connsiteX1" fmla="*/ 0 w 2310063"/>
                <a:gd name="connsiteY1" fmla="*/ 0 h 1155031"/>
                <a:gd name="connsiteX2" fmla="*/ 1155032 w 2310063"/>
                <a:gd name="connsiteY2" fmla="*/ 1155032 h 1155031"/>
                <a:gd name="connsiteX3" fmla="*/ 2310063 w 2310063"/>
                <a:gd name="connsiteY3" fmla="*/ 0 h 1155031"/>
              </a:gdLst>
              <a:ahLst/>
              <a:cxnLst>
                <a:cxn ang="0">
                  <a:pos x="connsiteX0" y="connsiteY0"/>
                </a:cxn>
                <a:cxn ang="0">
                  <a:pos x="connsiteX1" y="connsiteY1"/>
                </a:cxn>
                <a:cxn ang="0">
                  <a:pos x="connsiteX2" y="connsiteY2"/>
                </a:cxn>
                <a:cxn ang="0">
                  <a:pos x="connsiteX3" y="connsiteY3"/>
                </a:cxn>
              </a:cxnLst>
              <a:rect l="l" t="t" r="r" b="b"/>
              <a:pathLst>
                <a:path w="2310063" h="1155031">
                  <a:moveTo>
                    <a:pt x="2310063" y="0"/>
                  </a:moveTo>
                  <a:lnTo>
                    <a:pt x="0" y="0"/>
                  </a:lnTo>
                  <a:lnTo>
                    <a:pt x="1155032" y="1155032"/>
                  </a:lnTo>
                  <a:lnTo>
                    <a:pt x="2310063" y="0"/>
                  </a:lnTo>
                  <a:close/>
                </a:path>
              </a:pathLst>
            </a:custGeom>
            <a:grpFill/>
            <a:ln w="6417" cap="flat">
              <a:noFill/>
              <a:prstDash val="solid"/>
              <a:miter/>
            </a:ln>
          </p:spPr>
          <p:txBody>
            <a:bodyPr rtlCol="0" anchor="ctr"/>
            <a:lstStyle/>
            <a:p>
              <a:endParaRPr lang="en-BE"/>
            </a:p>
          </p:txBody>
        </p:sp>
        <p:sp>
          <p:nvSpPr>
            <p:cNvPr id="26" name="Freeform: Shape 25">
              <a:extLst>
                <a:ext uri="{FF2B5EF4-FFF2-40B4-BE49-F238E27FC236}">
                  <a16:creationId xmlns:a16="http://schemas.microsoft.com/office/drawing/2014/main" id="{FEF38EFD-A7E3-A7E1-D19D-5334D4405E2E}"/>
                </a:ext>
              </a:extLst>
            </p:cNvPr>
            <p:cNvSpPr/>
            <p:nvPr/>
          </p:nvSpPr>
          <p:spPr>
            <a:xfrm>
              <a:off x="6076422" y="2284030"/>
              <a:ext cx="2310063" cy="1155031"/>
            </a:xfrm>
            <a:custGeom>
              <a:avLst/>
              <a:gdLst>
                <a:gd name="connsiteX0" fmla="*/ 2310063 w 2310063"/>
                <a:gd name="connsiteY0" fmla="*/ 0 h 1155031"/>
                <a:gd name="connsiteX1" fmla="*/ 0 w 2310063"/>
                <a:gd name="connsiteY1" fmla="*/ 0 h 1155031"/>
                <a:gd name="connsiteX2" fmla="*/ 1154968 w 2310063"/>
                <a:gd name="connsiteY2" fmla="*/ 1155032 h 1155031"/>
                <a:gd name="connsiteX3" fmla="*/ 2310063 w 2310063"/>
                <a:gd name="connsiteY3" fmla="*/ 0 h 1155031"/>
              </a:gdLst>
              <a:ahLst/>
              <a:cxnLst>
                <a:cxn ang="0">
                  <a:pos x="connsiteX0" y="connsiteY0"/>
                </a:cxn>
                <a:cxn ang="0">
                  <a:pos x="connsiteX1" y="connsiteY1"/>
                </a:cxn>
                <a:cxn ang="0">
                  <a:pos x="connsiteX2" y="connsiteY2"/>
                </a:cxn>
                <a:cxn ang="0">
                  <a:pos x="connsiteX3" y="connsiteY3"/>
                </a:cxn>
              </a:cxnLst>
              <a:rect l="l" t="t" r="r" b="b"/>
              <a:pathLst>
                <a:path w="2310063" h="1155031">
                  <a:moveTo>
                    <a:pt x="2310063" y="0"/>
                  </a:moveTo>
                  <a:lnTo>
                    <a:pt x="0" y="0"/>
                  </a:lnTo>
                  <a:lnTo>
                    <a:pt x="1154968" y="1155032"/>
                  </a:lnTo>
                  <a:lnTo>
                    <a:pt x="2310063" y="0"/>
                  </a:lnTo>
                  <a:close/>
                </a:path>
              </a:pathLst>
            </a:custGeom>
            <a:grpFill/>
            <a:ln w="6417" cap="flat">
              <a:noFill/>
              <a:prstDash val="solid"/>
              <a:miter/>
            </a:ln>
          </p:spPr>
          <p:txBody>
            <a:bodyPr rtlCol="0" anchor="ctr"/>
            <a:lstStyle/>
            <a:p>
              <a:endParaRPr lang="en-BE"/>
            </a:p>
          </p:txBody>
        </p:sp>
      </p:grpSp>
    </p:spTree>
    <p:extLst>
      <p:ext uri="{BB962C8B-B14F-4D97-AF65-F5344CB8AC3E}">
        <p14:creationId xmlns:p14="http://schemas.microsoft.com/office/powerpoint/2010/main" val="23955495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84A7D-9279-3284-2DF3-E5287E2A1DE9}"/>
              </a:ext>
            </a:extLst>
          </p:cNvPr>
          <p:cNvSpPr>
            <a:spLocks noGrp="1"/>
          </p:cNvSpPr>
          <p:nvPr>
            <p:ph type="title"/>
          </p:nvPr>
        </p:nvSpPr>
        <p:spPr>
          <a:xfrm>
            <a:off x="838200" y="365125"/>
            <a:ext cx="10515600" cy="1325563"/>
          </a:xfrm>
        </p:spPr>
        <p:txBody>
          <a:bodyPr>
            <a:normAutofit/>
          </a:bodyPr>
          <a:lstStyle/>
          <a:p>
            <a:r>
              <a:rPr lang="en-US"/>
              <a:t>Carrot or stick?</a:t>
            </a:r>
            <a:endParaRPr lang="en-BE"/>
          </a:p>
        </p:txBody>
      </p:sp>
      <p:grpSp>
        <p:nvGrpSpPr>
          <p:cNvPr id="27" name="Group 26">
            <a:extLst>
              <a:ext uri="{FF2B5EF4-FFF2-40B4-BE49-F238E27FC236}">
                <a16:creationId xmlns:a16="http://schemas.microsoft.com/office/drawing/2014/main" id="{D17A19FC-60AE-E6A1-B24C-1F0704DBBF48}"/>
              </a:ext>
            </a:extLst>
          </p:cNvPr>
          <p:cNvGrpSpPr/>
          <p:nvPr/>
        </p:nvGrpSpPr>
        <p:grpSpPr>
          <a:xfrm flipH="1">
            <a:off x="5540022" y="1931420"/>
            <a:ext cx="2612794" cy="5014153"/>
            <a:chOff x="3223542" y="1951740"/>
            <a:chExt cx="2612794" cy="5014153"/>
          </a:xfrm>
        </p:grpSpPr>
        <p:sp>
          <p:nvSpPr>
            <p:cNvPr id="12" name="Freeform: Shape 11">
              <a:extLst>
                <a:ext uri="{FF2B5EF4-FFF2-40B4-BE49-F238E27FC236}">
                  <a16:creationId xmlns:a16="http://schemas.microsoft.com/office/drawing/2014/main" id="{252DAD40-5E0C-CC01-47A3-FEE3EC4D510B}"/>
                </a:ext>
              </a:extLst>
            </p:cNvPr>
            <p:cNvSpPr/>
            <p:nvPr/>
          </p:nvSpPr>
          <p:spPr>
            <a:xfrm rot="3322949" flipH="1">
              <a:off x="3376307" y="6450899"/>
              <a:ext cx="363083" cy="666905"/>
            </a:xfrm>
            <a:custGeom>
              <a:avLst/>
              <a:gdLst>
                <a:gd name="connsiteX0" fmla="*/ 79312 w 121085"/>
                <a:gd name="connsiteY0" fmla="*/ 64 h 222407"/>
                <a:gd name="connsiteX1" fmla="*/ 121086 w 121085"/>
                <a:gd name="connsiteY1" fmla="*/ 60896 h 222407"/>
                <a:gd name="connsiteX2" fmla="*/ 104787 w 121085"/>
                <a:gd name="connsiteY2" fmla="*/ 81366 h 222407"/>
                <a:gd name="connsiteX3" fmla="*/ 102477 w 121085"/>
                <a:gd name="connsiteY3" fmla="*/ 122626 h 222407"/>
                <a:gd name="connsiteX4" fmla="*/ 111653 w 121085"/>
                <a:gd name="connsiteY4" fmla="*/ 143352 h 222407"/>
                <a:gd name="connsiteX5" fmla="*/ 113514 w 121085"/>
                <a:gd name="connsiteY5" fmla="*/ 199115 h 222407"/>
                <a:gd name="connsiteX6" fmla="*/ 100937 w 121085"/>
                <a:gd name="connsiteY6" fmla="*/ 222408 h 222407"/>
                <a:gd name="connsiteX7" fmla="*/ 0 w 121085"/>
                <a:gd name="connsiteY7" fmla="*/ 75398 h 222407"/>
                <a:gd name="connsiteX8" fmla="*/ 79312 w 121085"/>
                <a:gd name="connsiteY8" fmla="*/ 0 h 22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085" h="222407">
                  <a:moveTo>
                    <a:pt x="79312" y="64"/>
                  </a:moveTo>
                  <a:lnTo>
                    <a:pt x="121086" y="60896"/>
                  </a:lnTo>
                  <a:cubicBezTo>
                    <a:pt x="114155" y="66350"/>
                    <a:pt x="108509" y="73409"/>
                    <a:pt x="104787" y="81366"/>
                  </a:cubicBezTo>
                  <a:cubicBezTo>
                    <a:pt x="98820" y="94135"/>
                    <a:pt x="97985" y="109279"/>
                    <a:pt x="102477" y="122626"/>
                  </a:cubicBezTo>
                  <a:cubicBezTo>
                    <a:pt x="104915" y="129813"/>
                    <a:pt x="108766" y="136358"/>
                    <a:pt x="111653" y="143352"/>
                  </a:cubicBezTo>
                  <a:cubicBezTo>
                    <a:pt x="118904" y="160935"/>
                    <a:pt x="119546" y="181148"/>
                    <a:pt x="113514" y="199115"/>
                  </a:cubicBezTo>
                  <a:cubicBezTo>
                    <a:pt x="110691" y="207521"/>
                    <a:pt x="106391" y="215413"/>
                    <a:pt x="100937" y="222408"/>
                  </a:cubicBezTo>
                  <a:lnTo>
                    <a:pt x="0" y="75398"/>
                  </a:lnTo>
                  <a:lnTo>
                    <a:pt x="79312" y="0"/>
                  </a:lnTo>
                  <a:close/>
                </a:path>
              </a:pathLst>
            </a:custGeom>
            <a:solidFill>
              <a:srgbClr val="FFFFFF"/>
            </a:solidFill>
            <a:ln w="8342" cap="flat">
              <a:solidFill>
                <a:srgbClr val="E83050"/>
              </a:solidFill>
              <a:prstDash val="solid"/>
              <a:round/>
            </a:ln>
          </p:spPr>
          <p:txBody>
            <a:bodyPr rtlCol="0" anchor="ctr"/>
            <a:lstStyle/>
            <a:p>
              <a:endParaRPr lang="en-BE"/>
            </a:p>
          </p:txBody>
        </p:sp>
        <p:sp>
          <p:nvSpPr>
            <p:cNvPr id="13" name="Freeform: Shape 12">
              <a:extLst>
                <a:ext uri="{FF2B5EF4-FFF2-40B4-BE49-F238E27FC236}">
                  <a16:creationId xmlns:a16="http://schemas.microsoft.com/office/drawing/2014/main" id="{7E8422E1-72CE-96D0-565A-40F997982A80}"/>
                </a:ext>
              </a:extLst>
            </p:cNvPr>
            <p:cNvSpPr/>
            <p:nvPr/>
          </p:nvSpPr>
          <p:spPr>
            <a:xfrm flipV="1">
              <a:off x="3493884" y="4004815"/>
              <a:ext cx="733674" cy="2596241"/>
            </a:xfrm>
            <a:custGeom>
              <a:avLst/>
              <a:gdLst>
                <a:gd name="connsiteX0" fmla="*/ 0 w 244674"/>
                <a:gd name="connsiteY0" fmla="*/ 0 h 865824"/>
                <a:gd name="connsiteX1" fmla="*/ 157405 w 244674"/>
                <a:gd name="connsiteY1" fmla="*/ 0 h 865824"/>
                <a:gd name="connsiteX2" fmla="*/ 244674 w 244674"/>
                <a:gd name="connsiteY2" fmla="*/ 865824 h 865824"/>
                <a:gd name="connsiteX3" fmla="*/ 83034 w 244674"/>
                <a:gd name="connsiteY3" fmla="*/ 865824 h 865824"/>
                <a:gd name="connsiteX4" fmla="*/ 0 w 244674"/>
                <a:gd name="connsiteY4" fmla="*/ 0 h 86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674" h="865824">
                  <a:moveTo>
                    <a:pt x="0" y="0"/>
                  </a:moveTo>
                  <a:lnTo>
                    <a:pt x="157405" y="0"/>
                  </a:lnTo>
                  <a:lnTo>
                    <a:pt x="244674" y="865824"/>
                  </a:lnTo>
                  <a:lnTo>
                    <a:pt x="83034" y="865824"/>
                  </a:lnTo>
                  <a:lnTo>
                    <a:pt x="0" y="0"/>
                  </a:lnTo>
                  <a:close/>
                </a:path>
              </a:pathLst>
            </a:custGeom>
            <a:solidFill>
              <a:srgbClr val="F6AAB9"/>
            </a:solidFill>
            <a:ln w="8342" cap="flat">
              <a:solidFill>
                <a:srgbClr val="E83050"/>
              </a:solidFill>
              <a:prstDash val="solid"/>
              <a:miter/>
            </a:ln>
          </p:spPr>
          <p:txBody>
            <a:bodyPr rtlCol="0" anchor="ctr"/>
            <a:lstStyle/>
            <a:p>
              <a:endParaRPr lang="en-BE"/>
            </a:p>
          </p:txBody>
        </p:sp>
        <p:grpSp>
          <p:nvGrpSpPr>
            <p:cNvPr id="14" name="Group 13">
              <a:extLst>
                <a:ext uri="{FF2B5EF4-FFF2-40B4-BE49-F238E27FC236}">
                  <a16:creationId xmlns:a16="http://schemas.microsoft.com/office/drawing/2014/main" id="{C9CCA810-D0E0-7182-5E73-ECE48E9C2262}"/>
                </a:ext>
              </a:extLst>
            </p:cNvPr>
            <p:cNvGrpSpPr/>
            <p:nvPr/>
          </p:nvGrpSpPr>
          <p:grpSpPr>
            <a:xfrm rot="970760">
              <a:off x="4553928" y="1951740"/>
              <a:ext cx="1282408" cy="1905701"/>
              <a:chOff x="3932229" y="5128627"/>
              <a:chExt cx="427672" cy="635535"/>
            </a:xfrm>
          </p:grpSpPr>
          <p:sp>
            <p:nvSpPr>
              <p:cNvPr id="15" name="Freeform: Shape 14">
                <a:extLst>
                  <a:ext uri="{FF2B5EF4-FFF2-40B4-BE49-F238E27FC236}">
                    <a16:creationId xmlns:a16="http://schemas.microsoft.com/office/drawing/2014/main" id="{CF5270C3-CC29-C591-1038-4996C4EC4B72}"/>
                  </a:ext>
                </a:extLst>
              </p:cNvPr>
              <p:cNvSpPr/>
              <p:nvPr/>
            </p:nvSpPr>
            <p:spPr>
              <a:xfrm>
                <a:off x="4208089" y="5525226"/>
                <a:ext cx="139255" cy="95382"/>
              </a:xfrm>
              <a:custGeom>
                <a:avLst/>
                <a:gdLst>
                  <a:gd name="connsiteX0" fmla="*/ 136294 w 139255"/>
                  <a:gd name="connsiteY0" fmla="*/ 8957 h 95382"/>
                  <a:gd name="connsiteX1" fmla="*/ 72703 w 139255"/>
                  <a:gd name="connsiteY1" fmla="*/ 25448 h 95382"/>
                  <a:gd name="connsiteX2" fmla="*/ 70200 w 139255"/>
                  <a:gd name="connsiteY2" fmla="*/ 24421 h 95382"/>
                  <a:gd name="connsiteX3" fmla="*/ 80018 w 139255"/>
                  <a:gd name="connsiteY3" fmla="*/ 1000 h 95382"/>
                  <a:gd name="connsiteX4" fmla="*/ 35934 w 139255"/>
                  <a:gd name="connsiteY4" fmla="*/ 25448 h 95382"/>
                  <a:gd name="connsiteX5" fmla="*/ 0 w 139255"/>
                  <a:gd name="connsiteY5" fmla="*/ 54965 h 95382"/>
                  <a:gd name="connsiteX6" fmla="*/ 8021 w 139255"/>
                  <a:gd name="connsiteY6" fmla="*/ 95263 h 95382"/>
                  <a:gd name="connsiteX7" fmla="*/ 79569 w 139255"/>
                  <a:gd name="connsiteY7" fmla="*/ 69917 h 95382"/>
                  <a:gd name="connsiteX8" fmla="*/ 136422 w 139255"/>
                  <a:gd name="connsiteY8" fmla="*/ 8957 h 9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255" h="95382">
                    <a:moveTo>
                      <a:pt x="136294" y="8957"/>
                    </a:moveTo>
                    <a:cubicBezTo>
                      <a:pt x="127759" y="-2594"/>
                      <a:pt x="99718" y="12614"/>
                      <a:pt x="72703" y="25448"/>
                    </a:cubicBezTo>
                    <a:cubicBezTo>
                      <a:pt x="71034" y="26218"/>
                      <a:pt x="68725" y="26475"/>
                      <a:pt x="70200" y="24421"/>
                    </a:cubicBezTo>
                    <a:cubicBezTo>
                      <a:pt x="74692" y="18068"/>
                      <a:pt x="83419" y="4529"/>
                      <a:pt x="80018" y="1000"/>
                    </a:cubicBezTo>
                    <a:cubicBezTo>
                      <a:pt x="75334" y="-3813"/>
                      <a:pt x="52554" y="9470"/>
                      <a:pt x="35934" y="25448"/>
                    </a:cubicBezTo>
                    <a:lnTo>
                      <a:pt x="0" y="54965"/>
                    </a:lnTo>
                    <a:lnTo>
                      <a:pt x="8021" y="95263"/>
                    </a:lnTo>
                    <a:cubicBezTo>
                      <a:pt x="22523" y="96739"/>
                      <a:pt x="48961" y="84354"/>
                      <a:pt x="79569" y="69917"/>
                    </a:cubicBezTo>
                    <a:cubicBezTo>
                      <a:pt x="118904" y="51372"/>
                      <a:pt x="148807" y="25897"/>
                      <a:pt x="136422" y="8957"/>
                    </a:cubicBezTo>
                    <a:close/>
                  </a:path>
                </a:pathLst>
              </a:custGeom>
              <a:solidFill>
                <a:srgbClr val="FFFFFF"/>
              </a:solidFill>
              <a:ln w="8342" cap="flat">
                <a:solidFill>
                  <a:srgbClr val="E83050"/>
                </a:solidFill>
                <a:prstDash val="solid"/>
                <a:miter/>
              </a:ln>
            </p:spPr>
            <p:txBody>
              <a:bodyPr rtlCol="0" anchor="ctr"/>
              <a:lstStyle/>
              <a:p>
                <a:endParaRPr lang="en-BE"/>
              </a:p>
            </p:txBody>
          </p:sp>
          <p:sp>
            <p:nvSpPr>
              <p:cNvPr id="16" name="Freeform: Shape 15">
                <a:extLst>
                  <a:ext uri="{FF2B5EF4-FFF2-40B4-BE49-F238E27FC236}">
                    <a16:creationId xmlns:a16="http://schemas.microsoft.com/office/drawing/2014/main" id="{63A2E7C4-83ED-3AAA-D204-512CA70DD4FD}"/>
                  </a:ext>
                </a:extLst>
              </p:cNvPr>
              <p:cNvSpPr/>
              <p:nvPr/>
            </p:nvSpPr>
            <p:spPr>
              <a:xfrm>
                <a:off x="3932229" y="5456025"/>
                <a:ext cx="324563" cy="308137"/>
              </a:xfrm>
              <a:custGeom>
                <a:avLst/>
                <a:gdLst>
                  <a:gd name="connsiteX0" fmla="*/ 0 w 324563"/>
                  <a:gd name="connsiteY0" fmla="*/ 0 h 308137"/>
                  <a:gd name="connsiteX1" fmla="*/ 157341 w 324563"/>
                  <a:gd name="connsiteY1" fmla="*/ 177362 h 308137"/>
                  <a:gd name="connsiteX2" fmla="*/ 288373 w 324563"/>
                  <a:gd name="connsiteY2" fmla="*/ 108958 h 308137"/>
                  <a:gd name="connsiteX3" fmla="*/ 324564 w 324563"/>
                  <a:gd name="connsiteY3" fmla="*/ 215285 h 308137"/>
                  <a:gd name="connsiteX4" fmla="*/ 77194 w 324563"/>
                  <a:gd name="connsiteY4" fmla="*/ 302554 h 308137"/>
                  <a:gd name="connsiteX5" fmla="*/ 0 w 324563"/>
                  <a:gd name="connsiteY5" fmla="*/ 189425 h 308137"/>
                  <a:gd name="connsiteX6" fmla="*/ 0 w 324563"/>
                  <a:gd name="connsiteY6" fmla="*/ 64 h 30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563" h="308137">
                    <a:moveTo>
                      <a:pt x="0" y="0"/>
                    </a:moveTo>
                    <a:lnTo>
                      <a:pt x="157341" y="177362"/>
                    </a:lnTo>
                    <a:lnTo>
                      <a:pt x="288373" y="108958"/>
                    </a:lnTo>
                    <a:lnTo>
                      <a:pt x="324564" y="215285"/>
                    </a:lnTo>
                    <a:cubicBezTo>
                      <a:pt x="324564" y="215285"/>
                      <a:pt x="140401" y="335023"/>
                      <a:pt x="77194" y="302554"/>
                    </a:cubicBezTo>
                    <a:cubicBezTo>
                      <a:pt x="13989" y="270085"/>
                      <a:pt x="0" y="189425"/>
                      <a:pt x="0" y="189425"/>
                    </a:cubicBezTo>
                    <a:lnTo>
                      <a:pt x="0" y="64"/>
                    </a:lnTo>
                    <a:close/>
                  </a:path>
                </a:pathLst>
              </a:custGeom>
              <a:solidFill>
                <a:srgbClr val="EC4D6A"/>
              </a:solidFill>
              <a:ln w="8342" cap="flat">
                <a:solidFill>
                  <a:srgbClr val="E83050"/>
                </a:solidFill>
                <a:prstDash val="solid"/>
                <a:round/>
              </a:ln>
            </p:spPr>
            <p:txBody>
              <a:bodyPr rtlCol="0" anchor="ctr"/>
              <a:lstStyle/>
              <a:p>
                <a:endParaRPr lang="en-BE"/>
              </a:p>
            </p:txBody>
          </p:sp>
          <p:sp>
            <p:nvSpPr>
              <p:cNvPr id="17" name="Freeform: Shape 16">
                <a:extLst>
                  <a:ext uri="{FF2B5EF4-FFF2-40B4-BE49-F238E27FC236}">
                    <a16:creationId xmlns:a16="http://schemas.microsoft.com/office/drawing/2014/main" id="{8B8648D5-7623-BF7A-1DA2-F70ABFC3F161}"/>
                  </a:ext>
                </a:extLst>
              </p:cNvPr>
              <p:cNvSpPr/>
              <p:nvPr/>
            </p:nvSpPr>
            <p:spPr>
              <a:xfrm rot="1483200">
                <a:off x="4334876" y="5128627"/>
                <a:ext cx="25025" cy="632636"/>
              </a:xfrm>
              <a:custGeom>
                <a:avLst/>
                <a:gdLst>
                  <a:gd name="connsiteX0" fmla="*/ 0 w 25025"/>
                  <a:gd name="connsiteY0" fmla="*/ 0 h 632636"/>
                  <a:gd name="connsiteX1" fmla="*/ 25026 w 25025"/>
                  <a:gd name="connsiteY1" fmla="*/ 0 h 632636"/>
                  <a:gd name="connsiteX2" fmla="*/ 25026 w 25025"/>
                  <a:gd name="connsiteY2" fmla="*/ 632636 h 632636"/>
                  <a:gd name="connsiteX3" fmla="*/ 0 w 25025"/>
                  <a:gd name="connsiteY3" fmla="*/ 632636 h 632636"/>
                </a:gdLst>
                <a:ahLst/>
                <a:cxnLst>
                  <a:cxn ang="0">
                    <a:pos x="connsiteX0" y="connsiteY0"/>
                  </a:cxn>
                  <a:cxn ang="0">
                    <a:pos x="connsiteX1" y="connsiteY1"/>
                  </a:cxn>
                  <a:cxn ang="0">
                    <a:pos x="connsiteX2" y="connsiteY2"/>
                  </a:cxn>
                  <a:cxn ang="0">
                    <a:pos x="connsiteX3" y="connsiteY3"/>
                  </a:cxn>
                </a:cxnLst>
                <a:rect l="l" t="t" r="r" b="b"/>
                <a:pathLst>
                  <a:path w="25025" h="632636">
                    <a:moveTo>
                      <a:pt x="0" y="0"/>
                    </a:moveTo>
                    <a:lnTo>
                      <a:pt x="25026" y="0"/>
                    </a:lnTo>
                    <a:lnTo>
                      <a:pt x="25026" y="632636"/>
                    </a:lnTo>
                    <a:lnTo>
                      <a:pt x="0" y="632636"/>
                    </a:lnTo>
                    <a:close/>
                  </a:path>
                </a:pathLst>
              </a:custGeom>
              <a:solidFill>
                <a:schemeClr val="accent3">
                  <a:lumMod val="20000"/>
                  <a:lumOff val="80000"/>
                </a:schemeClr>
              </a:solidFill>
              <a:ln w="8342" cap="flat">
                <a:solidFill>
                  <a:schemeClr val="accent3"/>
                </a:solidFill>
                <a:prstDash val="solid"/>
                <a:miter/>
              </a:ln>
            </p:spPr>
            <p:txBody>
              <a:bodyPr rtlCol="0" anchor="ctr"/>
              <a:lstStyle/>
              <a:p>
                <a:endParaRPr lang="en-BE"/>
              </a:p>
            </p:txBody>
          </p:sp>
        </p:grpSp>
        <p:sp>
          <p:nvSpPr>
            <p:cNvPr id="18" name="Freeform: Shape 17">
              <a:extLst>
                <a:ext uri="{FF2B5EF4-FFF2-40B4-BE49-F238E27FC236}">
                  <a16:creationId xmlns:a16="http://schemas.microsoft.com/office/drawing/2014/main" id="{BF59BE06-FBF6-C1FF-FC0C-5AEEFDFCB7CE}"/>
                </a:ext>
              </a:extLst>
            </p:cNvPr>
            <p:cNvSpPr/>
            <p:nvPr/>
          </p:nvSpPr>
          <p:spPr>
            <a:xfrm>
              <a:off x="4545771" y="6552185"/>
              <a:ext cx="586477" cy="324023"/>
            </a:xfrm>
            <a:custGeom>
              <a:avLst/>
              <a:gdLst>
                <a:gd name="connsiteX0" fmla="*/ 0 w 195585"/>
                <a:gd name="connsiteY0" fmla="*/ 64 h 108059"/>
                <a:gd name="connsiteX1" fmla="*/ 73794 w 195585"/>
                <a:gd name="connsiteY1" fmla="*/ 64 h 108059"/>
                <a:gd name="connsiteX2" fmla="*/ 81430 w 195585"/>
                <a:gd name="connsiteY2" fmla="*/ 25090 h 108059"/>
                <a:gd name="connsiteX3" fmla="*/ 114156 w 195585"/>
                <a:gd name="connsiteY3" fmla="*/ 50308 h 108059"/>
                <a:gd name="connsiteX4" fmla="*/ 136486 w 195585"/>
                <a:gd name="connsiteY4" fmla="*/ 54479 h 108059"/>
                <a:gd name="connsiteX5" fmla="*/ 183522 w 195585"/>
                <a:gd name="connsiteY5" fmla="*/ 84510 h 108059"/>
                <a:gd name="connsiteX6" fmla="*/ 195585 w 195585"/>
                <a:gd name="connsiteY6" fmla="*/ 108060 h 108059"/>
                <a:gd name="connsiteX7" fmla="*/ 17261 w 195585"/>
                <a:gd name="connsiteY7" fmla="*/ 108060 h 108059"/>
                <a:gd name="connsiteX8" fmla="*/ 0 w 195585"/>
                <a:gd name="connsiteY8" fmla="*/ 0 h 108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585" h="108059">
                  <a:moveTo>
                    <a:pt x="0" y="64"/>
                  </a:moveTo>
                  <a:lnTo>
                    <a:pt x="73794" y="64"/>
                  </a:lnTo>
                  <a:cubicBezTo>
                    <a:pt x="74371" y="8855"/>
                    <a:pt x="76938" y="17518"/>
                    <a:pt x="81430" y="25090"/>
                  </a:cubicBezTo>
                  <a:cubicBezTo>
                    <a:pt x="88617" y="37218"/>
                    <a:pt x="100552" y="46522"/>
                    <a:pt x="114156" y="50308"/>
                  </a:cubicBezTo>
                  <a:cubicBezTo>
                    <a:pt x="121471" y="52361"/>
                    <a:pt x="129043" y="52875"/>
                    <a:pt x="136486" y="54479"/>
                  </a:cubicBezTo>
                  <a:cubicBezTo>
                    <a:pt x="155095" y="58458"/>
                    <a:pt x="172100" y="69366"/>
                    <a:pt x="183522" y="84510"/>
                  </a:cubicBezTo>
                  <a:cubicBezTo>
                    <a:pt x="188848" y="91568"/>
                    <a:pt x="192890" y="99590"/>
                    <a:pt x="195585" y="108060"/>
                  </a:cubicBezTo>
                  <a:lnTo>
                    <a:pt x="17261" y="108060"/>
                  </a:lnTo>
                  <a:lnTo>
                    <a:pt x="0" y="0"/>
                  </a:lnTo>
                  <a:close/>
                </a:path>
              </a:pathLst>
            </a:custGeom>
            <a:solidFill>
              <a:srgbClr val="FFFFFF"/>
            </a:solidFill>
            <a:ln w="8342" cap="flat">
              <a:solidFill>
                <a:srgbClr val="E83050"/>
              </a:solidFill>
              <a:prstDash val="solid"/>
              <a:round/>
            </a:ln>
          </p:spPr>
          <p:txBody>
            <a:bodyPr rtlCol="0" anchor="ctr"/>
            <a:lstStyle/>
            <a:p>
              <a:endParaRPr lang="en-BE"/>
            </a:p>
          </p:txBody>
        </p:sp>
        <p:sp>
          <p:nvSpPr>
            <p:cNvPr id="19" name="Freeform: Shape 18">
              <a:extLst>
                <a:ext uri="{FF2B5EF4-FFF2-40B4-BE49-F238E27FC236}">
                  <a16:creationId xmlns:a16="http://schemas.microsoft.com/office/drawing/2014/main" id="{59396F03-0110-AC5A-42E4-4081256D5E38}"/>
                </a:ext>
              </a:extLst>
            </p:cNvPr>
            <p:cNvSpPr/>
            <p:nvPr/>
          </p:nvSpPr>
          <p:spPr>
            <a:xfrm>
              <a:off x="4103028" y="4004815"/>
              <a:ext cx="733674" cy="2596241"/>
            </a:xfrm>
            <a:custGeom>
              <a:avLst/>
              <a:gdLst>
                <a:gd name="connsiteX0" fmla="*/ 0 w 244674"/>
                <a:gd name="connsiteY0" fmla="*/ 0 h 865824"/>
                <a:gd name="connsiteX1" fmla="*/ 157405 w 244674"/>
                <a:gd name="connsiteY1" fmla="*/ 0 h 865824"/>
                <a:gd name="connsiteX2" fmla="*/ 244674 w 244674"/>
                <a:gd name="connsiteY2" fmla="*/ 865824 h 865824"/>
                <a:gd name="connsiteX3" fmla="*/ 83034 w 244674"/>
                <a:gd name="connsiteY3" fmla="*/ 865824 h 865824"/>
                <a:gd name="connsiteX4" fmla="*/ 0 w 244674"/>
                <a:gd name="connsiteY4" fmla="*/ 0 h 86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674" h="865824">
                  <a:moveTo>
                    <a:pt x="0" y="0"/>
                  </a:moveTo>
                  <a:lnTo>
                    <a:pt x="157405" y="0"/>
                  </a:lnTo>
                  <a:lnTo>
                    <a:pt x="244674" y="865824"/>
                  </a:lnTo>
                  <a:lnTo>
                    <a:pt x="83034" y="865824"/>
                  </a:lnTo>
                  <a:lnTo>
                    <a:pt x="0" y="0"/>
                  </a:lnTo>
                  <a:close/>
                </a:path>
              </a:pathLst>
            </a:custGeom>
            <a:solidFill>
              <a:srgbClr val="F6AAB9"/>
            </a:solidFill>
            <a:ln w="8342" cap="flat">
              <a:solidFill>
                <a:srgbClr val="E83050"/>
              </a:solidFill>
              <a:prstDash val="solid"/>
              <a:miter/>
            </a:ln>
          </p:spPr>
          <p:txBody>
            <a:bodyPr rtlCol="0" anchor="ctr"/>
            <a:lstStyle/>
            <a:p>
              <a:endParaRPr lang="en-BE"/>
            </a:p>
          </p:txBody>
        </p:sp>
        <p:sp>
          <p:nvSpPr>
            <p:cNvPr id="20" name="Freeform: Shape 19">
              <a:extLst>
                <a:ext uri="{FF2B5EF4-FFF2-40B4-BE49-F238E27FC236}">
                  <a16:creationId xmlns:a16="http://schemas.microsoft.com/office/drawing/2014/main" id="{D4D35EC7-AC14-F625-946B-2CB94E751E88}"/>
                </a:ext>
              </a:extLst>
            </p:cNvPr>
            <p:cNvSpPr/>
            <p:nvPr/>
          </p:nvSpPr>
          <p:spPr>
            <a:xfrm>
              <a:off x="3978728" y="2454151"/>
              <a:ext cx="256486" cy="325043"/>
            </a:xfrm>
            <a:custGeom>
              <a:avLst/>
              <a:gdLst>
                <a:gd name="connsiteX0" fmla="*/ 12320 w 85536"/>
                <a:gd name="connsiteY0" fmla="*/ 0 h 108399"/>
                <a:gd name="connsiteX1" fmla="*/ 12192 w 85536"/>
                <a:gd name="connsiteY1" fmla="*/ 13989 h 108399"/>
                <a:gd name="connsiteX2" fmla="*/ 10780 w 85536"/>
                <a:gd name="connsiteY2" fmla="*/ 20726 h 108399"/>
                <a:gd name="connsiteX3" fmla="*/ 0 w 85536"/>
                <a:gd name="connsiteY3" fmla="*/ 51848 h 108399"/>
                <a:gd name="connsiteX4" fmla="*/ 12834 w 85536"/>
                <a:gd name="connsiteY4" fmla="*/ 88039 h 108399"/>
                <a:gd name="connsiteX5" fmla="*/ 69238 w 85536"/>
                <a:gd name="connsiteY5" fmla="*/ 90991 h 108399"/>
                <a:gd name="connsiteX6" fmla="*/ 85536 w 85536"/>
                <a:gd name="connsiteY6" fmla="*/ 56853 h 108399"/>
                <a:gd name="connsiteX7" fmla="*/ 79504 w 85536"/>
                <a:gd name="connsiteY7" fmla="*/ 36640 h 10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536" h="108399">
                  <a:moveTo>
                    <a:pt x="12320" y="0"/>
                  </a:moveTo>
                  <a:cubicBezTo>
                    <a:pt x="13154" y="2246"/>
                    <a:pt x="12449" y="11486"/>
                    <a:pt x="12192" y="13989"/>
                  </a:cubicBezTo>
                  <a:cubicBezTo>
                    <a:pt x="11935" y="16235"/>
                    <a:pt x="11422" y="18545"/>
                    <a:pt x="10780" y="20726"/>
                  </a:cubicBezTo>
                  <a:cubicBezTo>
                    <a:pt x="7893" y="31314"/>
                    <a:pt x="3529" y="41453"/>
                    <a:pt x="0" y="51848"/>
                  </a:cubicBezTo>
                  <a:lnTo>
                    <a:pt x="12834" y="88039"/>
                  </a:lnTo>
                  <a:cubicBezTo>
                    <a:pt x="21945" y="113706"/>
                    <a:pt x="57495" y="115567"/>
                    <a:pt x="69238" y="90991"/>
                  </a:cubicBezTo>
                  <a:lnTo>
                    <a:pt x="85536" y="56853"/>
                  </a:lnTo>
                  <a:cubicBezTo>
                    <a:pt x="81494" y="53709"/>
                    <a:pt x="78799" y="42479"/>
                    <a:pt x="79504" y="36640"/>
                  </a:cubicBezTo>
                </a:path>
              </a:pathLst>
            </a:custGeom>
            <a:solidFill>
              <a:srgbClr val="FFFFFF"/>
            </a:solidFill>
            <a:ln w="8342" cap="flat">
              <a:solidFill>
                <a:srgbClr val="E83050"/>
              </a:solidFill>
              <a:prstDash val="solid"/>
              <a:miter/>
            </a:ln>
          </p:spPr>
          <p:txBody>
            <a:bodyPr rtlCol="0" anchor="ctr"/>
            <a:lstStyle/>
            <a:p>
              <a:endParaRPr lang="en-BE"/>
            </a:p>
          </p:txBody>
        </p:sp>
        <p:sp>
          <p:nvSpPr>
            <p:cNvPr id="21" name="Freeform: Shape 20">
              <a:extLst>
                <a:ext uri="{FF2B5EF4-FFF2-40B4-BE49-F238E27FC236}">
                  <a16:creationId xmlns:a16="http://schemas.microsoft.com/office/drawing/2014/main" id="{4C2C3C2D-BAF3-B97D-E2B1-53921B38929C}"/>
                </a:ext>
              </a:extLst>
            </p:cNvPr>
            <p:cNvSpPr/>
            <p:nvPr/>
          </p:nvSpPr>
          <p:spPr>
            <a:xfrm>
              <a:off x="3565230" y="4110644"/>
              <a:ext cx="346351" cy="333790"/>
            </a:xfrm>
            <a:custGeom>
              <a:avLst/>
              <a:gdLst>
                <a:gd name="connsiteX0" fmla="*/ 72510 w 115505"/>
                <a:gd name="connsiteY0" fmla="*/ 35164 h 111316"/>
                <a:gd name="connsiteX1" fmla="*/ 106391 w 115505"/>
                <a:gd name="connsiteY1" fmla="*/ 61858 h 111316"/>
                <a:gd name="connsiteX2" fmla="*/ 115503 w 115505"/>
                <a:gd name="connsiteY2" fmla="*/ 86435 h 111316"/>
                <a:gd name="connsiteX3" fmla="*/ 103503 w 115505"/>
                <a:gd name="connsiteY3" fmla="*/ 108701 h 111316"/>
                <a:gd name="connsiteX4" fmla="*/ 83355 w 115505"/>
                <a:gd name="connsiteY4" fmla="*/ 110498 h 111316"/>
                <a:gd name="connsiteX5" fmla="*/ 16170 w 115505"/>
                <a:gd name="connsiteY5" fmla="*/ 66414 h 111316"/>
                <a:gd name="connsiteX6" fmla="*/ 0 w 115505"/>
                <a:gd name="connsiteY6" fmla="*/ 46971 h 111316"/>
                <a:gd name="connsiteX7" fmla="*/ 52425 w 115505"/>
                <a:gd name="connsiteY7" fmla="*/ 0 h 111316"/>
                <a:gd name="connsiteX8" fmla="*/ 84317 w 115505"/>
                <a:gd name="connsiteY8" fmla="*/ 18096 h 111316"/>
                <a:gd name="connsiteX9" fmla="*/ 72510 w 115505"/>
                <a:gd name="connsiteY9" fmla="*/ 35100 h 111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5505" h="111316">
                  <a:moveTo>
                    <a:pt x="72510" y="35164"/>
                  </a:moveTo>
                  <a:cubicBezTo>
                    <a:pt x="86050" y="40554"/>
                    <a:pt x="97985" y="49987"/>
                    <a:pt x="106391" y="61858"/>
                  </a:cubicBezTo>
                  <a:cubicBezTo>
                    <a:pt x="111524" y="69109"/>
                    <a:pt x="115375" y="77580"/>
                    <a:pt x="115503" y="86435"/>
                  </a:cubicBezTo>
                  <a:cubicBezTo>
                    <a:pt x="115631" y="95290"/>
                    <a:pt x="111332" y="104594"/>
                    <a:pt x="103503" y="108701"/>
                  </a:cubicBezTo>
                  <a:cubicBezTo>
                    <a:pt x="97408" y="111910"/>
                    <a:pt x="90157" y="111717"/>
                    <a:pt x="83355" y="110498"/>
                  </a:cubicBezTo>
                  <a:cubicBezTo>
                    <a:pt x="56596" y="105493"/>
                    <a:pt x="35549" y="85536"/>
                    <a:pt x="16170" y="66414"/>
                  </a:cubicBezTo>
                  <a:cubicBezTo>
                    <a:pt x="10138" y="60511"/>
                    <a:pt x="4042" y="54415"/>
                    <a:pt x="0" y="46971"/>
                  </a:cubicBezTo>
                  <a:lnTo>
                    <a:pt x="52425" y="0"/>
                  </a:lnTo>
                  <a:cubicBezTo>
                    <a:pt x="63398" y="5454"/>
                    <a:pt x="74050" y="11486"/>
                    <a:pt x="84317" y="18096"/>
                  </a:cubicBezTo>
                  <a:lnTo>
                    <a:pt x="72510" y="35100"/>
                  </a:lnTo>
                  <a:close/>
                </a:path>
              </a:pathLst>
            </a:custGeom>
            <a:solidFill>
              <a:srgbClr val="FFFFFF"/>
            </a:solidFill>
            <a:ln w="8342" cap="flat">
              <a:solidFill>
                <a:srgbClr val="E83050"/>
              </a:solidFill>
              <a:prstDash val="solid"/>
              <a:miter/>
            </a:ln>
          </p:spPr>
          <p:txBody>
            <a:bodyPr rtlCol="0" anchor="ctr"/>
            <a:lstStyle/>
            <a:p>
              <a:endParaRPr lang="en-BE"/>
            </a:p>
          </p:txBody>
        </p:sp>
        <p:cxnSp>
          <p:nvCxnSpPr>
            <p:cNvPr id="22" name="Straight Connector 21">
              <a:extLst>
                <a:ext uri="{FF2B5EF4-FFF2-40B4-BE49-F238E27FC236}">
                  <a16:creationId xmlns:a16="http://schemas.microsoft.com/office/drawing/2014/main" id="{24E18652-DD22-EA18-A262-E13D90D197B1}"/>
                </a:ext>
              </a:extLst>
            </p:cNvPr>
            <p:cNvCxnSpPr>
              <a:cxnSpLocks/>
            </p:cNvCxnSpPr>
            <p:nvPr/>
          </p:nvCxnSpPr>
          <p:spPr>
            <a:xfrm>
              <a:off x="4103028" y="4004815"/>
              <a:ext cx="56454" cy="635369"/>
            </a:xfrm>
            <a:prstGeom prst="line">
              <a:avLst/>
            </a:prstGeom>
            <a:ln w="38100">
              <a:solidFill>
                <a:srgbClr val="F6AAB9"/>
              </a:solidFill>
            </a:ln>
          </p:spPr>
          <p:style>
            <a:lnRef idx="2">
              <a:schemeClr val="accent4"/>
            </a:lnRef>
            <a:fillRef idx="0">
              <a:schemeClr val="accent4"/>
            </a:fillRef>
            <a:effectRef idx="1">
              <a:schemeClr val="accent4"/>
            </a:effectRef>
            <a:fontRef idx="minor">
              <a:schemeClr val="tx1"/>
            </a:fontRef>
          </p:style>
        </p:cxnSp>
        <p:sp>
          <p:nvSpPr>
            <p:cNvPr id="23" name="Freeform: Shape 22">
              <a:extLst>
                <a:ext uri="{FF2B5EF4-FFF2-40B4-BE49-F238E27FC236}">
                  <a16:creationId xmlns:a16="http://schemas.microsoft.com/office/drawing/2014/main" id="{4454630F-227C-2882-F505-543556E4361E}"/>
                </a:ext>
              </a:extLst>
            </p:cNvPr>
            <p:cNvSpPr/>
            <p:nvPr/>
          </p:nvSpPr>
          <p:spPr>
            <a:xfrm>
              <a:off x="3725126" y="2609622"/>
              <a:ext cx="849890" cy="1395193"/>
            </a:xfrm>
            <a:custGeom>
              <a:avLst/>
              <a:gdLst>
                <a:gd name="connsiteX0" fmla="*/ 0 w 283431"/>
                <a:gd name="connsiteY0" fmla="*/ 46907 h 465285"/>
                <a:gd name="connsiteX1" fmla="*/ 84574 w 283431"/>
                <a:gd name="connsiteY1" fmla="*/ 0 h 465285"/>
                <a:gd name="connsiteX2" fmla="*/ 98563 w 283431"/>
                <a:gd name="connsiteY2" fmla="*/ 38886 h 465285"/>
                <a:gd name="connsiteX3" fmla="*/ 155993 w 283431"/>
                <a:gd name="connsiteY3" fmla="*/ 38116 h 465285"/>
                <a:gd name="connsiteX4" fmla="*/ 168634 w 283431"/>
                <a:gd name="connsiteY4" fmla="*/ 0 h 465285"/>
                <a:gd name="connsiteX5" fmla="*/ 283432 w 283431"/>
                <a:gd name="connsiteY5" fmla="*/ 46907 h 465285"/>
                <a:gd name="connsiteX6" fmla="*/ 283432 w 283431"/>
                <a:gd name="connsiteY6" fmla="*/ 465285 h 465285"/>
                <a:gd name="connsiteX7" fmla="*/ 0 w 283431"/>
                <a:gd name="connsiteY7" fmla="*/ 465285 h 465285"/>
                <a:gd name="connsiteX8" fmla="*/ 0 w 283431"/>
                <a:gd name="connsiteY8" fmla="*/ 46907 h 465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431" h="465285">
                  <a:moveTo>
                    <a:pt x="0" y="46907"/>
                  </a:moveTo>
                  <a:lnTo>
                    <a:pt x="84574" y="0"/>
                  </a:lnTo>
                  <a:lnTo>
                    <a:pt x="98563" y="38886"/>
                  </a:lnTo>
                  <a:cubicBezTo>
                    <a:pt x="108316" y="66029"/>
                    <a:pt x="146945" y="65516"/>
                    <a:pt x="155993" y="38116"/>
                  </a:cubicBezTo>
                  <a:lnTo>
                    <a:pt x="168634" y="0"/>
                  </a:lnTo>
                  <a:lnTo>
                    <a:pt x="283432" y="46907"/>
                  </a:lnTo>
                  <a:lnTo>
                    <a:pt x="283432" y="465285"/>
                  </a:lnTo>
                  <a:lnTo>
                    <a:pt x="0" y="465285"/>
                  </a:lnTo>
                  <a:lnTo>
                    <a:pt x="0" y="46907"/>
                  </a:lnTo>
                  <a:close/>
                </a:path>
              </a:pathLst>
            </a:custGeom>
            <a:solidFill>
              <a:srgbClr val="EC4D6A"/>
            </a:solidFill>
            <a:ln w="8342" cap="flat">
              <a:solidFill>
                <a:srgbClr val="E83050"/>
              </a:solidFill>
              <a:prstDash val="solid"/>
              <a:round/>
            </a:ln>
          </p:spPr>
          <p:txBody>
            <a:bodyPr rtlCol="0" anchor="ctr"/>
            <a:lstStyle/>
            <a:p>
              <a:endParaRPr lang="en-BE"/>
            </a:p>
          </p:txBody>
        </p:sp>
        <p:sp>
          <p:nvSpPr>
            <p:cNvPr id="24" name="Freeform: Shape 23">
              <a:extLst>
                <a:ext uri="{FF2B5EF4-FFF2-40B4-BE49-F238E27FC236}">
                  <a16:creationId xmlns:a16="http://schemas.microsoft.com/office/drawing/2014/main" id="{8F941EA7-1EA6-C9D7-149A-872AEE97CA60}"/>
                </a:ext>
              </a:extLst>
            </p:cNvPr>
            <p:cNvSpPr/>
            <p:nvPr/>
          </p:nvSpPr>
          <p:spPr>
            <a:xfrm>
              <a:off x="3223542" y="2750276"/>
              <a:ext cx="519093" cy="1572982"/>
            </a:xfrm>
            <a:custGeom>
              <a:avLst/>
              <a:gdLst>
                <a:gd name="connsiteX0" fmla="*/ 169327 w 173113"/>
                <a:gd name="connsiteY0" fmla="*/ 153042 h 524576"/>
                <a:gd name="connsiteX1" fmla="*/ 114014 w 173113"/>
                <a:gd name="connsiteY1" fmla="*/ 294597 h 524576"/>
                <a:gd name="connsiteX2" fmla="*/ 173114 w 173113"/>
                <a:gd name="connsiteY2" fmla="*/ 446676 h 524576"/>
                <a:gd name="connsiteX3" fmla="*/ 88604 w 173113"/>
                <a:gd name="connsiteY3" fmla="*/ 524577 h 524576"/>
                <a:gd name="connsiteX4" fmla="*/ 20970 w 173113"/>
                <a:gd name="connsiteY4" fmla="*/ 388347 h 524576"/>
                <a:gd name="connsiteX5" fmla="*/ 1592 w 173113"/>
                <a:gd name="connsiteY5" fmla="*/ 327965 h 524576"/>
                <a:gd name="connsiteX6" fmla="*/ 1335 w 173113"/>
                <a:gd name="connsiteY6" fmla="*/ 294726 h 524576"/>
                <a:gd name="connsiteX7" fmla="*/ 44328 w 173113"/>
                <a:gd name="connsiteY7" fmla="*/ 179094 h 524576"/>
                <a:gd name="connsiteX8" fmla="*/ 129094 w 173113"/>
                <a:gd name="connsiteY8" fmla="*/ 32918 h 524576"/>
                <a:gd name="connsiteX9" fmla="*/ 145778 w 173113"/>
                <a:gd name="connsiteY9" fmla="*/ 15978 h 524576"/>
                <a:gd name="connsiteX10" fmla="*/ 167274 w 173113"/>
                <a:gd name="connsiteY10" fmla="*/ 0 h 524576"/>
                <a:gd name="connsiteX11" fmla="*/ 167852 w 173113"/>
                <a:gd name="connsiteY11" fmla="*/ 7636 h 524576"/>
                <a:gd name="connsiteX12" fmla="*/ 169327 w 173113"/>
                <a:gd name="connsiteY12" fmla="*/ 152977 h 524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113" h="524576">
                  <a:moveTo>
                    <a:pt x="169327" y="153042"/>
                  </a:moveTo>
                  <a:lnTo>
                    <a:pt x="114014" y="294597"/>
                  </a:lnTo>
                  <a:lnTo>
                    <a:pt x="173114" y="446676"/>
                  </a:lnTo>
                  <a:lnTo>
                    <a:pt x="88604" y="524577"/>
                  </a:lnTo>
                  <a:lnTo>
                    <a:pt x="20970" y="388347"/>
                  </a:lnTo>
                  <a:cubicBezTo>
                    <a:pt x="11538" y="369289"/>
                    <a:pt x="4736" y="349012"/>
                    <a:pt x="1592" y="327965"/>
                  </a:cubicBezTo>
                  <a:cubicBezTo>
                    <a:pt x="-141" y="316350"/>
                    <a:pt x="-783" y="304287"/>
                    <a:pt x="1335" y="294726"/>
                  </a:cubicBezTo>
                  <a:cubicBezTo>
                    <a:pt x="4607" y="279518"/>
                    <a:pt x="25975" y="224782"/>
                    <a:pt x="44328" y="179094"/>
                  </a:cubicBezTo>
                  <a:cubicBezTo>
                    <a:pt x="60626" y="138475"/>
                    <a:pt x="100924" y="73152"/>
                    <a:pt x="129094" y="32918"/>
                  </a:cubicBezTo>
                  <a:cubicBezTo>
                    <a:pt x="133650" y="26373"/>
                    <a:pt x="139361" y="20662"/>
                    <a:pt x="145778" y="15978"/>
                  </a:cubicBezTo>
                  <a:lnTo>
                    <a:pt x="167274" y="0"/>
                  </a:lnTo>
                  <a:lnTo>
                    <a:pt x="167852" y="7636"/>
                  </a:lnTo>
                  <a:lnTo>
                    <a:pt x="169327" y="152977"/>
                  </a:lnTo>
                  <a:close/>
                </a:path>
              </a:pathLst>
            </a:custGeom>
            <a:solidFill>
              <a:srgbClr val="EC4D6A"/>
            </a:solidFill>
            <a:ln w="8342" cap="flat">
              <a:solidFill>
                <a:srgbClr val="E83050"/>
              </a:solidFill>
              <a:prstDash val="solid"/>
              <a:round/>
            </a:ln>
          </p:spPr>
          <p:txBody>
            <a:bodyPr rtlCol="0" anchor="ctr"/>
            <a:lstStyle/>
            <a:p>
              <a:endParaRPr lang="en-BE"/>
            </a:p>
          </p:txBody>
        </p:sp>
        <p:sp>
          <p:nvSpPr>
            <p:cNvPr id="25" name="Freeform: Shape 24">
              <a:extLst>
                <a:ext uri="{FF2B5EF4-FFF2-40B4-BE49-F238E27FC236}">
                  <a16:creationId xmlns:a16="http://schemas.microsoft.com/office/drawing/2014/main" id="{3C4B5E6A-42B2-5EFB-381C-8F4DAC0C9A44}"/>
                </a:ext>
              </a:extLst>
            </p:cNvPr>
            <p:cNvSpPr/>
            <p:nvPr/>
          </p:nvSpPr>
          <p:spPr>
            <a:xfrm>
              <a:off x="3948649" y="1979887"/>
              <a:ext cx="439849" cy="586363"/>
            </a:xfrm>
            <a:custGeom>
              <a:avLst/>
              <a:gdLst>
                <a:gd name="connsiteX0" fmla="*/ 598 w 146686"/>
                <a:gd name="connsiteY0" fmla="*/ 104775 h 195547"/>
                <a:gd name="connsiteX1" fmla="*/ 11250 w 146686"/>
                <a:gd name="connsiteY1" fmla="*/ 140966 h 195547"/>
                <a:gd name="connsiteX2" fmla="*/ 82670 w 146686"/>
                <a:gd name="connsiteY2" fmla="*/ 195509 h 195547"/>
                <a:gd name="connsiteX3" fmla="*/ 146260 w 146686"/>
                <a:gd name="connsiteY3" fmla="*/ 90979 h 195547"/>
                <a:gd name="connsiteX4" fmla="*/ 64189 w 146686"/>
                <a:gd name="connsiteY4" fmla="*/ 245 h 195547"/>
                <a:gd name="connsiteX5" fmla="*/ 598 w 146686"/>
                <a:gd name="connsiteY5" fmla="*/ 104775 h 19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686" h="195547">
                  <a:moveTo>
                    <a:pt x="598" y="104775"/>
                  </a:moveTo>
                  <a:cubicBezTo>
                    <a:pt x="1881" y="118058"/>
                    <a:pt x="5731" y="130186"/>
                    <a:pt x="11250" y="140966"/>
                  </a:cubicBezTo>
                  <a:cubicBezTo>
                    <a:pt x="28190" y="173948"/>
                    <a:pt x="60852" y="194162"/>
                    <a:pt x="82670" y="195509"/>
                  </a:cubicBezTo>
                  <a:cubicBezTo>
                    <a:pt x="108978" y="197177"/>
                    <a:pt x="151394" y="144880"/>
                    <a:pt x="146260" y="90979"/>
                  </a:cubicBezTo>
                  <a:cubicBezTo>
                    <a:pt x="141191" y="37077"/>
                    <a:pt x="104422" y="-3541"/>
                    <a:pt x="64189" y="245"/>
                  </a:cubicBezTo>
                  <a:cubicBezTo>
                    <a:pt x="23955" y="4030"/>
                    <a:pt x="-4535" y="50873"/>
                    <a:pt x="598" y="104775"/>
                  </a:cubicBezTo>
                  <a:close/>
                </a:path>
              </a:pathLst>
            </a:custGeom>
            <a:solidFill>
              <a:srgbClr val="FFFFFF"/>
            </a:solidFill>
            <a:ln w="8342" cap="flat">
              <a:solidFill>
                <a:srgbClr val="E83050"/>
              </a:solidFill>
              <a:prstDash val="solid"/>
              <a:miter/>
            </a:ln>
          </p:spPr>
          <p:txBody>
            <a:bodyPr rtlCol="0" anchor="ctr"/>
            <a:lstStyle/>
            <a:p>
              <a:endParaRPr lang="en-BE"/>
            </a:p>
          </p:txBody>
        </p:sp>
        <p:sp>
          <p:nvSpPr>
            <p:cNvPr id="26" name="Freeform: Shape 25">
              <a:extLst>
                <a:ext uri="{FF2B5EF4-FFF2-40B4-BE49-F238E27FC236}">
                  <a16:creationId xmlns:a16="http://schemas.microsoft.com/office/drawing/2014/main" id="{47F35D04-7B55-3C9F-26D8-9B475037F613}"/>
                </a:ext>
              </a:extLst>
            </p:cNvPr>
            <p:cNvSpPr/>
            <p:nvPr/>
          </p:nvSpPr>
          <p:spPr>
            <a:xfrm>
              <a:off x="3946715" y="1974253"/>
              <a:ext cx="516316" cy="744037"/>
            </a:xfrm>
            <a:custGeom>
              <a:avLst/>
              <a:gdLst>
                <a:gd name="connsiteX0" fmla="*/ 32173 w 172187"/>
                <a:gd name="connsiteY0" fmla="*/ 16369 h 248130"/>
                <a:gd name="connsiteX1" fmla="*/ 136767 w 172187"/>
                <a:gd name="connsiteY1" fmla="*/ 5974 h 248130"/>
                <a:gd name="connsiteX2" fmla="*/ 152168 w 172187"/>
                <a:gd name="connsiteY2" fmla="*/ 11685 h 248130"/>
                <a:gd name="connsiteX3" fmla="*/ 152809 w 172187"/>
                <a:gd name="connsiteY3" fmla="*/ 30807 h 248130"/>
                <a:gd name="connsiteX4" fmla="*/ 171675 w 172187"/>
                <a:gd name="connsiteY4" fmla="*/ 44347 h 248130"/>
                <a:gd name="connsiteX5" fmla="*/ 162819 w 172187"/>
                <a:gd name="connsiteY5" fmla="*/ 66741 h 248130"/>
                <a:gd name="connsiteX6" fmla="*/ 130286 w 172187"/>
                <a:gd name="connsiteY6" fmla="*/ 73094 h 248130"/>
                <a:gd name="connsiteX7" fmla="*/ 89090 w 172187"/>
                <a:gd name="connsiteY7" fmla="*/ 73608 h 248130"/>
                <a:gd name="connsiteX8" fmla="*/ 55722 w 172187"/>
                <a:gd name="connsiteY8" fmla="*/ 68859 h 248130"/>
                <a:gd name="connsiteX9" fmla="*/ 47380 w 172187"/>
                <a:gd name="connsiteY9" fmla="*/ 102355 h 248130"/>
                <a:gd name="connsiteX10" fmla="*/ 36408 w 172187"/>
                <a:gd name="connsiteY10" fmla="*/ 85864 h 248130"/>
                <a:gd name="connsiteX11" fmla="*/ 23767 w 172187"/>
                <a:gd name="connsiteY11" fmla="*/ 90291 h 248130"/>
                <a:gd name="connsiteX12" fmla="*/ 23189 w 172187"/>
                <a:gd name="connsiteY12" fmla="*/ 104922 h 248130"/>
                <a:gd name="connsiteX13" fmla="*/ 31788 w 172187"/>
                <a:gd name="connsiteY13" fmla="*/ 121734 h 248130"/>
                <a:gd name="connsiteX14" fmla="*/ 60150 w 172187"/>
                <a:gd name="connsiteY14" fmla="*/ 160171 h 248130"/>
                <a:gd name="connsiteX15" fmla="*/ 92491 w 172187"/>
                <a:gd name="connsiteY15" fmla="*/ 142460 h 248130"/>
                <a:gd name="connsiteX16" fmla="*/ 140682 w 172187"/>
                <a:gd name="connsiteY16" fmla="*/ 142781 h 248130"/>
                <a:gd name="connsiteX17" fmla="*/ 122522 w 172187"/>
                <a:gd name="connsiteY17" fmla="*/ 219206 h 248130"/>
                <a:gd name="connsiteX18" fmla="*/ 59123 w 172187"/>
                <a:gd name="connsiteY18" fmla="*/ 233066 h 248130"/>
                <a:gd name="connsiteX19" fmla="*/ 32108 w 172187"/>
                <a:gd name="connsiteY19" fmla="*/ 16562 h 24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2187" h="248130">
                  <a:moveTo>
                    <a:pt x="32173" y="16369"/>
                  </a:moveTo>
                  <a:cubicBezTo>
                    <a:pt x="61048" y="-8207"/>
                    <a:pt x="102694" y="776"/>
                    <a:pt x="136767" y="5974"/>
                  </a:cubicBezTo>
                  <a:cubicBezTo>
                    <a:pt x="142286" y="6808"/>
                    <a:pt x="148125" y="7835"/>
                    <a:pt x="152168" y="11685"/>
                  </a:cubicBezTo>
                  <a:cubicBezTo>
                    <a:pt x="157301" y="16562"/>
                    <a:pt x="157558" y="25609"/>
                    <a:pt x="152809" y="30807"/>
                  </a:cubicBezTo>
                  <a:cubicBezTo>
                    <a:pt x="161215" y="29588"/>
                    <a:pt x="169685" y="36069"/>
                    <a:pt x="171675" y="44347"/>
                  </a:cubicBezTo>
                  <a:cubicBezTo>
                    <a:pt x="173664" y="52624"/>
                    <a:pt x="169685" y="61672"/>
                    <a:pt x="162819" y="66741"/>
                  </a:cubicBezTo>
                  <a:cubicBezTo>
                    <a:pt x="153708" y="73479"/>
                    <a:pt x="140938" y="71875"/>
                    <a:pt x="130286" y="73094"/>
                  </a:cubicBezTo>
                  <a:cubicBezTo>
                    <a:pt x="116682" y="74634"/>
                    <a:pt x="102758" y="74634"/>
                    <a:pt x="89090" y="73608"/>
                  </a:cubicBezTo>
                  <a:cubicBezTo>
                    <a:pt x="77860" y="72773"/>
                    <a:pt x="66759" y="71169"/>
                    <a:pt x="55722" y="68859"/>
                  </a:cubicBezTo>
                  <a:cubicBezTo>
                    <a:pt x="51359" y="79575"/>
                    <a:pt x="48535" y="90869"/>
                    <a:pt x="47380" y="102355"/>
                  </a:cubicBezTo>
                  <a:cubicBezTo>
                    <a:pt x="41156" y="99596"/>
                    <a:pt x="42119" y="89457"/>
                    <a:pt x="36408" y="85864"/>
                  </a:cubicBezTo>
                  <a:cubicBezTo>
                    <a:pt x="32173" y="83233"/>
                    <a:pt x="26141" y="85864"/>
                    <a:pt x="23767" y="90291"/>
                  </a:cubicBezTo>
                  <a:cubicBezTo>
                    <a:pt x="21392" y="94719"/>
                    <a:pt x="20943" y="100430"/>
                    <a:pt x="23189" y="104922"/>
                  </a:cubicBezTo>
                  <a:lnTo>
                    <a:pt x="31788" y="121734"/>
                  </a:lnTo>
                  <a:cubicBezTo>
                    <a:pt x="31788" y="121734"/>
                    <a:pt x="38589" y="160171"/>
                    <a:pt x="60150" y="160171"/>
                  </a:cubicBezTo>
                  <a:cubicBezTo>
                    <a:pt x="76962" y="160171"/>
                    <a:pt x="85304" y="143038"/>
                    <a:pt x="92491" y="142460"/>
                  </a:cubicBezTo>
                  <a:cubicBezTo>
                    <a:pt x="104940" y="141369"/>
                    <a:pt x="134970" y="144321"/>
                    <a:pt x="140682" y="142781"/>
                  </a:cubicBezTo>
                  <a:cubicBezTo>
                    <a:pt x="140682" y="142781"/>
                    <a:pt x="129516" y="200148"/>
                    <a:pt x="122522" y="219206"/>
                  </a:cubicBezTo>
                  <a:cubicBezTo>
                    <a:pt x="112191" y="247376"/>
                    <a:pt x="80492" y="260402"/>
                    <a:pt x="59123" y="233066"/>
                  </a:cubicBezTo>
                  <a:cubicBezTo>
                    <a:pt x="17029" y="179165"/>
                    <a:pt x="-34755" y="73415"/>
                    <a:pt x="32108" y="16562"/>
                  </a:cubicBezTo>
                  <a:close/>
                </a:path>
              </a:pathLst>
            </a:custGeom>
            <a:solidFill>
              <a:srgbClr val="F6AAB9"/>
            </a:solidFill>
            <a:ln w="8342" cap="flat">
              <a:solidFill>
                <a:srgbClr val="E83050"/>
              </a:solidFill>
              <a:prstDash val="solid"/>
              <a:miter/>
            </a:ln>
          </p:spPr>
          <p:txBody>
            <a:bodyPr rtlCol="0" anchor="ctr"/>
            <a:lstStyle/>
            <a:p>
              <a:endParaRPr lang="en-BE"/>
            </a:p>
          </p:txBody>
        </p:sp>
      </p:grpSp>
    </p:spTree>
    <p:extLst>
      <p:ext uri="{BB962C8B-B14F-4D97-AF65-F5344CB8AC3E}">
        <p14:creationId xmlns:p14="http://schemas.microsoft.com/office/powerpoint/2010/main" val="3360711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CDF96-71FB-7C2A-1436-DE2E9D4E33D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C42C7D7-2F01-8E93-9653-618EFFC7DA00}"/>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10" name="Freeform: Shape 9">
            <a:extLst>
              <a:ext uri="{FF2B5EF4-FFF2-40B4-BE49-F238E27FC236}">
                <a16:creationId xmlns:a16="http://schemas.microsoft.com/office/drawing/2014/main" id="{5B6B5963-78BE-92CB-91CD-1C0FC55FD3B9}"/>
              </a:ext>
            </a:extLst>
          </p:cNvPr>
          <p:cNvSpPr/>
          <p:nvPr/>
        </p:nvSpPr>
        <p:spPr>
          <a:xfrm rot="16200000" flipH="1">
            <a:off x="6307603" y="5611373"/>
            <a:ext cx="2290034" cy="164978"/>
          </a:xfrm>
          <a:custGeom>
            <a:avLst/>
            <a:gdLst>
              <a:gd name="connsiteX0" fmla="*/ 0 w 2290034"/>
              <a:gd name="connsiteY0" fmla="*/ 0 h 164978"/>
              <a:gd name="connsiteX1" fmla="*/ 2290034 w 2290034"/>
              <a:gd name="connsiteY1" fmla="*/ 0 h 164978"/>
              <a:gd name="connsiteX2" fmla="*/ 2290034 w 2290034"/>
              <a:gd name="connsiteY2" fmla="*/ 164979 h 164978"/>
              <a:gd name="connsiteX3" fmla="*/ 0 w 2290034"/>
              <a:gd name="connsiteY3" fmla="*/ 164979 h 164978"/>
            </a:gdLst>
            <a:ahLst/>
            <a:cxnLst>
              <a:cxn ang="0">
                <a:pos x="connsiteX0" y="connsiteY0"/>
              </a:cxn>
              <a:cxn ang="0">
                <a:pos x="connsiteX1" y="connsiteY1"/>
              </a:cxn>
              <a:cxn ang="0">
                <a:pos x="connsiteX2" y="connsiteY2"/>
              </a:cxn>
              <a:cxn ang="0">
                <a:pos x="connsiteX3" y="connsiteY3"/>
              </a:cxn>
            </a:cxnLst>
            <a:rect l="l" t="t" r="r" b="b"/>
            <a:pathLst>
              <a:path w="2290034" h="164978">
                <a:moveTo>
                  <a:pt x="0" y="0"/>
                </a:moveTo>
                <a:lnTo>
                  <a:pt x="2290034" y="0"/>
                </a:lnTo>
                <a:lnTo>
                  <a:pt x="2290034" y="164979"/>
                </a:lnTo>
                <a:lnTo>
                  <a:pt x="0" y="164979"/>
                </a:lnTo>
                <a:close/>
              </a:path>
            </a:pathLst>
          </a:custGeom>
          <a:solidFill>
            <a:srgbClr val="C4AFD3"/>
          </a:solidFill>
          <a:ln w="23644" cap="flat">
            <a:solidFill>
              <a:schemeClr val="accent3"/>
            </a:solidFill>
            <a:prstDash val="solid"/>
            <a:miter/>
          </a:ln>
        </p:spPr>
        <p:txBody>
          <a:bodyPr rtlCol="0" anchor="ctr"/>
          <a:lstStyle/>
          <a:p>
            <a:endParaRPr lang="en-BE"/>
          </a:p>
        </p:txBody>
      </p:sp>
      <p:grpSp>
        <p:nvGrpSpPr>
          <p:cNvPr id="12" name="Graphic 7">
            <a:extLst>
              <a:ext uri="{FF2B5EF4-FFF2-40B4-BE49-F238E27FC236}">
                <a16:creationId xmlns:a16="http://schemas.microsoft.com/office/drawing/2014/main" id="{4246C4CC-B0DE-0290-D7E5-36C4519A9972}"/>
              </a:ext>
            </a:extLst>
          </p:cNvPr>
          <p:cNvGrpSpPr/>
          <p:nvPr/>
        </p:nvGrpSpPr>
        <p:grpSpPr>
          <a:xfrm flipH="1">
            <a:off x="4262123" y="5059077"/>
            <a:ext cx="1600802" cy="1779984"/>
            <a:chOff x="9952602" y="5059077"/>
            <a:chExt cx="1600802" cy="1779984"/>
          </a:xfrm>
        </p:grpSpPr>
        <p:sp>
          <p:nvSpPr>
            <p:cNvPr id="13" name="Freeform: Shape 12">
              <a:extLst>
                <a:ext uri="{FF2B5EF4-FFF2-40B4-BE49-F238E27FC236}">
                  <a16:creationId xmlns:a16="http://schemas.microsoft.com/office/drawing/2014/main" id="{DCA3AB9F-60EF-31B7-36E7-90FE99DCADF6}"/>
                </a:ext>
              </a:extLst>
            </p:cNvPr>
            <p:cNvSpPr/>
            <p:nvPr/>
          </p:nvSpPr>
          <p:spPr>
            <a:xfrm>
              <a:off x="10636553" y="5196013"/>
              <a:ext cx="242187" cy="460519"/>
            </a:xfrm>
            <a:custGeom>
              <a:avLst/>
              <a:gdLst>
                <a:gd name="connsiteX0" fmla="*/ 0 w 242187"/>
                <a:gd name="connsiteY0" fmla="*/ 0 h 460519"/>
                <a:gd name="connsiteX1" fmla="*/ 242187 w 242187"/>
                <a:gd name="connsiteY1" fmla="*/ 0 h 460519"/>
                <a:gd name="connsiteX2" fmla="*/ 242187 w 242187"/>
                <a:gd name="connsiteY2" fmla="*/ 460520 h 460519"/>
                <a:gd name="connsiteX3" fmla="*/ 0 w 242187"/>
                <a:gd name="connsiteY3" fmla="*/ 460520 h 460519"/>
              </a:gdLst>
              <a:ahLst/>
              <a:cxnLst>
                <a:cxn ang="0">
                  <a:pos x="connsiteX0" y="connsiteY0"/>
                </a:cxn>
                <a:cxn ang="0">
                  <a:pos x="connsiteX1" y="connsiteY1"/>
                </a:cxn>
                <a:cxn ang="0">
                  <a:pos x="connsiteX2" y="connsiteY2"/>
                </a:cxn>
                <a:cxn ang="0">
                  <a:pos x="connsiteX3" y="connsiteY3"/>
                </a:cxn>
              </a:cxnLst>
              <a:rect l="l" t="t" r="r" b="b"/>
              <a:pathLst>
                <a:path w="242187" h="460519">
                  <a:moveTo>
                    <a:pt x="0" y="0"/>
                  </a:moveTo>
                  <a:lnTo>
                    <a:pt x="242187" y="0"/>
                  </a:lnTo>
                  <a:lnTo>
                    <a:pt x="242187" y="460520"/>
                  </a:lnTo>
                  <a:lnTo>
                    <a:pt x="0" y="460520"/>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14" name="Freeform: Shape 13">
              <a:extLst>
                <a:ext uri="{FF2B5EF4-FFF2-40B4-BE49-F238E27FC236}">
                  <a16:creationId xmlns:a16="http://schemas.microsoft.com/office/drawing/2014/main" id="{DB722F0C-2EF5-7643-7DAF-E5BE73D1C5C3}"/>
                </a:ext>
              </a:extLst>
            </p:cNvPr>
            <p:cNvSpPr/>
            <p:nvPr/>
          </p:nvSpPr>
          <p:spPr>
            <a:xfrm>
              <a:off x="10714490" y="5656533"/>
              <a:ext cx="86495" cy="752419"/>
            </a:xfrm>
            <a:custGeom>
              <a:avLst/>
              <a:gdLst>
                <a:gd name="connsiteX0" fmla="*/ 0 w 86495"/>
                <a:gd name="connsiteY0" fmla="*/ 0 h 752419"/>
                <a:gd name="connsiteX1" fmla="*/ 86495 w 86495"/>
                <a:gd name="connsiteY1" fmla="*/ 0 h 752419"/>
                <a:gd name="connsiteX2" fmla="*/ 86495 w 86495"/>
                <a:gd name="connsiteY2" fmla="*/ 752419 h 752419"/>
                <a:gd name="connsiteX3" fmla="*/ 0 w 86495"/>
                <a:gd name="connsiteY3" fmla="*/ 752419 h 752419"/>
              </a:gdLst>
              <a:ahLst/>
              <a:cxnLst>
                <a:cxn ang="0">
                  <a:pos x="connsiteX0" y="connsiteY0"/>
                </a:cxn>
                <a:cxn ang="0">
                  <a:pos x="connsiteX1" y="connsiteY1"/>
                </a:cxn>
                <a:cxn ang="0">
                  <a:pos x="connsiteX2" y="connsiteY2"/>
                </a:cxn>
                <a:cxn ang="0">
                  <a:pos x="connsiteX3" y="connsiteY3"/>
                </a:cxn>
              </a:cxnLst>
              <a:rect l="l" t="t" r="r" b="b"/>
              <a:pathLst>
                <a:path w="86495" h="752419">
                  <a:moveTo>
                    <a:pt x="0" y="0"/>
                  </a:moveTo>
                  <a:lnTo>
                    <a:pt x="86495" y="0"/>
                  </a:lnTo>
                  <a:lnTo>
                    <a:pt x="86495" y="752419"/>
                  </a:lnTo>
                  <a:lnTo>
                    <a:pt x="0" y="752419"/>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15" name="Freeform: Shape 14">
              <a:extLst>
                <a:ext uri="{FF2B5EF4-FFF2-40B4-BE49-F238E27FC236}">
                  <a16:creationId xmlns:a16="http://schemas.microsoft.com/office/drawing/2014/main" id="{EF8B3782-F048-337A-98CA-2D43E66A4419}"/>
                </a:ext>
              </a:extLst>
            </p:cNvPr>
            <p:cNvSpPr/>
            <p:nvPr/>
          </p:nvSpPr>
          <p:spPr>
            <a:xfrm>
              <a:off x="10107019" y="5059077"/>
              <a:ext cx="1301619" cy="188468"/>
            </a:xfrm>
            <a:custGeom>
              <a:avLst/>
              <a:gdLst>
                <a:gd name="connsiteX0" fmla="*/ 1207476 w 1301619"/>
                <a:gd name="connsiteY0" fmla="*/ 0 h 188468"/>
                <a:gd name="connsiteX1" fmla="*/ 1301619 w 1301619"/>
                <a:gd name="connsiteY1" fmla="*/ 94144 h 188468"/>
                <a:gd name="connsiteX2" fmla="*/ 1301619 w 1301619"/>
                <a:gd name="connsiteY2" fmla="*/ 94326 h 188468"/>
                <a:gd name="connsiteX3" fmla="*/ 1207476 w 1301619"/>
                <a:gd name="connsiteY3" fmla="*/ 188469 h 188468"/>
                <a:gd name="connsiteX4" fmla="*/ 94143 w 1301619"/>
                <a:gd name="connsiteY4" fmla="*/ 188469 h 188468"/>
                <a:gd name="connsiteX5" fmla="*/ 0 w 1301619"/>
                <a:gd name="connsiteY5" fmla="*/ 94326 h 188468"/>
                <a:gd name="connsiteX6" fmla="*/ 0 w 1301619"/>
                <a:gd name="connsiteY6" fmla="*/ 94144 h 188468"/>
                <a:gd name="connsiteX7" fmla="*/ 94143 w 1301619"/>
                <a:gd name="connsiteY7" fmla="*/ 0 h 18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1619" h="188468">
                  <a:moveTo>
                    <a:pt x="1207476" y="0"/>
                  </a:moveTo>
                  <a:cubicBezTo>
                    <a:pt x="1259470" y="0"/>
                    <a:pt x="1301619" y="42149"/>
                    <a:pt x="1301619" y="94144"/>
                  </a:cubicBezTo>
                  <a:lnTo>
                    <a:pt x="1301619" y="94326"/>
                  </a:lnTo>
                  <a:cubicBezTo>
                    <a:pt x="1301619" y="146320"/>
                    <a:pt x="1259470" y="188469"/>
                    <a:pt x="1207476" y="188469"/>
                  </a:cubicBezTo>
                  <a:lnTo>
                    <a:pt x="94143" y="188469"/>
                  </a:lnTo>
                  <a:cubicBezTo>
                    <a:pt x="42149" y="188469"/>
                    <a:pt x="0" y="146320"/>
                    <a:pt x="0" y="94326"/>
                  </a:cubicBezTo>
                  <a:lnTo>
                    <a:pt x="0" y="94144"/>
                  </a:lnTo>
                  <a:cubicBezTo>
                    <a:pt x="0" y="42149"/>
                    <a:pt x="42149" y="0"/>
                    <a:pt x="94143" y="0"/>
                  </a:cubicBezTo>
                  <a:close/>
                </a:path>
              </a:pathLst>
            </a:custGeom>
            <a:solidFill>
              <a:srgbClr val="FFFFFF"/>
            </a:solidFill>
            <a:ln w="23644" cap="flat">
              <a:solidFill>
                <a:schemeClr val="accent3"/>
              </a:solidFill>
              <a:prstDash val="solid"/>
              <a:miter/>
            </a:ln>
          </p:spPr>
          <p:txBody>
            <a:bodyPr rtlCol="0" anchor="ctr"/>
            <a:lstStyle/>
            <a:p>
              <a:endParaRPr lang="en-BE"/>
            </a:p>
          </p:txBody>
        </p:sp>
        <p:grpSp>
          <p:nvGrpSpPr>
            <p:cNvPr id="16" name="Graphic 7">
              <a:extLst>
                <a:ext uri="{FF2B5EF4-FFF2-40B4-BE49-F238E27FC236}">
                  <a16:creationId xmlns:a16="http://schemas.microsoft.com/office/drawing/2014/main" id="{A1A5D0D8-51BD-2839-5889-FD612A4D5E4C}"/>
                </a:ext>
              </a:extLst>
            </p:cNvPr>
            <p:cNvGrpSpPr/>
            <p:nvPr/>
          </p:nvGrpSpPr>
          <p:grpSpPr>
            <a:xfrm>
              <a:off x="9952602" y="6379270"/>
              <a:ext cx="299365" cy="459791"/>
              <a:chOff x="9952602" y="6379270"/>
              <a:chExt cx="299365" cy="459791"/>
            </a:xfrm>
          </p:grpSpPr>
          <p:sp>
            <p:nvSpPr>
              <p:cNvPr id="17" name="Freeform: Shape 16">
                <a:extLst>
                  <a:ext uri="{FF2B5EF4-FFF2-40B4-BE49-F238E27FC236}">
                    <a16:creationId xmlns:a16="http://schemas.microsoft.com/office/drawing/2014/main" id="{47158B6B-7814-ED6B-83D0-B190FAF15D60}"/>
                  </a:ext>
                </a:extLst>
              </p:cNvPr>
              <p:cNvSpPr/>
              <p:nvPr/>
            </p:nvSpPr>
            <p:spPr>
              <a:xfrm>
                <a:off x="10102285"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18" name="Graphic 7">
                <a:extLst>
                  <a:ext uri="{FF2B5EF4-FFF2-40B4-BE49-F238E27FC236}">
                    <a16:creationId xmlns:a16="http://schemas.microsoft.com/office/drawing/2014/main" id="{534C0452-A36C-83CA-0C48-75AED41D5F86}"/>
                  </a:ext>
                </a:extLst>
              </p:cNvPr>
              <p:cNvGrpSpPr/>
              <p:nvPr/>
            </p:nvGrpSpPr>
            <p:grpSpPr>
              <a:xfrm>
                <a:off x="9952602" y="6539696"/>
                <a:ext cx="299365" cy="299365"/>
                <a:chOff x="9952602" y="6539696"/>
                <a:chExt cx="299365" cy="299365"/>
              </a:xfrm>
            </p:grpSpPr>
            <p:sp>
              <p:nvSpPr>
                <p:cNvPr id="19" name="Freeform: Shape 18">
                  <a:extLst>
                    <a:ext uri="{FF2B5EF4-FFF2-40B4-BE49-F238E27FC236}">
                      <a16:creationId xmlns:a16="http://schemas.microsoft.com/office/drawing/2014/main" id="{1AC414BE-609F-D0A5-4A60-5AF4993FBC10}"/>
                    </a:ext>
                  </a:extLst>
                </p:cNvPr>
                <p:cNvSpPr/>
                <p:nvPr/>
              </p:nvSpPr>
              <p:spPr>
                <a:xfrm>
                  <a:off x="9952602" y="6539696"/>
                  <a:ext cx="299365" cy="299365"/>
                </a:xfrm>
                <a:custGeom>
                  <a:avLst/>
                  <a:gdLst>
                    <a:gd name="connsiteX0" fmla="*/ 299365 w 299365"/>
                    <a:gd name="connsiteY0" fmla="*/ 149683 h 299365"/>
                    <a:gd name="connsiteX1" fmla="*/ 149683 w 299365"/>
                    <a:gd name="connsiteY1" fmla="*/ 299365 h 299365"/>
                    <a:gd name="connsiteX2" fmla="*/ 0 w 299365"/>
                    <a:gd name="connsiteY2" fmla="*/ 149683 h 299365"/>
                    <a:gd name="connsiteX3" fmla="*/ 149683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3" y="299365"/>
                      </a:cubicBezTo>
                      <a:cubicBezTo>
                        <a:pt x="67015" y="299365"/>
                        <a:pt x="0" y="232350"/>
                        <a:pt x="0" y="149683"/>
                      </a:cubicBezTo>
                      <a:cubicBezTo>
                        <a:pt x="0" y="67015"/>
                        <a:pt x="67015" y="0"/>
                        <a:pt x="149683"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20" name="Freeform: Shape 19">
                  <a:extLst>
                    <a:ext uri="{FF2B5EF4-FFF2-40B4-BE49-F238E27FC236}">
                      <a16:creationId xmlns:a16="http://schemas.microsoft.com/office/drawing/2014/main" id="{46ED1D52-3792-EEEB-AF3C-F5D908359466}"/>
                    </a:ext>
                  </a:extLst>
                </p:cNvPr>
                <p:cNvSpPr/>
                <p:nvPr/>
              </p:nvSpPr>
              <p:spPr>
                <a:xfrm>
                  <a:off x="10039826"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784B9B"/>
                </a:solidFill>
                <a:ln w="23644" cap="flat">
                  <a:solidFill>
                    <a:schemeClr val="accent3"/>
                  </a:solidFill>
                  <a:prstDash val="solid"/>
                  <a:miter/>
                </a:ln>
              </p:spPr>
              <p:txBody>
                <a:bodyPr rtlCol="0" anchor="ctr"/>
                <a:lstStyle/>
                <a:p>
                  <a:endParaRPr lang="en-BE"/>
                </a:p>
              </p:txBody>
            </p:sp>
          </p:grpSp>
        </p:grpSp>
        <p:grpSp>
          <p:nvGrpSpPr>
            <p:cNvPr id="21" name="Graphic 7">
              <a:extLst>
                <a:ext uri="{FF2B5EF4-FFF2-40B4-BE49-F238E27FC236}">
                  <a16:creationId xmlns:a16="http://schemas.microsoft.com/office/drawing/2014/main" id="{6D775DFD-15E5-4ABF-738A-F023CD252600}"/>
                </a:ext>
              </a:extLst>
            </p:cNvPr>
            <p:cNvGrpSpPr/>
            <p:nvPr/>
          </p:nvGrpSpPr>
          <p:grpSpPr>
            <a:xfrm>
              <a:off x="11254039" y="6379270"/>
              <a:ext cx="299365" cy="459791"/>
              <a:chOff x="11254039" y="6379270"/>
              <a:chExt cx="299365" cy="459791"/>
            </a:xfrm>
          </p:grpSpPr>
          <p:sp>
            <p:nvSpPr>
              <p:cNvPr id="22" name="Freeform: Shape 21">
                <a:extLst>
                  <a:ext uri="{FF2B5EF4-FFF2-40B4-BE49-F238E27FC236}">
                    <a16:creationId xmlns:a16="http://schemas.microsoft.com/office/drawing/2014/main" id="{6967B59D-7620-1D84-A311-25F1AE0F6A6B}"/>
                  </a:ext>
                </a:extLst>
              </p:cNvPr>
              <p:cNvSpPr/>
              <p:nvPr/>
            </p:nvSpPr>
            <p:spPr>
              <a:xfrm>
                <a:off x="11403722"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23" name="Graphic 7">
                <a:extLst>
                  <a:ext uri="{FF2B5EF4-FFF2-40B4-BE49-F238E27FC236}">
                    <a16:creationId xmlns:a16="http://schemas.microsoft.com/office/drawing/2014/main" id="{7A37FCD1-9E57-457A-B5E1-3725B0DB6AD6}"/>
                  </a:ext>
                </a:extLst>
              </p:cNvPr>
              <p:cNvGrpSpPr/>
              <p:nvPr/>
            </p:nvGrpSpPr>
            <p:grpSpPr>
              <a:xfrm>
                <a:off x="11254039" y="6539696"/>
                <a:ext cx="299365" cy="299365"/>
                <a:chOff x="11254039" y="6539696"/>
                <a:chExt cx="299365" cy="299365"/>
              </a:xfrm>
            </p:grpSpPr>
            <p:sp>
              <p:nvSpPr>
                <p:cNvPr id="24" name="Freeform: Shape 23">
                  <a:extLst>
                    <a:ext uri="{FF2B5EF4-FFF2-40B4-BE49-F238E27FC236}">
                      <a16:creationId xmlns:a16="http://schemas.microsoft.com/office/drawing/2014/main" id="{ECD088B7-35FB-1D51-901B-7B5BEDA0292E}"/>
                    </a:ext>
                  </a:extLst>
                </p:cNvPr>
                <p:cNvSpPr/>
                <p:nvPr/>
              </p:nvSpPr>
              <p:spPr>
                <a:xfrm>
                  <a:off x="11254039" y="6539696"/>
                  <a:ext cx="299365" cy="299365"/>
                </a:xfrm>
                <a:custGeom>
                  <a:avLst/>
                  <a:gdLst>
                    <a:gd name="connsiteX0" fmla="*/ 299365 w 299365"/>
                    <a:gd name="connsiteY0" fmla="*/ 149683 h 299365"/>
                    <a:gd name="connsiteX1" fmla="*/ 149683 w 299365"/>
                    <a:gd name="connsiteY1" fmla="*/ 299365 h 299365"/>
                    <a:gd name="connsiteX2" fmla="*/ 0 w 299365"/>
                    <a:gd name="connsiteY2" fmla="*/ 149683 h 299365"/>
                    <a:gd name="connsiteX3" fmla="*/ 149683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3" y="299365"/>
                      </a:cubicBezTo>
                      <a:cubicBezTo>
                        <a:pt x="67015" y="299365"/>
                        <a:pt x="0" y="232350"/>
                        <a:pt x="0" y="149683"/>
                      </a:cubicBezTo>
                      <a:cubicBezTo>
                        <a:pt x="0" y="67015"/>
                        <a:pt x="67015" y="0"/>
                        <a:pt x="149683"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25" name="Freeform: Shape 24">
                  <a:extLst>
                    <a:ext uri="{FF2B5EF4-FFF2-40B4-BE49-F238E27FC236}">
                      <a16:creationId xmlns:a16="http://schemas.microsoft.com/office/drawing/2014/main" id="{31B51DD8-AD0A-3B60-2A22-838057D62CEC}"/>
                    </a:ext>
                  </a:extLst>
                </p:cNvPr>
                <p:cNvSpPr/>
                <p:nvPr/>
              </p:nvSpPr>
              <p:spPr>
                <a:xfrm>
                  <a:off x="11341263"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784B9B"/>
                </a:solidFill>
                <a:ln w="23644" cap="flat">
                  <a:solidFill>
                    <a:schemeClr val="accent3"/>
                  </a:solidFill>
                  <a:prstDash val="solid"/>
                  <a:miter/>
                </a:ln>
              </p:spPr>
              <p:txBody>
                <a:bodyPr rtlCol="0" anchor="ctr"/>
                <a:lstStyle/>
                <a:p>
                  <a:endParaRPr lang="en-BE"/>
                </a:p>
              </p:txBody>
            </p:sp>
          </p:grpSp>
        </p:grpSp>
        <p:grpSp>
          <p:nvGrpSpPr>
            <p:cNvPr id="26" name="Graphic 7">
              <a:extLst>
                <a:ext uri="{FF2B5EF4-FFF2-40B4-BE49-F238E27FC236}">
                  <a16:creationId xmlns:a16="http://schemas.microsoft.com/office/drawing/2014/main" id="{33FB4287-9880-8AED-FEB7-302DF794F053}"/>
                </a:ext>
              </a:extLst>
            </p:cNvPr>
            <p:cNvGrpSpPr/>
            <p:nvPr/>
          </p:nvGrpSpPr>
          <p:grpSpPr>
            <a:xfrm>
              <a:off x="10603412" y="6379270"/>
              <a:ext cx="299365" cy="459791"/>
              <a:chOff x="10603412" y="6379270"/>
              <a:chExt cx="299365" cy="459791"/>
            </a:xfrm>
          </p:grpSpPr>
          <p:sp>
            <p:nvSpPr>
              <p:cNvPr id="27" name="Freeform: Shape 26">
                <a:extLst>
                  <a:ext uri="{FF2B5EF4-FFF2-40B4-BE49-F238E27FC236}">
                    <a16:creationId xmlns:a16="http://schemas.microsoft.com/office/drawing/2014/main" id="{A5F82730-9299-CD57-6ADE-DEA6A8147D68}"/>
                  </a:ext>
                </a:extLst>
              </p:cNvPr>
              <p:cNvSpPr/>
              <p:nvPr/>
            </p:nvSpPr>
            <p:spPr>
              <a:xfrm>
                <a:off x="10753094" y="6379270"/>
                <a:ext cx="18209" cy="265859"/>
              </a:xfrm>
              <a:custGeom>
                <a:avLst/>
                <a:gdLst>
                  <a:gd name="connsiteX0" fmla="*/ 0 w 18209"/>
                  <a:gd name="connsiteY0" fmla="*/ 0 h 265859"/>
                  <a:gd name="connsiteX1" fmla="*/ 0 w 18209"/>
                  <a:gd name="connsiteY1" fmla="*/ 265860 h 265859"/>
                </a:gdLst>
                <a:ahLst/>
                <a:cxnLst>
                  <a:cxn ang="0">
                    <a:pos x="connsiteX0" y="connsiteY0"/>
                  </a:cxn>
                  <a:cxn ang="0">
                    <a:pos x="connsiteX1" y="connsiteY1"/>
                  </a:cxn>
                </a:cxnLst>
                <a:rect l="l" t="t" r="r" b="b"/>
                <a:pathLst>
                  <a:path w="18209" h="265859">
                    <a:moveTo>
                      <a:pt x="0" y="0"/>
                    </a:moveTo>
                    <a:lnTo>
                      <a:pt x="0" y="265860"/>
                    </a:lnTo>
                  </a:path>
                </a:pathLst>
              </a:custGeom>
              <a:ln w="23644" cap="flat">
                <a:solidFill>
                  <a:schemeClr val="accent3"/>
                </a:solidFill>
                <a:prstDash val="solid"/>
                <a:miter/>
              </a:ln>
            </p:spPr>
            <p:txBody>
              <a:bodyPr rtlCol="0" anchor="ctr"/>
              <a:lstStyle/>
              <a:p>
                <a:endParaRPr lang="en-BE"/>
              </a:p>
            </p:txBody>
          </p:sp>
          <p:grpSp>
            <p:nvGrpSpPr>
              <p:cNvPr id="28" name="Graphic 7">
                <a:extLst>
                  <a:ext uri="{FF2B5EF4-FFF2-40B4-BE49-F238E27FC236}">
                    <a16:creationId xmlns:a16="http://schemas.microsoft.com/office/drawing/2014/main" id="{4A59A39C-B284-DEDE-4489-FE666CBDBB46}"/>
                  </a:ext>
                </a:extLst>
              </p:cNvPr>
              <p:cNvGrpSpPr/>
              <p:nvPr/>
            </p:nvGrpSpPr>
            <p:grpSpPr>
              <a:xfrm>
                <a:off x="10603412" y="6539696"/>
                <a:ext cx="299365" cy="299365"/>
                <a:chOff x="10603412" y="6539696"/>
                <a:chExt cx="299365" cy="299365"/>
              </a:xfrm>
            </p:grpSpPr>
            <p:sp>
              <p:nvSpPr>
                <p:cNvPr id="29" name="Freeform: Shape 28">
                  <a:extLst>
                    <a:ext uri="{FF2B5EF4-FFF2-40B4-BE49-F238E27FC236}">
                      <a16:creationId xmlns:a16="http://schemas.microsoft.com/office/drawing/2014/main" id="{68FF2E99-6DBA-B000-D68D-7E0BEFA427AC}"/>
                    </a:ext>
                  </a:extLst>
                </p:cNvPr>
                <p:cNvSpPr/>
                <p:nvPr/>
              </p:nvSpPr>
              <p:spPr>
                <a:xfrm>
                  <a:off x="10603412" y="6539696"/>
                  <a:ext cx="299365" cy="299365"/>
                </a:xfrm>
                <a:custGeom>
                  <a:avLst/>
                  <a:gdLst>
                    <a:gd name="connsiteX0" fmla="*/ 299365 w 299365"/>
                    <a:gd name="connsiteY0" fmla="*/ 149683 h 299365"/>
                    <a:gd name="connsiteX1" fmla="*/ 149682 w 299365"/>
                    <a:gd name="connsiteY1" fmla="*/ 299365 h 299365"/>
                    <a:gd name="connsiteX2" fmla="*/ 0 w 299365"/>
                    <a:gd name="connsiteY2" fmla="*/ 149683 h 299365"/>
                    <a:gd name="connsiteX3" fmla="*/ 149682 w 299365"/>
                    <a:gd name="connsiteY3" fmla="*/ 0 h 299365"/>
                    <a:gd name="connsiteX4" fmla="*/ 299365 w 299365"/>
                    <a:gd name="connsiteY4" fmla="*/ 149683 h 299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65" h="299365">
                      <a:moveTo>
                        <a:pt x="299365" y="149683"/>
                      </a:moveTo>
                      <a:cubicBezTo>
                        <a:pt x="299365" y="232350"/>
                        <a:pt x="232350" y="299365"/>
                        <a:pt x="149682" y="299365"/>
                      </a:cubicBezTo>
                      <a:cubicBezTo>
                        <a:pt x="67015" y="299365"/>
                        <a:pt x="0" y="232350"/>
                        <a:pt x="0" y="149683"/>
                      </a:cubicBezTo>
                      <a:cubicBezTo>
                        <a:pt x="0" y="67015"/>
                        <a:pt x="67015" y="0"/>
                        <a:pt x="149682" y="0"/>
                      </a:cubicBezTo>
                      <a:cubicBezTo>
                        <a:pt x="232350" y="0"/>
                        <a:pt x="299365" y="67015"/>
                        <a:pt x="299365" y="149683"/>
                      </a:cubicBezTo>
                      <a:close/>
                    </a:path>
                  </a:pathLst>
                </a:custGeom>
                <a:solidFill>
                  <a:srgbClr val="FFFFFF"/>
                </a:solidFill>
                <a:ln w="23644" cap="flat">
                  <a:solidFill>
                    <a:schemeClr val="accent3"/>
                  </a:solidFill>
                  <a:prstDash val="solid"/>
                  <a:miter/>
                </a:ln>
              </p:spPr>
              <p:txBody>
                <a:bodyPr rtlCol="0" anchor="ctr"/>
                <a:lstStyle/>
                <a:p>
                  <a:endParaRPr lang="en-BE"/>
                </a:p>
              </p:txBody>
            </p:sp>
            <p:sp>
              <p:nvSpPr>
                <p:cNvPr id="30" name="Freeform: Shape 29">
                  <a:extLst>
                    <a:ext uri="{FF2B5EF4-FFF2-40B4-BE49-F238E27FC236}">
                      <a16:creationId xmlns:a16="http://schemas.microsoft.com/office/drawing/2014/main" id="{2B03CB68-D73B-0B39-8758-7C3DC6FA5C99}"/>
                    </a:ext>
                  </a:extLst>
                </p:cNvPr>
                <p:cNvSpPr/>
                <p:nvPr/>
              </p:nvSpPr>
              <p:spPr>
                <a:xfrm>
                  <a:off x="10690635" y="6626920"/>
                  <a:ext cx="124917" cy="124917"/>
                </a:xfrm>
                <a:custGeom>
                  <a:avLst/>
                  <a:gdLst>
                    <a:gd name="connsiteX0" fmla="*/ 124918 w 124917"/>
                    <a:gd name="connsiteY0" fmla="*/ 62459 h 124917"/>
                    <a:gd name="connsiteX1" fmla="*/ 62459 w 124917"/>
                    <a:gd name="connsiteY1" fmla="*/ 124918 h 124917"/>
                    <a:gd name="connsiteX2" fmla="*/ 0 w 124917"/>
                    <a:gd name="connsiteY2" fmla="*/ 62459 h 124917"/>
                    <a:gd name="connsiteX3" fmla="*/ 62459 w 124917"/>
                    <a:gd name="connsiteY3" fmla="*/ 0 h 124917"/>
                    <a:gd name="connsiteX4" fmla="*/ 124918 w 124917"/>
                    <a:gd name="connsiteY4" fmla="*/ 62459 h 124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17" h="124917">
                      <a:moveTo>
                        <a:pt x="124918" y="62459"/>
                      </a:moveTo>
                      <a:cubicBezTo>
                        <a:pt x="124918" y="96954"/>
                        <a:pt x="96954" y="124918"/>
                        <a:pt x="62459" y="124918"/>
                      </a:cubicBezTo>
                      <a:cubicBezTo>
                        <a:pt x="27964" y="124918"/>
                        <a:pt x="0" y="96954"/>
                        <a:pt x="0" y="62459"/>
                      </a:cubicBezTo>
                      <a:cubicBezTo>
                        <a:pt x="0" y="27964"/>
                        <a:pt x="27964" y="0"/>
                        <a:pt x="62459" y="0"/>
                      </a:cubicBezTo>
                      <a:cubicBezTo>
                        <a:pt x="96954" y="0"/>
                        <a:pt x="124918" y="27964"/>
                        <a:pt x="124918" y="62459"/>
                      </a:cubicBezTo>
                      <a:close/>
                    </a:path>
                  </a:pathLst>
                </a:custGeom>
                <a:solidFill>
                  <a:srgbClr val="E83050"/>
                </a:solidFill>
                <a:ln w="23644" cap="flat">
                  <a:solidFill>
                    <a:schemeClr val="accent3"/>
                  </a:solidFill>
                  <a:prstDash val="solid"/>
                  <a:miter/>
                </a:ln>
              </p:spPr>
              <p:txBody>
                <a:bodyPr rtlCol="0" anchor="ctr"/>
                <a:lstStyle/>
                <a:p>
                  <a:endParaRPr lang="en-BE"/>
                </a:p>
              </p:txBody>
            </p:sp>
          </p:grpSp>
        </p:grpSp>
        <p:sp>
          <p:nvSpPr>
            <p:cNvPr id="31" name="Freeform: Shape 30">
              <a:extLst>
                <a:ext uri="{FF2B5EF4-FFF2-40B4-BE49-F238E27FC236}">
                  <a16:creationId xmlns:a16="http://schemas.microsoft.com/office/drawing/2014/main" id="{0CA7AF85-BD27-42FA-08C6-59439917EE11}"/>
                </a:ext>
              </a:extLst>
            </p:cNvPr>
            <p:cNvSpPr/>
            <p:nvPr/>
          </p:nvSpPr>
          <p:spPr>
            <a:xfrm rot="5400000">
              <a:off x="10709664" y="5728369"/>
              <a:ext cx="86495" cy="1301619"/>
            </a:xfrm>
            <a:custGeom>
              <a:avLst/>
              <a:gdLst>
                <a:gd name="connsiteX0" fmla="*/ 0 w 86495"/>
                <a:gd name="connsiteY0" fmla="*/ 0 h 1301619"/>
                <a:gd name="connsiteX1" fmla="*/ 86495 w 86495"/>
                <a:gd name="connsiteY1" fmla="*/ 0 h 1301619"/>
                <a:gd name="connsiteX2" fmla="*/ 86495 w 86495"/>
                <a:gd name="connsiteY2" fmla="*/ 1301620 h 1301619"/>
                <a:gd name="connsiteX3" fmla="*/ 0 w 86495"/>
                <a:gd name="connsiteY3" fmla="*/ 1301620 h 1301619"/>
              </a:gdLst>
              <a:ahLst/>
              <a:cxnLst>
                <a:cxn ang="0">
                  <a:pos x="connsiteX0" y="connsiteY0"/>
                </a:cxn>
                <a:cxn ang="0">
                  <a:pos x="connsiteX1" y="connsiteY1"/>
                </a:cxn>
                <a:cxn ang="0">
                  <a:pos x="connsiteX2" y="connsiteY2"/>
                </a:cxn>
                <a:cxn ang="0">
                  <a:pos x="connsiteX3" y="connsiteY3"/>
                </a:cxn>
              </a:cxnLst>
              <a:rect l="l" t="t" r="r" b="b"/>
              <a:pathLst>
                <a:path w="86495" h="1301619">
                  <a:moveTo>
                    <a:pt x="0" y="0"/>
                  </a:moveTo>
                  <a:lnTo>
                    <a:pt x="86495" y="0"/>
                  </a:lnTo>
                  <a:lnTo>
                    <a:pt x="86495" y="1301620"/>
                  </a:lnTo>
                  <a:lnTo>
                    <a:pt x="0" y="1301620"/>
                  </a:lnTo>
                  <a:close/>
                </a:path>
              </a:pathLst>
            </a:custGeom>
            <a:solidFill>
              <a:srgbClr val="FFFFFF"/>
            </a:solidFill>
            <a:ln w="23644" cap="flat">
              <a:solidFill>
                <a:schemeClr val="accent3"/>
              </a:solidFill>
              <a:prstDash val="solid"/>
              <a:miter/>
            </a:ln>
          </p:spPr>
          <p:txBody>
            <a:bodyPr rtlCol="0" anchor="ctr"/>
            <a:lstStyle/>
            <a:p>
              <a:endParaRPr lang="en-BE"/>
            </a:p>
          </p:txBody>
        </p:sp>
      </p:grpSp>
      <p:sp>
        <p:nvSpPr>
          <p:cNvPr id="32" name="Freeform: Shape 31">
            <a:extLst>
              <a:ext uri="{FF2B5EF4-FFF2-40B4-BE49-F238E27FC236}">
                <a16:creationId xmlns:a16="http://schemas.microsoft.com/office/drawing/2014/main" id="{805013A9-A075-E223-34D1-05649E65AC36}"/>
              </a:ext>
            </a:extLst>
          </p:cNvPr>
          <p:cNvSpPr/>
          <p:nvPr/>
        </p:nvSpPr>
        <p:spPr>
          <a:xfrm flipH="1">
            <a:off x="5844170" y="6296599"/>
            <a:ext cx="246921" cy="486219"/>
          </a:xfrm>
          <a:custGeom>
            <a:avLst/>
            <a:gdLst>
              <a:gd name="connsiteX0" fmla="*/ 27496 w 246921"/>
              <a:gd name="connsiteY0" fmla="*/ 418820 h 486219"/>
              <a:gd name="connsiteX1" fmla="*/ 0 w 246921"/>
              <a:gd name="connsiteY1" fmla="*/ 0 h 486219"/>
              <a:gd name="connsiteX2" fmla="*/ 200123 w 246921"/>
              <a:gd name="connsiteY2" fmla="*/ 35873 h 486219"/>
              <a:gd name="connsiteX3" fmla="*/ 246922 w 246921"/>
              <a:gd name="connsiteY3" fmla="*/ 483100 h 486219"/>
              <a:gd name="connsiteX4" fmla="*/ 138028 w 246921"/>
              <a:gd name="connsiteY4" fmla="*/ 472538 h 486219"/>
              <a:gd name="connsiteX5" fmla="*/ 27496 w 246921"/>
              <a:gd name="connsiteY5" fmla="*/ 418820 h 486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921" h="486219">
                <a:moveTo>
                  <a:pt x="27496" y="418820"/>
                </a:moveTo>
                <a:lnTo>
                  <a:pt x="0" y="0"/>
                </a:lnTo>
                <a:lnTo>
                  <a:pt x="200123" y="35873"/>
                </a:lnTo>
                <a:lnTo>
                  <a:pt x="246922" y="483100"/>
                </a:lnTo>
                <a:cubicBezTo>
                  <a:pt x="246922" y="497121"/>
                  <a:pt x="138392" y="458517"/>
                  <a:pt x="138028" y="472538"/>
                </a:cubicBezTo>
                <a:lnTo>
                  <a:pt x="27496" y="418820"/>
                </a:lnTo>
                <a:close/>
              </a:path>
            </a:pathLst>
          </a:custGeom>
          <a:solidFill>
            <a:srgbClr val="FFFFFF"/>
          </a:solidFill>
          <a:ln w="23644" cap="flat">
            <a:solidFill>
              <a:schemeClr val="accent3"/>
            </a:solidFill>
            <a:prstDash val="solid"/>
            <a:round/>
          </a:ln>
        </p:spPr>
        <p:txBody>
          <a:bodyPr rtlCol="0" anchor="ctr"/>
          <a:lstStyle/>
          <a:p>
            <a:endParaRPr lang="en-BE"/>
          </a:p>
        </p:txBody>
      </p:sp>
      <p:sp>
        <p:nvSpPr>
          <p:cNvPr id="33" name="Freeform: Shape 32">
            <a:extLst>
              <a:ext uri="{FF2B5EF4-FFF2-40B4-BE49-F238E27FC236}">
                <a16:creationId xmlns:a16="http://schemas.microsoft.com/office/drawing/2014/main" id="{A1E3115F-8CB6-CD5E-2ACA-0F406DB1BE25}"/>
              </a:ext>
            </a:extLst>
          </p:cNvPr>
          <p:cNvSpPr/>
          <p:nvPr/>
        </p:nvSpPr>
        <p:spPr>
          <a:xfrm flipH="1">
            <a:off x="5838160" y="6706132"/>
            <a:ext cx="503945" cy="115266"/>
          </a:xfrm>
          <a:custGeom>
            <a:avLst/>
            <a:gdLst>
              <a:gd name="connsiteX0" fmla="*/ 492291 w 503945"/>
              <a:gd name="connsiteY0" fmla="*/ 40607 h 115266"/>
              <a:gd name="connsiteX1" fmla="*/ 282153 w 503945"/>
              <a:gd name="connsiteY1" fmla="*/ 0 h 115266"/>
              <a:gd name="connsiteX2" fmla="*/ 96597 w 503945"/>
              <a:gd name="connsiteY2" fmla="*/ 35873 h 115266"/>
              <a:gd name="connsiteX3" fmla="*/ 27037 w 503945"/>
              <a:gd name="connsiteY3" fmla="*/ 67193 h 115266"/>
              <a:gd name="connsiteX4" fmla="*/ 87 w 503945"/>
              <a:gd name="connsiteY4" fmla="*/ 115267 h 115266"/>
              <a:gd name="connsiteX5" fmla="*/ 503945 w 503945"/>
              <a:gd name="connsiteY5" fmla="*/ 115267 h 115266"/>
              <a:gd name="connsiteX6" fmla="*/ 492291 w 503945"/>
              <a:gd name="connsiteY6" fmla="*/ 40607 h 1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945" h="115266">
                <a:moveTo>
                  <a:pt x="492291" y="40607"/>
                </a:moveTo>
                <a:lnTo>
                  <a:pt x="282153" y="0"/>
                </a:lnTo>
                <a:lnTo>
                  <a:pt x="96597" y="35873"/>
                </a:lnTo>
                <a:cubicBezTo>
                  <a:pt x="71286" y="40789"/>
                  <a:pt x="46885" y="50805"/>
                  <a:pt x="27037" y="67193"/>
                </a:cubicBezTo>
                <a:cubicBezTo>
                  <a:pt x="11741" y="79758"/>
                  <a:pt x="-1188" y="96146"/>
                  <a:pt x="87" y="115267"/>
                </a:cubicBezTo>
                <a:lnTo>
                  <a:pt x="503945" y="115267"/>
                </a:lnTo>
                <a:lnTo>
                  <a:pt x="492291" y="40607"/>
                </a:lnTo>
                <a:close/>
              </a:path>
            </a:pathLst>
          </a:custGeom>
          <a:solidFill>
            <a:srgbClr val="C4AFD3"/>
          </a:solidFill>
          <a:ln w="23644" cap="flat">
            <a:solidFill>
              <a:schemeClr val="accent3"/>
            </a:solidFill>
            <a:prstDash val="solid"/>
            <a:miter/>
          </a:ln>
        </p:spPr>
        <p:txBody>
          <a:bodyPr rtlCol="0" anchor="ctr"/>
          <a:lstStyle/>
          <a:p>
            <a:endParaRPr lang="en-BE"/>
          </a:p>
        </p:txBody>
      </p:sp>
      <p:sp>
        <p:nvSpPr>
          <p:cNvPr id="34" name="Freeform: Shape 33">
            <a:extLst>
              <a:ext uri="{FF2B5EF4-FFF2-40B4-BE49-F238E27FC236}">
                <a16:creationId xmlns:a16="http://schemas.microsoft.com/office/drawing/2014/main" id="{493FEFC9-7E29-D6E0-B403-48391BE7C889}"/>
              </a:ext>
            </a:extLst>
          </p:cNvPr>
          <p:cNvSpPr/>
          <p:nvPr/>
        </p:nvSpPr>
        <p:spPr>
          <a:xfrm flipH="1">
            <a:off x="4537889" y="4647177"/>
            <a:ext cx="1713106" cy="1730818"/>
          </a:xfrm>
          <a:custGeom>
            <a:avLst/>
            <a:gdLst>
              <a:gd name="connsiteX0" fmla="*/ 1115542 w 1713106"/>
              <a:gd name="connsiteY0" fmla="*/ 182 h 1730818"/>
              <a:gd name="connsiteX1" fmla="*/ 109464 w 1713106"/>
              <a:gd name="connsiteY1" fmla="*/ 140032 h 1730818"/>
              <a:gd name="connsiteX2" fmla="*/ 24 w 1713106"/>
              <a:gd name="connsiteY2" fmla="*/ 252020 h 1730818"/>
              <a:gd name="connsiteX3" fmla="*/ 24061 w 1713106"/>
              <a:gd name="connsiteY3" fmla="*/ 1730819 h 1730818"/>
              <a:gd name="connsiteX4" fmla="*/ 460362 w 1713106"/>
              <a:gd name="connsiteY4" fmla="*/ 1685113 h 1730818"/>
              <a:gd name="connsiteX5" fmla="*/ 449072 w 1713106"/>
              <a:gd name="connsiteY5" fmla="*/ 551568 h 1730818"/>
              <a:gd name="connsiteX6" fmla="*/ 1375756 w 1713106"/>
              <a:gd name="connsiteY6" fmla="*/ 448684 h 1730818"/>
              <a:gd name="connsiteX7" fmla="*/ 1712087 w 1713106"/>
              <a:gd name="connsiteY7" fmla="*/ 22216 h 1730818"/>
              <a:gd name="connsiteX8" fmla="*/ 1708627 w 1713106"/>
              <a:gd name="connsiteY8" fmla="*/ 14932 h 1730818"/>
              <a:gd name="connsiteX9" fmla="*/ 1115542 w 1713106"/>
              <a:gd name="connsiteY9" fmla="*/ 0 h 173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106" h="1730818">
                <a:moveTo>
                  <a:pt x="1115542" y="182"/>
                </a:moveTo>
                <a:lnTo>
                  <a:pt x="109464" y="140032"/>
                </a:lnTo>
                <a:cubicBezTo>
                  <a:pt x="48097" y="140032"/>
                  <a:pt x="-1251" y="190472"/>
                  <a:pt x="24" y="252020"/>
                </a:cubicBezTo>
                <a:lnTo>
                  <a:pt x="24061" y="1730819"/>
                </a:lnTo>
                <a:lnTo>
                  <a:pt x="460362" y="1685113"/>
                </a:lnTo>
                <a:lnTo>
                  <a:pt x="449072" y="551568"/>
                </a:lnTo>
                <a:lnTo>
                  <a:pt x="1375756" y="448684"/>
                </a:lnTo>
                <a:lnTo>
                  <a:pt x="1712087" y="22216"/>
                </a:lnTo>
                <a:cubicBezTo>
                  <a:pt x="1714454" y="19302"/>
                  <a:pt x="1712451" y="14932"/>
                  <a:pt x="1708627" y="14932"/>
                </a:cubicBezTo>
                <a:lnTo>
                  <a:pt x="1115542" y="0"/>
                </a:lnTo>
                <a:close/>
              </a:path>
            </a:pathLst>
          </a:custGeom>
          <a:solidFill>
            <a:srgbClr val="784B9B"/>
          </a:solidFill>
          <a:ln w="23644" cap="flat">
            <a:solidFill>
              <a:schemeClr val="accent3"/>
            </a:solidFill>
            <a:prstDash val="solid"/>
            <a:round/>
          </a:ln>
        </p:spPr>
        <p:txBody>
          <a:bodyPr rtlCol="0" anchor="ctr"/>
          <a:lstStyle/>
          <a:p>
            <a:endParaRPr lang="en-BE"/>
          </a:p>
        </p:txBody>
      </p:sp>
      <p:sp>
        <p:nvSpPr>
          <p:cNvPr id="36" name="Freeform: Shape 35">
            <a:extLst>
              <a:ext uri="{FF2B5EF4-FFF2-40B4-BE49-F238E27FC236}">
                <a16:creationId xmlns:a16="http://schemas.microsoft.com/office/drawing/2014/main" id="{8DB3E13B-4369-D19C-72EF-F2C091540B04}"/>
              </a:ext>
            </a:extLst>
          </p:cNvPr>
          <p:cNvSpPr/>
          <p:nvPr/>
        </p:nvSpPr>
        <p:spPr>
          <a:xfrm flipH="1">
            <a:off x="4984293" y="6278389"/>
            <a:ext cx="302664" cy="454687"/>
          </a:xfrm>
          <a:custGeom>
            <a:avLst/>
            <a:gdLst>
              <a:gd name="connsiteX0" fmla="*/ 77208 w 302664"/>
              <a:gd name="connsiteY0" fmla="*/ 412629 h 454687"/>
              <a:gd name="connsiteX1" fmla="*/ 0 w 302664"/>
              <a:gd name="connsiteY1" fmla="*/ 0 h 454687"/>
              <a:gd name="connsiteX2" fmla="*/ 203036 w 302664"/>
              <a:gd name="connsiteY2" fmla="*/ 11836 h 454687"/>
              <a:gd name="connsiteX3" fmla="*/ 302643 w 302664"/>
              <a:gd name="connsiteY3" fmla="*/ 450322 h 454687"/>
              <a:gd name="connsiteX4" fmla="*/ 193385 w 302664"/>
              <a:gd name="connsiteY4" fmla="*/ 452872 h 454687"/>
              <a:gd name="connsiteX5" fmla="*/ 77208 w 302664"/>
              <a:gd name="connsiteY5" fmla="*/ 412629 h 45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64" h="454687">
                <a:moveTo>
                  <a:pt x="77208" y="412629"/>
                </a:moveTo>
                <a:lnTo>
                  <a:pt x="0" y="0"/>
                </a:lnTo>
                <a:lnTo>
                  <a:pt x="203036" y="11836"/>
                </a:lnTo>
                <a:lnTo>
                  <a:pt x="302643" y="450322"/>
                </a:lnTo>
                <a:cubicBezTo>
                  <a:pt x="304464" y="464344"/>
                  <a:pt x="191929" y="438851"/>
                  <a:pt x="193385" y="452872"/>
                </a:cubicBezTo>
                <a:lnTo>
                  <a:pt x="77208" y="412629"/>
                </a:lnTo>
                <a:close/>
              </a:path>
            </a:pathLst>
          </a:custGeom>
          <a:solidFill>
            <a:srgbClr val="FFFFFF"/>
          </a:solidFill>
          <a:ln w="23644" cap="flat">
            <a:solidFill>
              <a:schemeClr val="accent3"/>
            </a:solidFill>
            <a:prstDash val="solid"/>
            <a:round/>
          </a:ln>
        </p:spPr>
        <p:txBody>
          <a:bodyPr rtlCol="0" anchor="ctr"/>
          <a:lstStyle/>
          <a:p>
            <a:endParaRPr lang="en-BE"/>
          </a:p>
        </p:txBody>
      </p:sp>
      <p:sp>
        <p:nvSpPr>
          <p:cNvPr id="37" name="Freeform: Shape 36">
            <a:extLst>
              <a:ext uri="{FF2B5EF4-FFF2-40B4-BE49-F238E27FC236}">
                <a16:creationId xmlns:a16="http://schemas.microsoft.com/office/drawing/2014/main" id="{71C90E1C-CA80-8F5F-C265-E5F79AAD4384}"/>
              </a:ext>
            </a:extLst>
          </p:cNvPr>
          <p:cNvSpPr/>
          <p:nvPr/>
        </p:nvSpPr>
        <p:spPr>
          <a:xfrm flipH="1">
            <a:off x="4973206" y="6681367"/>
            <a:ext cx="500924" cy="148043"/>
          </a:xfrm>
          <a:custGeom>
            <a:avLst/>
            <a:gdLst>
              <a:gd name="connsiteX0" fmla="*/ 480348 w 500924"/>
              <a:gd name="connsiteY0" fmla="*/ 15478 h 148043"/>
              <a:gd name="connsiteX1" fmla="*/ 266932 w 500924"/>
              <a:gd name="connsiteY1" fmla="*/ 0 h 148043"/>
              <a:gd name="connsiteX2" fmla="*/ 87021 w 500924"/>
              <a:gd name="connsiteY2" fmla="*/ 57724 h 148043"/>
              <a:gd name="connsiteX3" fmla="*/ 21649 w 500924"/>
              <a:gd name="connsiteY3" fmla="*/ 97057 h 148043"/>
              <a:gd name="connsiteX4" fmla="*/ 708 w 500924"/>
              <a:gd name="connsiteY4" fmla="*/ 148044 h 148043"/>
              <a:gd name="connsiteX5" fmla="*/ 500925 w 500924"/>
              <a:gd name="connsiteY5" fmla="*/ 88134 h 148043"/>
              <a:gd name="connsiteX6" fmla="*/ 480530 w 500924"/>
              <a:gd name="connsiteY6" fmla="*/ 15478 h 148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0924" h="148043">
                <a:moveTo>
                  <a:pt x="480348" y="15478"/>
                </a:moveTo>
                <a:lnTo>
                  <a:pt x="266932" y="0"/>
                </a:lnTo>
                <a:lnTo>
                  <a:pt x="87021" y="57724"/>
                </a:lnTo>
                <a:cubicBezTo>
                  <a:pt x="62438" y="65554"/>
                  <a:pt x="39494" y="78483"/>
                  <a:pt x="21649" y="97057"/>
                </a:cubicBezTo>
                <a:cubicBezTo>
                  <a:pt x="7992" y="111260"/>
                  <a:pt x="-2934" y="129106"/>
                  <a:pt x="708" y="148044"/>
                </a:cubicBezTo>
                <a:lnTo>
                  <a:pt x="500925" y="88134"/>
                </a:lnTo>
                <a:lnTo>
                  <a:pt x="480530" y="15478"/>
                </a:lnTo>
                <a:close/>
              </a:path>
            </a:pathLst>
          </a:custGeom>
          <a:solidFill>
            <a:srgbClr val="C4AFD3"/>
          </a:solidFill>
          <a:ln w="23644" cap="flat">
            <a:solidFill>
              <a:schemeClr val="accent3"/>
            </a:solidFill>
            <a:prstDash val="solid"/>
            <a:miter/>
          </a:ln>
        </p:spPr>
        <p:txBody>
          <a:bodyPr rtlCol="0" anchor="ctr"/>
          <a:lstStyle/>
          <a:p>
            <a:endParaRPr lang="en-BE"/>
          </a:p>
        </p:txBody>
      </p:sp>
      <p:grpSp>
        <p:nvGrpSpPr>
          <p:cNvPr id="64" name="Group 63">
            <a:extLst>
              <a:ext uri="{FF2B5EF4-FFF2-40B4-BE49-F238E27FC236}">
                <a16:creationId xmlns:a16="http://schemas.microsoft.com/office/drawing/2014/main" id="{BA914A5C-8D17-8F3F-E175-2FA722CED329}"/>
              </a:ext>
            </a:extLst>
          </p:cNvPr>
          <p:cNvGrpSpPr/>
          <p:nvPr/>
        </p:nvGrpSpPr>
        <p:grpSpPr>
          <a:xfrm rot="2292934" flipH="1">
            <a:off x="4850100" y="3743276"/>
            <a:ext cx="1426921" cy="760883"/>
            <a:chOff x="9191968" y="3323160"/>
            <a:chExt cx="1426921" cy="760883"/>
          </a:xfrm>
          <a:solidFill>
            <a:srgbClr val="C4AFD3"/>
          </a:solidFill>
        </p:grpSpPr>
        <p:sp>
          <p:nvSpPr>
            <p:cNvPr id="35" name="Freeform: Shape 34">
              <a:extLst>
                <a:ext uri="{FF2B5EF4-FFF2-40B4-BE49-F238E27FC236}">
                  <a16:creationId xmlns:a16="http://schemas.microsoft.com/office/drawing/2014/main" id="{64FD96A2-73E9-7514-EB59-B4EC41E1BBD6}"/>
                </a:ext>
              </a:extLst>
            </p:cNvPr>
            <p:cNvSpPr/>
            <p:nvPr/>
          </p:nvSpPr>
          <p:spPr>
            <a:xfrm>
              <a:off x="9191968" y="3590668"/>
              <a:ext cx="393529" cy="273203"/>
            </a:xfrm>
            <a:custGeom>
              <a:avLst/>
              <a:gdLst>
                <a:gd name="connsiteX0" fmla="*/ 8397 w 393529"/>
                <a:gd name="connsiteY0" fmla="*/ 23298 h 273203"/>
                <a:gd name="connsiteX1" fmla="*/ 188308 w 393529"/>
                <a:gd name="connsiteY1" fmla="*/ 72464 h 273203"/>
                <a:gd name="connsiteX2" fmla="*/ 195409 w 393529"/>
                <a:gd name="connsiteY2" fmla="*/ 69550 h 273203"/>
                <a:gd name="connsiteX3" fmla="*/ 168459 w 393529"/>
                <a:gd name="connsiteY3" fmla="*/ 2721 h 273203"/>
                <a:gd name="connsiteX4" fmla="*/ 292649 w 393529"/>
                <a:gd name="connsiteY4" fmla="*/ 73738 h 273203"/>
                <a:gd name="connsiteX5" fmla="*/ 393529 w 393529"/>
                <a:gd name="connsiteY5" fmla="*/ 158959 h 273203"/>
                <a:gd name="connsiteX6" fmla="*/ 369311 w 393529"/>
                <a:gd name="connsiteY6" fmla="*/ 272951 h 273203"/>
                <a:gd name="connsiteX7" fmla="*/ 167367 w 393529"/>
                <a:gd name="connsiteY7" fmla="*/ 198292 h 273203"/>
                <a:gd name="connsiteX8" fmla="*/ 8397 w 393529"/>
                <a:gd name="connsiteY8" fmla="*/ 23116 h 273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529" h="273203">
                  <a:moveTo>
                    <a:pt x="8397" y="23298"/>
                  </a:moveTo>
                  <a:cubicBezTo>
                    <a:pt x="32980" y="-9297"/>
                    <a:pt x="112010" y="34952"/>
                    <a:pt x="188308" y="72464"/>
                  </a:cubicBezTo>
                  <a:cubicBezTo>
                    <a:pt x="193042" y="74831"/>
                    <a:pt x="199416" y="75559"/>
                    <a:pt x="195409" y="69550"/>
                  </a:cubicBezTo>
                  <a:cubicBezTo>
                    <a:pt x="183027" y="51341"/>
                    <a:pt x="158626" y="12554"/>
                    <a:pt x="168459" y="2721"/>
                  </a:cubicBezTo>
                  <a:cubicBezTo>
                    <a:pt x="181935" y="-10754"/>
                    <a:pt x="246032" y="27850"/>
                    <a:pt x="292649" y="73738"/>
                  </a:cubicBezTo>
                  <a:lnTo>
                    <a:pt x="393529" y="158959"/>
                  </a:lnTo>
                  <a:lnTo>
                    <a:pt x="369311" y="272951"/>
                  </a:lnTo>
                  <a:cubicBezTo>
                    <a:pt x="328157" y="276593"/>
                    <a:pt x="253498" y="240356"/>
                    <a:pt x="167367" y="198292"/>
                  </a:cubicBezTo>
                  <a:cubicBezTo>
                    <a:pt x="56471" y="144209"/>
                    <a:pt x="-27475" y="70643"/>
                    <a:pt x="8397" y="23116"/>
                  </a:cubicBezTo>
                  <a:close/>
                </a:path>
              </a:pathLst>
            </a:custGeom>
            <a:grpFill/>
            <a:ln w="23644" cap="flat">
              <a:solidFill>
                <a:schemeClr val="accent3"/>
              </a:solidFill>
              <a:prstDash val="solid"/>
              <a:round/>
            </a:ln>
          </p:spPr>
          <p:txBody>
            <a:bodyPr rtlCol="0" anchor="ctr"/>
            <a:lstStyle/>
            <a:p>
              <a:endParaRPr lang="en-BE"/>
            </a:p>
          </p:txBody>
        </p:sp>
        <p:sp>
          <p:nvSpPr>
            <p:cNvPr id="38" name="Freeform: Shape 37">
              <a:extLst>
                <a:ext uri="{FF2B5EF4-FFF2-40B4-BE49-F238E27FC236}">
                  <a16:creationId xmlns:a16="http://schemas.microsoft.com/office/drawing/2014/main" id="{DEB08803-0720-71AF-FC98-608D57E5C57E}"/>
                </a:ext>
              </a:extLst>
            </p:cNvPr>
            <p:cNvSpPr/>
            <p:nvPr/>
          </p:nvSpPr>
          <p:spPr>
            <a:xfrm>
              <a:off x="9446376" y="3323160"/>
              <a:ext cx="1172513" cy="760883"/>
            </a:xfrm>
            <a:custGeom>
              <a:avLst/>
              <a:gdLst>
                <a:gd name="connsiteX0" fmla="*/ 1119342 w 1172513"/>
                <a:gd name="connsiteY0" fmla="*/ 0 h 760883"/>
                <a:gd name="connsiteX1" fmla="*/ 596545 w 1172513"/>
                <a:gd name="connsiteY1" fmla="*/ 480186 h 760883"/>
                <a:gd name="connsiteX2" fmla="*/ 126739 w 1172513"/>
                <a:gd name="connsiteY2" fmla="*/ 362916 h 760883"/>
                <a:gd name="connsiteX3" fmla="*/ 0 w 1172513"/>
                <a:gd name="connsiteY3" fmla="*/ 592175 h 760883"/>
                <a:gd name="connsiteX4" fmla="*/ 762798 w 1172513"/>
                <a:gd name="connsiteY4" fmla="*/ 751873 h 760883"/>
                <a:gd name="connsiteX5" fmla="*/ 1172514 w 1172513"/>
                <a:gd name="connsiteY5" fmla="*/ 414085 h 760883"/>
                <a:gd name="connsiteX6" fmla="*/ 1119342 w 1172513"/>
                <a:gd name="connsiteY6" fmla="*/ 0 h 760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2513" h="760883">
                  <a:moveTo>
                    <a:pt x="1119342" y="0"/>
                  </a:moveTo>
                  <a:lnTo>
                    <a:pt x="596545" y="480186"/>
                  </a:lnTo>
                  <a:lnTo>
                    <a:pt x="126739" y="362916"/>
                  </a:lnTo>
                  <a:cubicBezTo>
                    <a:pt x="126739" y="362916"/>
                    <a:pt x="364" y="591447"/>
                    <a:pt x="0" y="592175"/>
                  </a:cubicBezTo>
                  <a:cubicBezTo>
                    <a:pt x="0" y="592175"/>
                    <a:pt x="456514" y="806866"/>
                    <a:pt x="762798" y="751873"/>
                  </a:cubicBezTo>
                  <a:cubicBezTo>
                    <a:pt x="902101" y="726926"/>
                    <a:pt x="1172514" y="414085"/>
                    <a:pt x="1172514" y="414085"/>
                  </a:cubicBezTo>
                  <a:lnTo>
                    <a:pt x="1119342" y="0"/>
                  </a:lnTo>
                  <a:close/>
                </a:path>
              </a:pathLst>
            </a:custGeom>
            <a:grpFill/>
            <a:ln w="23644" cap="flat">
              <a:solidFill>
                <a:schemeClr val="accent3"/>
              </a:solidFill>
              <a:prstDash val="solid"/>
              <a:miter/>
            </a:ln>
          </p:spPr>
          <p:txBody>
            <a:bodyPr rtlCol="0" anchor="ctr"/>
            <a:lstStyle/>
            <a:p>
              <a:endParaRPr lang="en-BE"/>
            </a:p>
          </p:txBody>
        </p:sp>
      </p:grpSp>
      <p:sp>
        <p:nvSpPr>
          <p:cNvPr id="39" name="Freeform: Shape 38">
            <a:extLst>
              <a:ext uri="{FF2B5EF4-FFF2-40B4-BE49-F238E27FC236}">
                <a16:creationId xmlns:a16="http://schemas.microsoft.com/office/drawing/2014/main" id="{37A99329-A87A-D309-BA90-9CA92A637040}"/>
              </a:ext>
            </a:extLst>
          </p:cNvPr>
          <p:cNvSpPr/>
          <p:nvPr/>
        </p:nvSpPr>
        <p:spPr>
          <a:xfrm flipH="1">
            <a:off x="4526657" y="4662291"/>
            <a:ext cx="1070274" cy="1713155"/>
          </a:xfrm>
          <a:custGeom>
            <a:avLst/>
            <a:gdLst>
              <a:gd name="connsiteX0" fmla="*/ 468215 w 1070274"/>
              <a:gd name="connsiteY0" fmla="*/ 206679 h 1713155"/>
              <a:gd name="connsiteX1" fmla="*/ 81080 w 1070274"/>
              <a:gd name="connsiteY1" fmla="*/ 350898 h 1713155"/>
              <a:gd name="connsiteX2" fmla="*/ 1140 w 1070274"/>
              <a:gd name="connsiteY2" fmla="*/ 484374 h 1713155"/>
              <a:gd name="connsiteX3" fmla="*/ 185057 w 1070274"/>
              <a:gd name="connsiteY3" fmla="*/ 1713156 h 1713155"/>
              <a:gd name="connsiteX4" fmla="*/ 612799 w 1070274"/>
              <a:gd name="connsiteY4" fmla="*/ 1615917 h 1713155"/>
              <a:gd name="connsiteX5" fmla="*/ 479323 w 1070274"/>
              <a:gd name="connsiteY5" fmla="*/ 657729 h 1713155"/>
              <a:gd name="connsiteX6" fmla="*/ 780145 w 1070274"/>
              <a:gd name="connsiteY6" fmla="*/ 535725 h 1713155"/>
              <a:gd name="connsiteX7" fmla="*/ 852437 w 1070274"/>
              <a:gd name="connsiteY7" fmla="*/ 499124 h 1713155"/>
              <a:gd name="connsiteX8" fmla="*/ 1070041 w 1070274"/>
              <a:gd name="connsiteY8" fmla="*/ 179911 h 1713155"/>
              <a:gd name="connsiteX9" fmla="*/ 1063668 w 1070274"/>
              <a:gd name="connsiteY9" fmla="*/ 0 h 171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0274" h="1713155">
                <a:moveTo>
                  <a:pt x="468215" y="206679"/>
                </a:moveTo>
                <a:lnTo>
                  <a:pt x="81080" y="350898"/>
                </a:lnTo>
                <a:cubicBezTo>
                  <a:pt x="26451" y="371293"/>
                  <a:pt x="-6690" y="426650"/>
                  <a:pt x="1140" y="484374"/>
                </a:cubicBezTo>
                <a:lnTo>
                  <a:pt x="185057" y="1713156"/>
                </a:lnTo>
                <a:lnTo>
                  <a:pt x="612799" y="1615917"/>
                </a:lnTo>
                <a:lnTo>
                  <a:pt x="479323" y="657729"/>
                </a:lnTo>
                <a:lnTo>
                  <a:pt x="780145" y="535725"/>
                </a:lnTo>
                <a:cubicBezTo>
                  <a:pt x="805274" y="525528"/>
                  <a:pt x="829493" y="513328"/>
                  <a:pt x="852437" y="499124"/>
                </a:cubicBezTo>
                <a:cubicBezTo>
                  <a:pt x="990830" y="413175"/>
                  <a:pt x="1075322" y="326680"/>
                  <a:pt x="1070041" y="179911"/>
                </a:cubicBezTo>
                <a:lnTo>
                  <a:pt x="1063668" y="0"/>
                </a:lnTo>
              </a:path>
            </a:pathLst>
          </a:custGeom>
          <a:solidFill>
            <a:srgbClr val="784B9B"/>
          </a:solidFill>
          <a:ln w="23644" cap="flat">
            <a:solidFill>
              <a:schemeClr val="accent3"/>
            </a:solidFill>
            <a:prstDash val="solid"/>
            <a:round/>
          </a:ln>
        </p:spPr>
        <p:txBody>
          <a:bodyPr rtlCol="0" anchor="ctr"/>
          <a:lstStyle/>
          <a:p>
            <a:endParaRPr lang="en-BE"/>
          </a:p>
        </p:txBody>
      </p:sp>
      <p:sp>
        <p:nvSpPr>
          <p:cNvPr id="40" name="Freeform: Shape 39">
            <a:extLst>
              <a:ext uri="{FF2B5EF4-FFF2-40B4-BE49-F238E27FC236}">
                <a16:creationId xmlns:a16="http://schemas.microsoft.com/office/drawing/2014/main" id="{76343154-F26C-594F-BE74-5C06B62F6B67}"/>
              </a:ext>
            </a:extLst>
          </p:cNvPr>
          <p:cNvSpPr/>
          <p:nvPr/>
        </p:nvSpPr>
        <p:spPr>
          <a:xfrm flipH="1">
            <a:off x="4532067" y="3189866"/>
            <a:ext cx="783297" cy="1482440"/>
          </a:xfrm>
          <a:custGeom>
            <a:avLst/>
            <a:gdLst>
              <a:gd name="connsiteX0" fmla="*/ 0 w 783297"/>
              <a:gd name="connsiteY0" fmla="*/ 1482440 h 1482440"/>
              <a:gd name="connsiteX1" fmla="*/ 783193 w 783297"/>
              <a:gd name="connsiteY1" fmla="*/ 1472607 h 1482440"/>
              <a:gd name="connsiteX2" fmla="*/ 783193 w 783297"/>
              <a:gd name="connsiteY2" fmla="*/ 602372 h 1482440"/>
              <a:gd name="connsiteX3" fmla="*/ 326133 w 783297"/>
              <a:gd name="connsiteY3" fmla="*/ 0 h 1482440"/>
              <a:gd name="connsiteX4" fmla="*/ 306103 w 783297"/>
              <a:gd name="connsiteY4" fmla="*/ 546 h 1482440"/>
              <a:gd name="connsiteX5" fmla="*/ 1093 w 783297"/>
              <a:gd name="connsiteY5" fmla="*/ 359093 h 1482440"/>
              <a:gd name="connsiteX6" fmla="*/ 182 w 783297"/>
              <a:gd name="connsiteY6" fmla="*/ 1482440 h 14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3297" h="1482440">
                <a:moveTo>
                  <a:pt x="0" y="1482440"/>
                </a:moveTo>
                <a:lnTo>
                  <a:pt x="783193" y="1472607"/>
                </a:lnTo>
                <a:lnTo>
                  <a:pt x="783193" y="602372"/>
                </a:lnTo>
                <a:cubicBezTo>
                  <a:pt x="788656" y="29864"/>
                  <a:pt x="578518" y="0"/>
                  <a:pt x="326133" y="0"/>
                </a:cubicBezTo>
                <a:cubicBezTo>
                  <a:pt x="319396" y="0"/>
                  <a:pt x="312840" y="182"/>
                  <a:pt x="306103" y="546"/>
                </a:cubicBezTo>
                <a:cubicBezTo>
                  <a:pt x="122915" y="10926"/>
                  <a:pt x="-12929" y="176086"/>
                  <a:pt x="1093" y="359093"/>
                </a:cubicBezTo>
                <a:lnTo>
                  <a:pt x="182" y="1482440"/>
                </a:lnTo>
                <a:close/>
              </a:path>
            </a:pathLst>
          </a:custGeom>
          <a:solidFill>
            <a:srgbClr val="C4AFD3"/>
          </a:solidFill>
          <a:ln w="23644" cap="flat">
            <a:solidFill>
              <a:schemeClr val="accent3"/>
            </a:solidFill>
            <a:prstDash val="solid"/>
            <a:miter/>
          </a:ln>
        </p:spPr>
        <p:txBody>
          <a:bodyPr rtlCol="0" anchor="ctr"/>
          <a:lstStyle/>
          <a:p>
            <a:endParaRPr lang="en-BE"/>
          </a:p>
        </p:txBody>
      </p:sp>
      <p:sp>
        <p:nvSpPr>
          <p:cNvPr id="41" name="Freeform: Shape 40">
            <a:extLst>
              <a:ext uri="{FF2B5EF4-FFF2-40B4-BE49-F238E27FC236}">
                <a16:creationId xmlns:a16="http://schemas.microsoft.com/office/drawing/2014/main" id="{27E0E787-3311-C3FA-EE2B-0C2F4794F9BE}"/>
              </a:ext>
            </a:extLst>
          </p:cNvPr>
          <p:cNvSpPr/>
          <p:nvPr/>
        </p:nvSpPr>
        <p:spPr>
          <a:xfrm flipH="1">
            <a:off x="4437651" y="4440134"/>
            <a:ext cx="265130" cy="397883"/>
          </a:xfrm>
          <a:custGeom>
            <a:avLst/>
            <a:gdLst>
              <a:gd name="connsiteX0" fmla="*/ 30397 w 265130"/>
              <a:gd name="connsiteY0" fmla="*/ 390595 h 397883"/>
              <a:gd name="connsiteX1" fmla="*/ 71915 w 265130"/>
              <a:gd name="connsiteY1" fmla="*/ 208864 h 397883"/>
              <a:gd name="connsiteX2" fmla="*/ 68819 w 265130"/>
              <a:gd name="connsiteY2" fmla="*/ 201762 h 397883"/>
              <a:gd name="connsiteX3" fmla="*/ 3083 w 265130"/>
              <a:gd name="connsiteY3" fmla="*/ 231443 h 397883"/>
              <a:gd name="connsiteX4" fmla="*/ 68819 w 265130"/>
              <a:gd name="connsiteY4" fmla="*/ 104341 h 397883"/>
              <a:gd name="connsiteX5" fmla="*/ 149670 w 265130"/>
              <a:gd name="connsiteY5" fmla="*/ 0 h 397883"/>
              <a:gd name="connsiteX6" fmla="*/ 264572 w 265130"/>
              <a:gd name="connsiteY6" fmla="*/ 19302 h 397883"/>
              <a:gd name="connsiteX7" fmla="*/ 198472 w 265130"/>
              <a:gd name="connsiteY7" fmla="*/ 224342 h 397883"/>
              <a:gd name="connsiteX8" fmla="*/ 30215 w 265130"/>
              <a:gd name="connsiteY8" fmla="*/ 390413 h 39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130" h="397883">
                <a:moveTo>
                  <a:pt x="30397" y="390595"/>
                </a:moveTo>
                <a:cubicBezTo>
                  <a:pt x="-3108" y="367287"/>
                  <a:pt x="37681" y="286619"/>
                  <a:pt x="71915" y="208864"/>
                </a:cubicBezTo>
                <a:cubicBezTo>
                  <a:pt x="74100" y="204129"/>
                  <a:pt x="74465" y="197574"/>
                  <a:pt x="68819" y="201762"/>
                </a:cubicBezTo>
                <a:cubicBezTo>
                  <a:pt x="51156" y="214873"/>
                  <a:pt x="13462" y="240912"/>
                  <a:pt x="3083" y="231443"/>
                </a:cubicBezTo>
                <a:cubicBezTo>
                  <a:pt x="-10938" y="218515"/>
                  <a:pt x="24935" y="152960"/>
                  <a:pt x="68819" y="104341"/>
                </a:cubicBezTo>
                <a:lnTo>
                  <a:pt x="149670" y="0"/>
                </a:lnTo>
                <a:lnTo>
                  <a:pt x="264572" y="19302"/>
                </a:lnTo>
                <a:cubicBezTo>
                  <a:pt x="269853" y="60274"/>
                  <a:pt x="236894" y="136390"/>
                  <a:pt x="198472" y="224342"/>
                </a:cubicBezTo>
                <a:cubicBezTo>
                  <a:pt x="149124" y="337423"/>
                  <a:pt x="79199" y="424465"/>
                  <a:pt x="30215" y="390413"/>
                </a:cubicBezTo>
                <a:close/>
              </a:path>
            </a:pathLst>
          </a:custGeom>
          <a:solidFill>
            <a:srgbClr val="FFFFFF"/>
          </a:solidFill>
          <a:ln w="23644" cap="flat">
            <a:solidFill>
              <a:schemeClr val="accent3"/>
            </a:solidFill>
            <a:prstDash val="solid"/>
            <a:round/>
          </a:ln>
        </p:spPr>
        <p:txBody>
          <a:bodyPr rtlCol="0" anchor="ctr"/>
          <a:lstStyle/>
          <a:p>
            <a:endParaRPr lang="en-BE"/>
          </a:p>
        </p:txBody>
      </p:sp>
      <p:sp>
        <p:nvSpPr>
          <p:cNvPr id="42" name="Freeform: Shape 41">
            <a:extLst>
              <a:ext uri="{FF2B5EF4-FFF2-40B4-BE49-F238E27FC236}">
                <a16:creationId xmlns:a16="http://schemas.microsoft.com/office/drawing/2014/main" id="{D9F47526-7FAC-D1C0-26DF-F1901A2D1051}"/>
              </a:ext>
            </a:extLst>
          </p:cNvPr>
          <p:cNvSpPr/>
          <p:nvPr/>
        </p:nvSpPr>
        <p:spPr>
          <a:xfrm flipH="1">
            <a:off x="4231411" y="3228288"/>
            <a:ext cx="503614" cy="1336581"/>
          </a:xfrm>
          <a:custGeom>
            <a:avLst/>
            <a:gdLst>
              <a:gd name="connsiteX0" fmla="*/ 0 w 503614"/>
              <a:gd name="connsiteY0" fmla="*/ 441946 h 1336581"/>
              <a:gd name="connsiteX1" fmla="*/ 227255 w 503614"/>
              <a:gd name="connsiteY1" fmla="*/ 807412 h 1336581"/>
              <a:gd name="connsiteX2" fmla="*/ 103430 w 503614"/>
              <a:gd name="connsiteY2" fmla="*/ 1200192 h 1336581"/>
              <a:gd name="connsiteX3" fmla="*/ 327226 w 503614"/>
              <a:gd name="connsiteY3" fmla="*/ 1336582 h 1336581"/>
              <a:gd name="connsiteX4" fmla="*/ 458881 w 503614"/>
              <a:gd name="connsiteY4" fmla="*/ 603101 h 1336581"/>
              <a:gd name="connsiteX5" fmla="*/ 0 w 503614"/>
              <a:gd name="connsiteY5" fmla="*/ 0 h 133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614" h="1336581">
                <a:moveTo>
                  <a:pt x="0" y="441946"/>
                </a:moveTo>
                <a:lnTo>
                  <a:pt x="227255" y="807412"/>
                </a:lnTo>
                <a:lnTo>
                  <a:pt x="103430" y="1200192"/>
                </a:lnTo>
                <a:cubicBezTo>
                  <a:pt x="103430" y="1200192"/>
                  <a:pt x="326497" y="1336035"/>
                  <a:pt x="327226" y="1336582"/>
                </a:cubicBezTo>
                <a:cubicBezTo>
                  <a:pt x="327226" y="1336582"/>
                  <a:pt x="610749" y="882617"/>
                  <a:pt x="458881" y="603101"/>
                </a:cubicBezTo>
                <a:cubicBezTo>
                  <a:pt x="333599" y="372568"/>
                  <a:pt x="145676" y="73202"/>
                  <a:pt x="0" y="0"/>
                </a:cubicBezTo>
              </a:path>
            </a:pathLst>
          </a:custGeom>
          <a:solidFill>
            <a:srgbClr val="C4AFD3"/>
          </a:solidFill>
          <a:ln w="23644" cap="flat">
            <a:solidFill>
              <a:schemeClr val="accent3"/>
            </a:solidFill>
            <a:prstDash val="solid"/>
            <a:miter/>
          </a:ln>
        </p:spPr>
        <p:txBody>
          <a:bodyPr rtlCol="0" anchor="ctr"/>
          <a:lstStyle/>
          <a:p>
            <a:endParaRPr lang="en-BE"/>
          </a:p>
        </p:txBody>
      </p:sp>
      <p:sp>
        <p:nvSpPr>
          <p:cNvPr id="43" name="Freeform: Shape 42">
            <a:extLst>
              <a:ext uri="{FF2B5EF4-FFF2-40B4-BE49-F238E27FC236}">
                <a16:creationId xmlns:a16="http://schemas.microsoft.com/office/drawing/2014/main" id="{0E30C8EE-1298-48E6-F714-B416172AF434}"/>
              </a:ext>
            </a:extLst>
          </p:cNvPr>
          <p:cNvSpPr/>
          <p:nvPr/>
        </p:nvSpPr>
        <p:spPr>
          <a:xfrm flipH="1">
            <a:off x="4264491" y="2616989"/>
            <a:ext cx="552937" cy="364052"/>
          </a:xfrm>
          <a:custGeom>
            <a:avLst/>
            <a:gdLst>
              <a:gd name="connsiteX0" fmla="*/ 26318 w 552937"/>
              <a:gd name="connsiteY0" fmla="*/ 90505 h 364052"/>
              <a:gd name="connsiteX1" fmla="*/ 107350 w 552937"/>
              <a:gd name="connsiteY1" fmla="*/ 27318 h 364052"/>
              <a:gd name="connsiteX2" fmla="*/ 317124 w 552937"/>
              <a:gd name="connsiteY2" fmla="*/ 27500 h 364052"/>
              <a:gd name="connsiteX3" fmla="*/ 479918 w 552937"/>
              <a:gd name="connsiteY3" fmla="*/ 265317 h 364052"/>
              <a:gd name="connsiteX4" fmla="*/ 552938 w 552937"/>
              <a:gd name="connsiteY4" fmla="*/ 317032 h 364052"/>
              <a:gd name="connsiteX5" fmla="*/ 246289 w 552937"/>
              <a:gd name="connsiteY5" fmla="*/ 315575 h 364052"/>
              <a:gd name="connsiteX6" fmla="*/ 125560 w 552937"/>
              <a:gd name="connsiteY6" fmla="*/ 222342 h 364052"/>
              <a:gd name="connsiteX7" fmla="*/ 12296 w 552937"/>
              <a:gd name="connsiteY7" fmla="*/ 166257 h 364052"/>
              <a:gd name="connsiteX8" fmla="*/ 28321 w 552937"/>
              <a:gd name="connsiteY8" fmla="*/ 89594 h 36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937" h="364052">
                <a:moveTo>
                  <a:pt x="26318" y="90505"/>
                </a:moveTo>
                <a:cubicBezTo>
                  <a:pt x="57820" y="82675"/>
                  <a:pt x="80582" y="44981"/>
                  <a:pt x="107350" y="27318"/>
                </a:cubicBezTo>
                <a:cubicBezTo>
                  <a:pt x="172176" y="-15475"/>
                  <a:pt x="249020" y="-2182"/>
                  <a:pt x="317124" y="27500"/>
                </a:cubicBezTo>
                <a:cubicBezTo>
                  <a:pt x="431844" y="77576"/>
                  <a:pt x="413999" y="182645"/>
                  <a:pt x="479918" y="265317"/>
                </a:cubicBezTo>
                <a:cubicBezTo>
                  <a:pt x="498674" y="288625"/>
                  <a:pt x="526170" y="306106"/>
                  <a:pt x="552938" y="317032"/>
                </a:cubicBezTo>
                <a:cubicBezTo>
                  <a:pt x="473909" y="399339"/>
                  <a:pt x="334788" y="356911"/>
                  <a:pt x="246289" y="315575"/>
                </a:cubicBezTo>
                <a:cubicBezTo>
                  <a:pt x="196759" y="292449"/>
                  <a:pt x="168170" y="253116"/>
                  <a:pt x="125560" y="222342"/>
                </a:cubicBezTo>
                <a:cubicBezTo>
                  <a:pt x="93329" y="199034"/>
                  <a:pt x="37243" y="196303"/>
                  <a:pt x="12296" y="166257"/>
                </a:cubicBezTo>
                <a:cubicBezTo>
                  <a:pt x="-6460" y="143859"/>
                  <a:pt x="-5731" y="96696"/>
                  <a:pt x="28321" y="89594"/>
                </a:cubicBezTo>
              </a:path>
            </a:pathLst>
          </a:custGeom>
          <a:solidFill>
            <a:srgbClr val="784B9B"/>
          </a:solidFill>
          <a:ln w="23644" cap="flat">
            <a:solidFill>
              <a:schemeClr val="accent3"/>
            </a:solidFill>
            <a:prstDash val="solid"/>
            <a:miter/>
          </a:ln>
        </p:spPr>
        <p:txBody>
          <a:bodyPr rtlCol="0" anchor="ctr"/>
          <a:lstStyle/>
          <a:p>
            <a:endParaRPr lang="en-BE"/>
          </a:p>
        </p:txBody>
      </p:sp>
      <p:sp>
        <p:nvSpPr>
          <p:cNvPr id="44" name="Freeform: Shape 43">
            <a:extLst>
              <a:ext uri="{FF2B5EF4-FFF2-40B4-BE49-F238E27FC236}">
                <a16:creationId xmlns:a16="http://schemas.microsoft.com/office/drawing/2014/main" id="{F0D5F4F5-B445-F708-7763-1427EFE87B47}"/>
              </a:ext>
            </a:extLst>
          </p:cNvPr>
          <p:cNvSpPr/>
          <p:nvPr/>
        </p:nvSpPr>
        <p:spPr>
          <a:xfrm flipH="1">
            <a:off x="4749740" y="2592640"/>
            <a:ext cx="520232" cy="489243"/>
          </a:xfrm>
          <a:custGeom>
            <a:avLst/>
            <a:gdLst>
              <a:gd name="connsiteX0" fmla="*/ 398557 w 520232"/>
              <a:gd name="connsiteY0" fmla="*/ 489061 h 489243"/>
              <a:gd name="connsiteX1" fmla="*/ 456464 w 520232"/>
              <a:gd name="connsiteY1" fmla="*/ 424053 h 489243"/>
              <a:gd name="connsiteX2" fmla="*/ 477951 w 520232"/>
              <a:gd name="connsiteY2" fmla="*/ 119589 h 489243"/>
              <a:gd name="connsiteX3" fmla="*/ 475584 w 520232"/>
              <a:gd name="connsiteY3" fmla="*/ 116311 h 489243"/>
              <a:gd name="connsiteX4" fmla="*/ 473217 w 520232"/>
              <a:gd name="connsiteY4" fmla="*/ 113034 h 489243"/>
              <a:gd name="connsiteX5" fmla="*/ 340469 w 520232"/>
              <a:gd name="connsiteY5" fmla="*/ 13609 h 489243"/>
              <a:gd name="connsiteX6" fmla="*/ 1407 w 520232"/>
              <a:gd name="connsiteY6" fmla="*/ 186054 h 489243"/>
              <a:gd name="connsiteX7" fmla="*/ 6687 w 520232"/>
              <a:gd name="connsiteY7" fmla="*/ 265630 h 489243"/>
              <a:gd name="connsiteX8" fmla="*/ 398375 w 520232"/>
              <a:gd name="connsiteY8" fmla="*/ 489243 h 48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232" h="489243">
                <a:moveTo>
                  <a:pt x="398557" y="489061"/>
                </a:moveTo>
                <a:lnTo>
                  <a:pt x="456464" y="424053"/>
                </a:lnTo>
                <a:cubicBezTo>
                  <a:pt x="532215" y="339196"/>
                  <a:pt x="541866" y="213550"/>
                  <a:pt x="477951" y="119589"/>
                </a:cubicBezTo>
                <a:cubicBezTo>
                  <a:pt x="477223" y="118497"/>
                  <a:pt x="476494" y="117404"/>
                  <a:pt x="475584" y="116311"/>
                </a:cubicBezTo>
                <a:cubicBezTo>
                  <a:pt x="474673" y="115219"/>
                  <a:pt x="473945" y="114126"/>
                  <a:pt x="473217" y="113034"/>
                </a:cubicBezTo>
                <a:cubicBezTo>
                  <a:pt x="438618" y="64232"/>
                  <a:pt x="391820" y="31091"/>
                  <a:pt x="340469" y="13609"/>
                </a:cubicBezTo>
                <a:cubicBezTo>
                  <a:pt x="200983" y="-33735"/>
                  <a:pt x="49844" y="46933"/>
                  <a:pt x="1407" y="186054"/>
                </a:cubicBezTo>
                <a:cubicBezTo>
                  <a:pt x="-1871" y="195523"/>
                  <a:pt x="861" y="226297"/>
                  <a:pt x="6687" y="265630"/>
                </a:cubicBezTo>
                <a:cubicBezTo>
                  <a:pt x="21073" y="365236"/>
                  <a:pt x="398375" y="489243"/>
                  <a:pt x="398375" y="489243"/>
                </a:cubicBezTo>
                <a:close/>
              </a:path>
            </a:pathLst>
          </a:custGeom>
          <a:solidFill>
            <a:srgbClr val="784B9B"/>
          </a:solidFill>
          <a:ln w="23644" cap="flat">
            <a:solidFill>
              <a:schemeClr val="accent3"/>
            </a:solidFill>
            <a:prstDash val="solid"/>
            <a:miter/>
          </a:ln>
        </p:spPr>
        <p:txBody>
          <a:bodyPr rtlCol="0" anchor="ctr"/>
          <a:lstStyle/>
          <a:p>
            <a:endParaRPr lang="en-BE"/>
          </a:p>
        </p:txBody>
      </p:sp>
      <p:sp>
        <p:nvSpPr>
          <p:cNvPr id="45" name="Freeform: Shape 44">
            <a:extLst>
              <a:ext uri="{FF2B5EF4-FFF2-40B4-BE49-F238E27FC236}">
                <a16:creationId xmlns:a16="http://schemas.microsoft.com/office/drawing/2014/main" id="{F61CBDB0-6667-748D-7627-F9C62756679E}"/>
              </a:ext>
            </a:extLst>
          </p:cNvPr>
          <p:cNvSpPr/>
          <p:nvPr/>
        </p:nvSpPr>
        <p:spPr>
          <a:xfrm flipH="1">
            <a:off x="4814237" y="2700802"/>
            <a:ext cx="410669" cy="583935"/>
          </a:xfrm>
          <a:custGeom>
            <a:avLst/>
            <a:gdLst>
              <a:gd name="connsiteX0" fmla="*/ 1683 w 410669"/>
              <a:gd name="connsiteY0" fmla="*/ 105752 h 583935"/>
              <a:gd name="connsiteX1" fmla="*/ 10970 w 410669"/>
              <a:gd name="connsiteY1" fmla="*/ 232308 h 583935"/>
              <a:gd name="connsiteX2" fmla="*/ 31183 w 410669"/>
              <a:gd name="connsiteY2" fmla="*/ 301141 h 583935"/>
              <a:gd name="connsiteX3" fmla="*/ 94916 w 410669"/>
              <a:gd name="connsiteY3" fmla="*/ 343023 h 583935"/>
              <a:gd name="connsiteX4" fmla="*/ 179044 w 410669"/>
              <a:gd name="connsiteY4" fmla="*/ 333554 h 583935"/>
              <a:gd name="connsiteX5" fmla="*/ 163202 w 410669"/>
              <a:gd name="connsiteY5" fmla="*/ 497075 h 583935"/>
              <a:gd name="connsiteX6" fmla="*/ 202535 w 410669"/>
              <a:gd name="connsiteY6" fmla="*/ 583935 h 583935"/>
              <a:gd name="connsiteX7" fmla="*/ 410670 w 410669"/>
              <a:gd name="connsiteY7" fmla="*/ 501992 h 583935"/>
              <a:gd name="connsiteX8" fmla="*/ 323446 w 410669"/>
              <a:gd name="connsiteY8" fmla="*/ 188788 h 583935"/>
              <a:gd name="connsiteX9" fmla="*/ 324903 w 410669"/>
              <a:gd name="connsiteY9" fmla="*/ 165661 h 583935"/>
              <a:gd name="connsiteX10" fmla="*/ 274098 w 410669"/>
              <a:gd name="connsiteY10" fmla="*/ 150183 h 583935"/>
              <a:gd name="connsiteX11" fmla="*/ 146085 w 410669"/>
              <a:gd name="connsiteY11" fmla="*/ 50759 h 583935"/>
              <a:gd name="connsiteX12" fmla="*/ 117678 w 410669"/>
              <a:gd name="connsiteY12" fmla="*/ 1229 h 583935"/>
              <a:gd name="connsiteX13" fmla="*/ 113490 w 410669"/>
              <a:gd name="connsiteY13" fmla="*/ 1229 h 583935"/>
              <a:gd name="connsiteX14" fmla="*/ 92367 w 410669"/>
              <a:gd name="connsiteY14" fmla="*/ 37648 h 583935"/>
              <a:gd name="connsiteX15" fmla="*/ 28451 w 410669"/>
              <a:gd name="connsiteY15" fmla="*/ 93734 h 583935"/>
              <a:gd name="connsiteX16" fmla="*/ 1319 w 410669"/>
              <a:gd name="connsiteY16" fmla="*/ 106116 h 58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669" h="583935">
                <a:moveTo>
                  <a:pt x="1683" y="105752"/>
                </a:moveTo>
                <a:cubicBezTo>
                  <a:pt x="-1594" y="144903"/>
                  <a:pt x="-866" y="191155"/>
                  <a:pt x="10970" y="232308"/>
                </a:cubicBezTo>
                <a:cubicBezTo>
                  <a:pt x="19529" y="261990"/>
                  <a:pt x="26266" y="284388"/>
                  <a:pt x="31183" y="301141"/>
                </a:cubicBezTo>
                <a:cubicBezTo>
                  <a:pt x="39559" y="328637"/>
                  <a:pt x="66327" y="346300"/>
                  <a:pt x="94916" y="343023"/>
                </a:cubicBezTo>
                <a:lnTo>
                  <a:pt x="179044" y="333554"/>
                </a:lnTo>
                <a:lnTo>
                  <a:pt x="163202" y="497075"/>
                </a:lnTo>
                <a:lnTo>
                  <a:pt x="202535" y="583935"/>
                </a:lnTo>
                <a:lnTo>
                  <a:pt x="410670" y="501992"/>
                </a:lnTo>
                <a:cubicBezTo>
                  <a:pt x="358955" y="436438"/>
                  <a:pt x="308150" y="270913"/>
                  <a:pt x="323446" y="188788"/>
                </a:cubicBezTo>
                <a:lnTo>
                  <a:pt x="324903" y="165661"/>
                </a:lnTo>
                <a:lnTo>
                  <a:pt x="274098" y="150183"/>
                </a:lnTo>
                <a:cubicBezTo>
                  <a:pt x="220744" y="133795"/>
                  <a:pt x="175220" y="98468"/>
                  <a:pt x="146085" y="50759"/>
                </a:cubicBezTo>
                <a:lnTo>
                  <a:pt x="117678" y="1229"/>
                </a:lnTo>
                <a:cubicBezTo>
                  <a:pt x="116768" y="-410"/>
                  <a:pt x="114400" y="-410"/>
                  <a:pt x="113490" y="1229"/>
                </a:cubicBezTo>
                <a:lnTo>
                  <a:pt x="92367" y="37648"/>
                </a:lnTo>
                <a:cubicBezTo>
                  <a:pt x="77981" y="63324"/>
                  <a:pt x="55219" y="81533"/>
                  <a:pt x="28451" y="93734"/>
                </a:cubicBezTo>
                <a:lnTo>
                  <a:pt x="1319" y="106116"/>
                </a:lnTo>
                <a:close/>
              </a:path>
            </a:pathLst>
          </a:custGeom>
          <a:solidFill>
            <a:srgbClr val="FFFFFF"/>
          </a:solidFill>
          <a:ln w="23644" cap="flat">
            <a:solidFill>
              <a:schemeClr val="accent3"/>
            </a:solidFill>
            <a:prstDash val="solid"/>
            <a:miter/>
          </a:ln>
        </p:spPr>
        <p:txBody>
          <a:bodyPr rtlCol="0" anchor="ctr"/>
          <a:lstStyle/>
          <a:p>
            <a:endParaRPr lang="en-BE"/>
          </a:p>
        </p:txBody>
      </p:sp>
      <p:sp>
        <p:nvSpPr>
          <p:cNvPr id="46" name="Freeform: Shape 45">
            <a:extLst>
              <a:ext uri="{FF2B5EF4-FFF2-40B4-BE49-F238E27FC236}">
                <a16:creationId xmlns:a16="http://schemas.microsoft.com/office/drawing/2014/main" id="{2027F35E-3475-A10D-8AE8-88C3CB72A180}"/>
              </a:ext>
            </a:extLst>
          </p:cNvPr>
          <p:cNvSpPr/>
          <p:nvPr/>
        </p:nvSpPr>
        <p:spPr>
          <a:xfrm flipH="1">
            <a:off x="4826619" y="2695476"/>
            <a:ext cx="453600" cy="170568"/>
          </a:xfrm>
          <a:custGeom>
            <a:avLst/>
            <a:gdLst>
              <a:gd name="connsiteX0" fmla="*/ 0 w 453600"/>
              <a:gd name="connsiteY0" fmla="*/ 116723 h 170568"/>
              <a:gd name="connsiteX1" fmla="*/ 168803 w 453600"/>
              <a:gd name="connsiteY1" fmla="*/ 2185 h 170568"/>
              <a:gd name="connsiteX2" fmla="*/ 174994 w 453600"/>
              <a:gd name="connsiteY2" fmla="*/ 2185 h 170568"/>
              <a:gd name="connsiteX3" fmla="*/ 401339 w 453600"/>
              <a:gd name="connsiteY3" fmla="*/ 170077 h 170568"/>
              <a:gd name="connsiteX4" fmla="*/ 453600 w 453600"/>
              <a:gd name="connsiteY4" fmla="*/ 168074 h 170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600" h="170568">
                <a:moveTo>
                  <a:pt x="0" y="116723"/>
                </a:moveTo>
                <a:cubicBezTo>
                  <a:pt x="115449" y="120547"/>
                  <a:pt x="157695" y="32049"/>
                  <a:pt x="168803" y="2185"/>
                </a:cubicBezTo>
                <a:cubicBezTo>
                  <a:pt x="169895" y="-728"/>
                  <a:pt x="174083" y="-728"/>
                  <a:pt x="174994" y="2185"/>
                </a:cubicBezTo>
                <a:cubicBezTo>
                  <a:pt x="187559" y="38058"/>
                  <a:pt x="242005" y="162065"/>
                  <a:pt x="401339" y="170077"/>
                </a:cubicBezTo>
                <a:cubicBezTo>
                  <a:pt x="435391" y="171898"/>
                  <a:pt x="453600" y="168074"/>
                  <a:pt x="453600" y="168074"/>
                </a:cubicBezTo>
              </a:path>
            </a:pathLst>
          </a:custGeom>
          <a:noFill/>
          <a:ln w="23644" cap="flat">
            <a:solidFill>
              <a:schemeClr val="accent3"/>
            </a:solidFill>
            <a:prstDash val="solid"/>
            <a:miter/>
          </a:ln>
        </p:spPr>
        <p:txBody>
          <a:bodyPr rtlCol="0" anchor="ctr"/>
          <a:lstStyle/>
          <a:p>
            <a:endParaRPr lang="en-BE"/>
          </a:p>
        </p:txBody>
      </p:sp>
      <p:sp>
        <p:nvSpPr>
          <p:cNvPr id="47" name="Freeform: Shape 46">
            <a:extLst>
              <a:ext uri="{FF2B5EF4-FFF2-40B4-BE49-F238E27FC236}">
                <a16:creationId xmlns:a16="http://schemas.microsoft.com/office/drawing/2014/main" id="{AF1D99CB-10B0-A958-A326-BAF95FB62CB2}"/>
              </a:ext>
            </a:extLst>
          </p:cNvPr>
          <p:cNvSpPr/>
          <p:nvPr/>
        </p:nvSpPr>
        <p:spPr>
          <a:xfrm rot="6330601" flipH="1">
            <a:off x="7682970" y="3888223"/>
            <a:ext cx="1074364" cy="94871"/>
          </a:xfrm>
          <a:custGeom>
            <a:avLst/>
            <a:gdLst>
              <a:gd name="connsiteX0" fmla="*/ 0 w 1074364"/>
              <a:gd name="connsiteY0" fmla="*/ 0 h 94871"/>
              <a:gd name="connsiteX1" fmla="*/ 1074364 w 1074364"/>
              <a:gd name="connsiteY1" fmla="*/ 0 h 94871"/>
              <a:gd name="connsiteX2" fmla="*/ 1074364 w 1074364"/>
              <a:gd name="connsiteY2" fmla="*/ 94872 h 94871"/>
              <a:gd name="connsiteX3" fmla="*/ 0 w 1074364"/>
              <a:gd name="connsiteY3" fmla="*/ 94872 h 94871"/>
            </a:gdLst>
            <a:ahLst/>
            <a:cxnLst>
              <a:cxn ang="0">
                <a:pos x="connsiteX0" y="connsiteY0"/>
              </a:cxn>
              <a:cxn ang="0">
                <a:pos x="connsiteX1" y="connsiteY1"/>
              </a:cxn>
              <a:cxn ang="0">
                <a:pos x="connsiteX2" y="connsiteY2"/>
              </a:cxn>
              <a:cxn ang="0">
                <a:pos x="connsiteX3" y="connsiteY3"/>
              </a:cxn>
            </a:cxnLst>
            <a:rect l="l" t="t" r="r" b="b"/>
            <a:pathLst>
              <a:path w="1074364" h="94871">
                <a:moveTo>
                  <a:pt x="0" y="0"/>
                </a:moveTo>
                <a:lnTo>
                  <a:pt x="1074364" y="0"/>
                </a:lnTo>
                <a:lnTo>
                  <a:pt x="1074364" y="94872"/>
                </a:lnTo>
                <a:lnTo>
                  <a:pt x="0" y="94872"/>
                </a:lnTo>
                <a:close/>
              </a:path>
            </a:pathLst>
          </a:custGeom>
          <a:solidFill>
            <a:schemeClr val="tx2">
              <a:lumMod val="40000"/>
              <a:lumOff val="60000"/>
            </a:schemeClr>
          </a:solidFill>
          <a:ln w="23644" cap="flat">
            <a:solidFill>
              <a:schemeClr val="tx2"/>
            </a:solidFill>
            <a:prstDash val="solid"/>
            <a:round/>
          </a:ln>
        </p:spPr>
        <p:txBody>
          <a:bodyPr rtlCol="0" anchor="ctr"/>
          <a:lstStyle/>
          <a:p>
            <a:endParaRPr lang="en-BE"/>
          </a:p>
        </p:txBody>
      </p:sp>
      <p:sp>
        <p:nvSpPr>
          <p:cNvPr id="48" name="Freeform: Shape 47">
            <a:extLst>
              <a:ext uri="{FF2B5EF4-FFF2-40B4-BE49-F238E27FC236}">
                <a16:creationId xmlns:a16="http://schemas.microsoft.com/office/drawing/2014/main" id="{4EB9D06C-68E3-6492-DEEA-1941DDA23895}"/>
              </a:ext>
            </a:extLst>
          </p:cNvPr>
          <p:cNvSpPr/>
          <p:nvPr/>
        </p:nvSpPr>
        <p:spPr>
          <a:xfrm flipH="1">
            <a:off x="7049096" y="4371666"/>
            <a:ext cx="1099311" cy="94871"/>
          </a:xfrm>
          <a:custGeom>
            <a:avLst/>
            <a:gdLst>
              <a:gd name="connsiteX0" fmla="*/ 1099311 w 1099311"/>
              <a:gd name="connsiteY0" fmla="*/ 94872 h 94871"/>
              <a:gd name="connsiteX1" fmla="*/ 26222 w 1099311"/>
              <a:gd name="connsiteY1" fmla="*/ 94872 h 94871"/>
              <a:gd name="connsiteX2" fmla="*/ 0 w 1099311"/>
              <a:gd name="connsiteY2" fmla="*/ 0 h 94871"/>
              <a:gd name="connsiteX3" fmla="*/ 1099311 w 1099311"/>
              <a:gd name="connsiteY3" fmla="*/ 0 h 94871"/>
              <a:gd name="connsiteX4" fmla="*/ 1099311 w 1099311"/>
              <a:gd name="connsiteY4" fmla="*/ 94872 h 94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311" h="94871">
                <a:moveTo>
                  <a:pt x="1099311" y="94872"/>
                </a:moveTo>
                <a:lnTo>
                  <a:pt x="26222" y="94872"/>
                </a:lnTo>
                <a:lnTo>
                  <a:pt x="0" y="0"/>
                </a:lnTo>
                <a:lnTo>
                  <a:pt x="1099311" y="0"/>
                </a:lnTo>
                <a:lnTo>
                  <a:pt x="1099311" y="94872"/>
                </a:lnTo>
                <a:close/>
              </a:path>
            </a:pathLst>
          </a:custGeom>
          <a:solidFill>
            <a:schemeClr val="tx2">
              <a:lumMod val="40000"/>
              <a:lumOff val="60000"/>
            </a:schemeClr>
          </a:solidFill>
          <a:ln w="23644" cap="flat">
            <a:solidFill>
              <a:schemeClr val="tx2"/>
            </a:solidFill>
            <a:prstDash val="solid"/>
            <a:round/>
          </a:ln>
        </p:spPr>
        <p:txBody>
          <a:bodyPr rtlCol="0" anchor="ctr"/>
          <a:lstStyle/>
          <a:p>
            <a:endParaRPr lang="en-BE"/>
          </a:p>
        </p:txBody>
      </p:sp>
      <p:sp>
        <p:nvSpPr>
          <p:cNvPr id="11" name="Freeform: Shape 10">
            <a:extLst>
              <a:ext uri="{FF2B5EF4-FFF2-40B4-BE49-F238E27FC236}">
                <a16:creationId xmlns:a16="http://schemas.microsoft.com/office/drawing/2014/main" id="{0AB84236-3D51-53E5-8A0B-1DB270509523}"/>
              </a:ext>
            </a:extLst>
          </p:cNvPr>
          <p:cNvSpPr/>
          <p:nvPr/>
        </p:nvSpPr>
        <p:spPr>
          <a:xfrm rot="10800000" flipH="1">
            <a:off x="6064323" y="4466538"/>
            <a:ext cx="2776593" cy="164978"/>
          </a:xfrm>
          <a:custGeom>
            <a:avLst/>
            <a:gdLst>
              <a:gd name="connsiteX0" fmla="*/ 0 w 2776593"/>
              <a:gd name="connsiteY0" fmla="*/ 0 h 164978"/>
              <a:gd name="connsiteX1" fmla="*/ 2776594 w 2776593"/>
              <a:gd name="connsiteY1" fmla="*/ 0 h 164978"/>
              <a:gd name="connsiteX2" fmla="*/ 2776594 w 2776593"/>
              <a:gd name="connsiteY2" fmla="*/ 164979 h 164978"/>
              <a:gd name="connsiteX3" fmla="*/ 0 w 2776593"/>
              <a:gd name="connsiteY3" fmla="*/ 164979 h 164978"/>
            </a:gdLst>
            <a:ahLst/>
            <a:cxnLst>
              <a:cxn ang="0">
                <a:pos x="connsiteX0" y="connsiteY0"/>
              </a:cxn>
              <a:cxn ang="0">
                <a:pos x="connsiteX1" y="connsiteY1"/>
              </a:cxn>
              <a:cxn ang="0">
                <a:pos x="connsiteX2" y="connsiteY2"/>
              </a:cxn>
              <a:cxn ang="0">
                <a:pos x="connsiteX3" y="connsiteY3"/>
              </a:cxn>
            </a:cxnLst>
            <a:rect l="l" t="t" r="r" b="b"/>
            <a:pathLst>
              <a:path w="2776593" h="164978">
                <a:moveTo>
                  <a:pt x="0" y="0"/>
                </a:moveTo>
                <a:lnTo>
                  <a:pt x="2776594" y="0"/>
                </a:lnTo>
                <a:lnTo>
                  <a:pt x="2776594" y="164979"/>
                </a:lnTo>
                <a:lnTo>
                  <a:pt x="0" y="164979"/>
                </a:lnTo>
                <a:close/>
              </a:path>
            </a:pathLst>
          </a:custGeom>
          <a:solidFill>
            <a:srgbClr val="C4AFD3"/>
          </a:solidFill>
          <a:ln w="23644" cap="flat">
            <a:solidFill>
              <a:schemeClr val="accent3"/>
            </a:solidFill>
            <a:prstDash val="solid"/>
            <a:miter/>
          </a:ln>
        </p:spPr>
        <p:txBody>
          <a:bodyPr rtlCol="0" anchor="ctr"/>
          <a:lstStyle/>
          <a:p>
            <a:endParaRPr lang="en-BE"/>
          </a:p>
        </p:txBody>
      </p:sp>
      <p:pic>
        <p:nvPicPr>
          <p:cNvPr id="4" name="Graphic 3" descr="Line arrow: Clockwise curve outline">
            <a:extLst>
              <a:ext uri="{FF2B5EF4-FFF2-40B4-BE49-F238E27FC236}">
                <a16:creationId xmlns:a16="http://schemas.microsoft.com/office/drawing/2014/main" id="{418E55A0-ECF4-9CE5-DD11-CCDCC0C7C5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5310677" flipH="1" flipV="1">
            <a:off x="7226785" y="3333296"/>
            <a:ext cx="914400" cy="914400"/>
          </a:xfrm>
          <a:prstGeom prst="rect">
            <a:avLst/>
          </a:prstGeom>
        </p:spPr>
      </p:pic>
    </p:spTree>
    <p:extLst>
      <p:ext uri="{BB962C8B-B14F-4D97-AF65-F5344CB8AC3E}">
        <p14:creationId xmlns:p14="http://schemas.microsoft.com/office/powerpoint/2010/main" val="1249267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D6EE9-BF82-C95E-7C8A-A3EF7BD847E1}"/>
              </a:ext>
            </a:extLst>
          </p:cNvPr>
          <p:cNvSpPr>
            <a:spLocks noGrp="1"/>
          </p:cNvSpPr>
          <p:nvPr>
            <p:ph type="title"/>
          </p:nvPr>
        </p:nvSpPr>
        <p:spPr/>
        <p:txBody>
          <a:bodyPr/>
          <a:lstStyle/>
          <a:p>
            <a:r>
              <a:rPr lang="en-US" dirty="0"/>
              <a:t>Key Resource</a:t>
            </a:r>
            <a:endParaRPr lang="en-BE" dirty="0"/>
          </a:p>
        </p:txBody>
      </p:sp>
      <p:pic>
        <p:nvPicPr>
          <p:cNvPr id="1026" name="Picture 2" descr="Media kit | RDMkit">
            <a:hlinkClick r:id="rId3"/>
            <a:extLst>
              <a:ext uri="{FF2B5EF4-FFF2-40B4-BE49-F238E27FC236}">
                <a16:creationId xmlns:a16="http://schemas.microsoft.com/office/drawing/2014/main" id="{168C7720-6FFD-3247-1F76-AEAE57830A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8589" y="2590480"/>
            <a:ext cx="7994822" cy="167703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F49169C-993E-9976-2392-57862869D300}"/>
              </a:ext>
            </a:extLst>
          </p:cNvPr>
          <p:cNvSpPr txBox="1"/>
          <p:nvPr/>
        </p:nvSpPr>
        <p:spPr>
          <a:xfrm>
            <a:off x="3049030" y="4436760"/>
            <a:ext cx="6098058" cy="369332"/>
          </a:xfrm>
          <a:prstGeom prst="rect">
            <a:avLst/>
          </a:prstGeom>
          <a:noFill/>
        </p:spPr>
        <p:txBody>
          <a:bodyPr wrap="square">
            <a:spAutoFit/>
          </a:bodyPr>
          <a:lstStyle/>
          <a:p>
            <a:pPr algn="ctr"/>
            <a:r>
              <a:rPr lang="en-US" dirty="0">
                <a:solidFill>
                  <a:schemeClr val="bg1">
                    <a:lumMod val="75000"/>
                  </a:schemeClr>
                </a:solidFill>
              </a:rPr>
              <a:t>https://</a:t>
            </a:r>
            <a:r>
              <a:rPr lang="en-US" dirty="0"/>
              <a:t>rdmkit.elixir-europe.org</a:t>
            </a:r>
            <a:r>
              <a:rPr lang="en-US" dirty="0">
                <a:solidFill>
                  <a:schemeClr val="bg1">
                    <a:lumMod val="75000"/>
                  </a:schemeClr>
                </a:solidFill>
              </a:rPr>
              <a:t>/</a:t>
            </a:r>
            <a:endParaRPr lang="en-BE" dirty="0">
              <a:solidFill>
                <a:schemeClr val="bg1">
                  <a:lumMod val="75000"/>
                </a:schemeClr>
              </a:solidFill>
            </a:endParaRPr>
          </a:p>
        </p:txBody>
      </p:sp>
    </p:spTree>
    <p:extLst>
      <p:ext uri="{BB962C8B-B14F-4D97-AF65-F5344CB8AC3E}">
        <p14:creationId xmlns:p14="http://schemas.microsoft.com/office/powerpoint/2010/main" val="3071993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D43A558-F478-A0B5-B0AF-49F83C49C2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0" name="Graphic 9">
            <a:extLst>
              <a:ext uri="{FF2B5EF4-FFF2-40B4-BE49-F238E27FC236}">
                <a16:creationId xmlns:a16="http://schemas.microsoft.com/office/drawing/2014/main" id="{C80D94B6-36CB-6CDE-7F51-8955AA53D8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1" y="2316480"/>
            <a:ext cx="12262334" cy="4534686"/>
          </a:xfrm>
          <a:prstGeom prst="rect">
            <a:avLst/>
          </a:prstGeom>
        </p:spPr>
      </p:pic>
      <p:sp>
        <p:nvSpPr>
          <p:cNvPr id="2" name="Title 1">
            <a:extLst>
              <a:ext uri="{FF2B5EF4-FFF2-40B4-BE49-F238E27FC236}">
                <a16:creationId xmlns:a16="http://schemas.microsoft.com/office/drawing/2014/main" id="{FC73DFA2-1FE9-EFCD-097A-988BBD0420BA}"/>
              </a:ext>
            </a:extLst>
          </p:cNvPr>
          <p:cNvSpPr>
            <a:spLocks noGrp="1"/>
          </p:cNvSpPr>
          <p:nvPr>
            <p:ph type="title"/>
          </p:nvPr>
        </p:nvSpPr>
        <p:spPr>
          <a:xfrm>
            <a:off x="6024396" y="4907280"/>
            <a:ext cx="5616000" cy="889289"/>
          </a:xfrm>
        </p:spPr>
        <p:txBody>
          <a:bodyPr/>
          <a:lstStyle/>
          <a:p>
            <a:pPr algn="r"/>
            <a:r>
              <a:rPr lang="en-US"/>
              <a:t>Break</a:t>
            </a:r>
            <a:endParaRPr lang="en-BE"/>
          </a:p>
        </p:txBody>
      </p:sp>
      <p:sp>
        <p:nvSpPr>
          <p:cNvPr id="5" name="Text Placeholder 4">
            <a:extLst>
              <a:ext uri="{FF2B5EF4-FFF2-40B4-BE49-F238E27FC236}">
                <a16:creationId xmlns:a16="http://schemas.microsoft.com/office/drawing/2014/main" id="{BE3A6597-37F8-D622-CEC5-E39A199FDE79}"/>
              </a:ext>
            </a:extLst>
          </p:cNvPr>
          <p:cNvSpPr>
            <a:spLocks noGrp="1"/>
          </p:cNvSpPr>
          <p:nvPr>
            <p:ph type="body" sz="quarter" idx="14"/>
          </p:nvPr>
        </p:nvSpPr>
        <p:spPr>
          <a:xfrm>
            <a:off x="6024397" y="5897868"/>
            <a:ext cx="5616742" cy="695325"/>
          </a:xfrm>
        </p:spPr>
        <p:txBody>
          <a:bodyPr/>
          <a:lstStyle/>
          <a:p>
            <a:pPr algn="r"/>
            <a:r>
              <a:rPr lang="en-US"/>
              <a:t>Disconnect for 10 mins</a:t>
            </a:r>
            <a:endParaRPr lang="en-BE"/>
          </a:p>
        </p:txBody>
      </p:sp>
    </p:spTree>
    <p:extLst>
      <p:ext uri="{BB962C8B-B14F-4D97-AF65-F5344CB8AC3E}">
        <p14:creationId xmlns:p14="http://schemas.microsoft.com/office/powerpoint/2010/main" val="18682826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023AFA-4A50-22B8-084C-E56216FE1DF1}"/>
              </a:ext>
            </a:extLst>
          </p:cNvPr>
          <p:cNvSpPr>
            <a:spLocks noGrp="1"/>
          </p:cNvSpPr>
          <p:nvPr>
            <p:ph type="body" sz="quarter" idx="10"/>
          </p:nvPr>
        </p:nvSpPr>
        <p:spPr/>
        <p:txBody>
          <a:bodyPr anchor="ctr"/>
          <a:lstStyle/>
          <a:p>
            <a:r>
              <a:rPr lang="en-US" dirty="0"/>
              <a:t>Matheus Lourenço</a:t>
            </a:r>
          </a:p>
          <a:p>
            <a:r>
              <a:rPr lang="en-US" dirty="0">
                <a:hlinkClick r:id="rId2"/>
              </a:rPr>
              <a:t>Matheus.lourenco@vib.be</a:t>
            </a:r>
            <a:r>
              <a:rPr lang="en-US" dirty="0"/>
              <a:t> </a:t>
            </a:r>
          </a:p>
        </p:txBody>
      </p:sp>
    </p:spTree>
    <p:extLst>
      <p:ext uri="{BB962C8B-B14F-4D97-AF65-F5344CB8AC3E}">
        <p14:creationId xmlns:p14="http://schemas.microsoft.com/office/powerpoint/2010/main" val="1523851026"/>
      </p:ext>
    </p:extLst>
  </p:cSld>
  <p:clrMapOvr>
    <a:masterClrMapping/>
  </p:clrMapOvr>
</p:sld>
</file>

<file path=ppt/theme/theme1.xml><?xml version="1.0" encoding="utf-8"?>
<a:theme xmlns:a="http://schemas.openxmlformats.org/drawingml/2006/main" name="1 - Title slides">
  <a:themeElements>
    <a:clrScheme name="VIB-2025">
      <a:dk1>
        <a:srgbClr val="00205F"/>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70AE2796-8B38-46A8-A110-F992CBE021AC}"/>
    </a:ext>
  </a:extLst>
</a:theme>
</file>

<file path=ppt/theme/theme2.xml><?xml version="1.0" encoding="utf-8"?>
<a:theme xmlns:a="http://schemas.openxmlformats.org/drawingml/2006/main" name="2 - Chapter title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9CE5F5C4-1D90-4E5C-A207-3FC4C8233A31}"/>
    </a:ext>
  </a:extLst>
</a:theme>
</file>

<file path=ppt/theme/theme3.xml><?xml version="1.0" encoding="utf-8"?>
<a:theme xmlns:a="http://schemas.openxmlformats.org/drawingml/2006/main" name="3 - Light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84568548-CC5C-4BD0-BBFC-1327CA9E48EC}"/>
    </a:ext>
  </a:extLst>
</a:theme>
</file>

<file path=ppt/theme/theme4.xml><?xml version="1.0" encoding="utf-8"?>
<a:theme xmlns:a="http://schemas.openxmlformats.org/drawingml/2006/main" name="4 - Dark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4625B343-1F57-425B-AFBF-7AC84AD49721}"/>
    </a:ext>
  </a:extLst>
</a:theme>
</file>

<file path=ppt/theme/theme5.xml><?xml version="1.0" encoding="utf-8"?>
<a:theme xmlns:a="http://schemas.openxmlformats.org/drawingml/2006/main" name="5 - Colourful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94B13CC8-C508-4254-897D-1BD80C3265E4}"/>
    </a:ext>
  </a:extLst>
</a:theme>
</file>

<file path=ppt/theme/theme6.xml><?xml version="1.0" encoding="utf-8"?>
<a:theme xmlns:a="http://schemas.openxmlformats.org/drawingml/2006/main" name="6 - End slides">
  <a:themeElements>
    <a:clrScheme name="Color_VIB">
      <a:dk1>
        <a:srgbClr val="002060"/>
      </a:dk1>
      <a:lt1>
        <a:srgbClr val="FFFFFF"/>
      </a:lt1>
      <a:dk2>
        <a:srgbClr val="123F93"/>
      </a:dk2>
      <a:lt2>
        <a:srgbClr val="FFFFFF"/>
      </a:lt2>
      <a:accent1>
        <a:srgbClr val="EE641C"/>
      </a:accent1>
      <a:accent2>
        <a:srgbClr val="00A3A6"/>
      </a:accent2>
      <a:accent3>
        <a:srgbClr val="68398E"/>
      </a:accent3>
      <a:accent4>
        <a:srgbClr val="E82E4F"/>
      </a:accent4>
      <a:accent5>
        <a:srgbClr val="FBB70C"/>
      </a:accent5>
      <a:accent6>
        <a:srgbClr val="00A143"/>
      </a:accent6>
      <a:hlink>
        <a:srgbClr val="EE641C"/>
      </a:hlink>
      <a:folHlink>
        <a:srgbClr val="00A3A6"/>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3C5D49D2-2DA5-44CC-8FD4-74934A5743CF}"/>
    </a:ext>
  </a:extLst>
</a:theme>
</file>

<file path=ppt/theme/theme7.xml><?xml version="1.0" encoding="utf-8"?>
<a:theme xmlns:a="http://schemas.openxmlformats.org/drawingml/2006/main" name="8 - Resourc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1542C9BD-8389-4492-8A9B-DB5451A2C6CF}"/>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08D042C8B98F4EAC07EAED7929CC0B" ma:contentTypeVersion="29" ma:contentTypeDescription="Create a new document." ma:contentTypeScope="" ma:versionID="c4d423602de6a8cfd3f2cd01e9719a5e">
  <xsd:schema xmlns:xsd="http://www.w3.org/2001/XMLSchema" xmlns:xs="http://www.w3.org/2001/XMLSchema" xmlns:p="http://schemas.microsoft.com/office/2006/metadata/properties" xmlns:ns2="d7671653-5777-4515-be6d-22c95294c830" xmlns:ns3="ed73d88f-2738-4c68-a2de-96dc89f05060" targetNamespace="http://schemas.microsoft.com/office/2006/metadata/properties" ma:root="true" ma:fieldsID="53c7e96fffe7db095a24aaffa850286b" ns2:_="" ns3:_="">
    <xsd:import namespace="d7671653-5777-4515-be6d-22c95294c830"/>
    <xsd:import namespace="ed73d88f-2738-4c68-a2de-96dc89f050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Description"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ShortName" minOccurs="0"/>
                <xsd:element ref="ns2:MediaServiceDateTaken" minOccurs="0"/>
                <xsd:element ref="ns2:Domain" minOccurs="0"/>
                <xsd:element ref="ns2:Valuablesection" minOccurs="0"/>
                <xsd:element ref="ns2:DMPversion" minOccurs="0"/>
                <xsd:element ref="ns2:Shareable" minOccurs="0"/>
                <xsd:element ref="ns2:MediaLengthInSeconds" minOccurs="0"/>
                <xsd:element ref="ns2:WorkPackage"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671653-5777-4515-be6d-22c95294c8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description=""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Description" ma:index="12" nillable="true" ma:displayName="Description" ma:format="Dropdown" ma:internalName="Description">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ShortName" ma:index="19" nillable="true" ma:displayName="Short Name" ma:format="Dropdown" ma:internalName="ShortName">
      <xsd:simpleType>
        <xsd:restriction base="dms:Choice">
          <xsd:enumeration value="FWO"/>
          <xsd:enumeration value="H2020"/>
          <xsd:enumeration value="BELSPO"/>
          <xsd:enumeration value="UGent"/>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Domain" ma:index="21" nillable="true" ma:displayName="Domain" ma:format="Dropdown" ma:internalName="Domain">
      <xsd:complexType>
        <xsd:complexContent>
          <xsd:extension base="dms:MultiChoice">
            <xsd:sequence>
              <xsd:element name="Value" maxOccurs="unbounded" minOccurs="0" nillable="true">
                <xsd:simpleType>
                  <xsd:restriction base="dms:Choice">
                    <xsd:enumeration value="Social and Behavioral Scences"/>
                    <xsd:enumeration value="Life Sciences"/>
                    <xsd:enumeration value="(Bio)Engineering"/>
                    <xsd:enumeration value="Natural Sciences"/>
                    <xsd:enumeration value="Law, Art and Humanities"/>
                  </xsd:restriction>
                </xsd:simpleType>
              </xsd:element>
            </xsd:sequence>
          </xsd:extension>
        </xsd:complexContent>
      </xsd:complexType>
    </xsd:element>
    <xsd:element name="Valuablesection" ma:index="22" nillable="true" ma:displayName="Valuable section" ma:format="Dropdown" ma:internalName="Valuablesection">
      <xsd:complexType>
        <xsd:complexContent>
          <xsd:extension base="dms:MultiChoice">
            <xsd:sequence>
              <xsd:element name="Value" maxOccurs="unbounded" minOccurs="0" nillable="true">
                <xsd:simpleType>
                  <xsd:restriction base="dms:Choice">
                    <xsd:enumeration value="Data description"/>
                    <xsd:enumeration value="Metadata and documentation"/>
                    <xsd:enumeration value="Data storage and security"/>
                    <xsd:enumeration value="Preservation"/>
                    <xsd:enumeration value="Data sharing"/>
                    <xsd:enumeration value="Ethical and legal issues"/>
                    <xsd:enumeration value="Costs and resources"/>
                    <xsd:enumeration value="Responsibilities"/>
                  </xsd:restriction>
                </xsd:simpleType>
              </xsd:element>
            </xsd:sequence>
          </xsd:extension>
        </xsd:complexContent>
      </xsd:complexType>
    </xsd:element>
    <xsd:element name="DMPversion" ma:index="23" nillable="true" ma:displayName="DMP version" ma:format="Dropdown" ma:internalName="DMPversion">
      <xsd:simpleType>
        <xsd:restriction base="dms:Choice">
          <xsd:enumeration value="Proposal"/>
          <xsd:enumeration value="V1 (6M)"/>
          <xsd:enumeration value="Other"/>
          <xsd:enumeration value="Final"/>
        </xsd:restriction>
      </xsd:simpleType>
    </xsd:element>
    <xsd:element name="Shareable" ma:index="24" nillable="true" ma:displayName="Shareable" ma:description="Specify whether there is permission by the author(s) to share the DMP" ma:format="Dropdown" ma:internalName="Shareable">
      <xsd:simpleType>
        <xsd:restriction base="dms:Choice">
          <xsd:enumeration value="Not shareable"/>
          <xsd:enumeration value="Internally"/>
          <xsd:enumeration value="Externally"/>
          <xsd:enumeration value="Already public"/>
        </xsd:restriction>
      </xsd:simpleType>
    </xsd:element>
    <xsd:element name="MediaLengthInSeconds" ma:index="26" nillable="true" ma:displayName="Length (seconds)" ma:internalName="MediaLengthInSeconds" ma:readOnly="true">
      <xsd:simpleType>
        <xsd:restriction base="dms:Unknown"/>
      </xsd:simpleType>
    </xsd:element>
    <xsd:element name="WorkPackage" ma:index="27" nillable="true" ma:displayName="Work Package" ma:format="Dropdown" ma:internalName="WorkPackage">
      <xsd:simpleType>
        <xsd:restriction base="dms:Text">
          <xsd:maxLength value="255"/>
        </xsd:restriction>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3b9bb814-139f-4039-9463-697760f06ab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Location" ma:index="33" nillable="true" ma:displayName="Location" ma:indexed="true" ma:internalName="MediaServiceLocation" ma:readOnly="true">
      <xsd:simpleType>
        <xsd:restriction base="dms:Text"/>
      </xsd:simpleType>
    </xsd:element>
    <xsd:element name="MediaServiceBillingMetadata" ma:index="3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d73d88f-2738-4c68-a2de-96dc89f0506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0" nillable="true" ma:displayName="Taxonomy Catch All Column" ma:hidden="true" ma:list="{e944e1ce-d024-48cd-a551-62c6bb5628b5}" ma:internalName="TaxCatchAll" ma:showField="CatchAllData" ma:web="ed73d88f-2738-4c68-a2de-96dc89f050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25"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WorkPackage xmlns="d7671653-5777-4515-be6d-22c95294c830" xsi:nil="true"/>
    <Domain xmlns="d7671653-5777-4515-be6d-22c95294c830" xsi:nil="true"/>
    <Valuablesection xmlns="d7671653-5777-4515-be6d-22c95294c830" xsi:nil="true"/>
    <DMPversion xmlns="d7671653-5777-4515-be6d-22c95294c830" xsi:nil="true"/>
    <TaxCatchAll xmlns="ed73d88f-2738-4c68-a2de-96dc89f05060" xsi:nil="true"/>
    <Shareable xmlns="d7671653-5777-4515-be6d-22c95294c830" xsi:nil="true"/>
    <Description xmlns="d7671653-5777-4515-be6d-22c95294c830" xsi:nil="true"/>
    <lcf76f155ced4ddcb4097134ff3c332f xmlns="d7671653-5777-4515-be6d-22c95294c830">
      <Terms xmlns="http://schemas.microsoft.com/office/infopath/2007/PartnerControls"/>
    </lcf76f155ced4ddcb4097134ff3c332f>
    <ShortName xmlns="d7671653-5777-4515-be6d-22c95294c83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152E6B9-C995-4E65-A5CB-CCC5E547BA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7671653-5777-4515-be6d-22c95294c830"/>
    <ds:schemaRef ds:uri="ed73d88f-2738-4c68-a2de-96dc89f05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ED3BBA-80BA-4FEB-B95D-8FDEE8AE801F}">
  <ds:schemaRefs>
    <ds:schemaRef ds:uri="http://schemas.microsoft.com/office/2006/documentManagement/types"/>
    <ds:schemaRef ds:uri="http://purl.org/dc/dcmitype/"/>
    <ds:schemaRef ds:uri="http://schemas.openxmlformats.org/package/2006/metadata/core-properties"/>
    <ds:schemaRef ds:uri="http://schemas.microsoft.com/office/2006/metadata/properties"/>
    <ds:schemaRef ds:uri="http://purl.org/dc/terms/"/>
    <ds:schemaRef ds:uri="http://www.w3.org/XML/1998/namespace"/>
    <ds:schemaRef ds:uri="http://purl.org/dc/elements/1.1/"/>
    <ds:schemaRef ds:uri="http://schemas.microsoft.com/office/infopath/2007/PartnerControls"/>
    <ds:schemaRef ds:uri="ed73d88f-2738-4c68-a2de-96dc89f05060"/>
    <ds:schemaRef ds:uri="d7671653-5777-4515-be6d-22c95294c830"/>
  </ds:schemaRefs>
</ds:datastoreItem>
</file>

<file path=customXml/itemProps3.xml><?xml version="1.0" encoding="utf-8"?>
<ds:datastoreItem xmlns:ds="http://schemas.openxmlformats.org/officeDocument/2006/customXml" ds:itemID="{89053B1D-5265-4FE1-99E2-844AC6646F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VIB 2025 template TCP</Template>
  <TotalTime>0</TotalTime>
  <Words>1693</Words>
  <Application>Microsoft Office PowerPoint</Application>
  <PresentationFormat>Widescreen</PresentationFormat>
  <Paragraphs>226</Paragraphs>
  <Slides>37</Slides>
  <Notes>29</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37</vt:i4>
      </vt:variant>
    </vt:vector>
  </HeadingPairs>
  <TitlesOfParts>
    <vt:vector size="49" baseType="lpstr">
      <vt:lpstr>Aptos</vt:lpstr>
      <vt:lpstr>Arial</vt:lpstr>
      <vt:lpstr>Calibri</vt:lpstr>
      <vt:lpstr>Trebuchet MS</vt:lpstr>
      <vt:lpstr>Wingdings</vt:lpstr>
      <vt:lpstr>1 - Title slides</vt:lpstr>
      <vt:lpstr>2 - Chapter title slides</vt:lpstr>
      <vt:lpstr>3 - Light body slides</vt:lpstr>
      <vt:lpstr>4 - Dark body slides</vt:lpstr>
      <vt:lpstr>5 - Colourful slides</vt:lpstr>
      <vt:lpstr>6 - End slides</vt:lpstr>
      <vt:lpstr>8 - Resources</vt:lpstr>
      <vt:lpstr>Introduction to Research Data Management (RDM) in Life Sciences</vt:lpstr>
      <vt:lpstr>Before we begin</vt:lpstr>
      <vt:lpstr>First things first: Who we are</vt:lpstr>
      <vt:lpstr>Introduction to Research Data Management (RDM) in Life Sciences</vt:lpstr>
      <vt:lpstr>Session 1: key terms and concepts</vt:lpstr>
      <vt:lpstr>PowerPoint Presentation</vt:lpstr>
      <vt:lpstr>One term at a time</vt:lpstr>
      <vt:lpstr>One term at a time</vt:lpstr>
      <vt:lpstr>The RDM lifecycle</vt:lpstr>
      <vt:lpstr>PowerPoint Presentation</vt:lpstr>
      <vt:lpstr>The FAIR principles</vt:lpstr>
      <vt:lpstr>PowerPoint Presentation</vt:lpstr>
      <vt:lpstr>Real world consequences</vt:lpstr>
      <vt:lpstr>Summary</vt:lpstr>
      <vt:lpstr>PowerPoint Presentation</vt:lpstr>
      <vt:lpstr>What is personal data?</vt:lpstr>
      <vt:lpstr>PowerPoint Presentation</vt:lpstr>
      <vt:lpstr>Guess who!</vt:lpstr>
      <vt:lpstr>PowerPoint Presentation</vt:lpstr>
      <vt:lpstr>Pseudonymized and Anonymized data</vt:lpstr>
      <vt:lpstr>Special category data</vt:lpstr>
      <vt:lpstr>So what is sensitive data?</vt:lpstr>
      <vt:lpstr>The GDPR - General Data Protection Regulation </vt:lpstr>
      <vt:lpstr>The DPO</vt:lpstr>
      <vt:lpstr>PowerPoint Presentation</vt:lpstr>
      <vt:lpstr>Carrot or stick?</vt:lpstr>
      <vt:lpstr>Essential</vt:lpstr>
      <vt:lpstr>Journals request FAIR data</vt:lpstr>
      <vt:lpstr>Some benefits</vt:lpstr>
      <vt:lpstr>Other benefits</vt:lpstr>
      <vt:lpstr>Scientific Integrity</vt:lpstr>
      <vt:lpstr>Experiment replicability</vt:lpstr>
      <vt:lpstr>Carrot or stick?</vt:lpstr>
      <vt:lpstr>PowerPoint Presentation</vt:lpstr>
      <vt:lpstr>Key Resource</vt:lpstr>
      <vt:lpstr>Break</vt:lpstr>
      <vt:lpstr>PowerPoint Presentation</vt:lpstr>
    </vt:vector>
  </TitlesOfParts>
  <Company>VIB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Matheus Pereira da Cruz Gomes Lourenço</dc:creator>
  <cp:lastModifiedBy>Matheus Pereira da Cruz Gomes Lourenço</cp:lastModifiedBy>
  <cp:revision>7</cp:revision>
  <dcterms:created xsi:type="dcterms:W3CDTF">2025-09-26T07:55:19Z</dcterms:created>
  <dcterms:modified xsi:type="dcterms:W3CDTF">2025-10-24T07:41:27Z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0x010100E008D042C8B98F4EAC07EAED7929CC0B</vt:lpwstr>
  </property>
  <property fmtid="{D5CDD505-2E9C-101B-9397-08002B2CF9AE}" pid="3" name="MediaServiceImageTags">
    <vt:lpwstr/>
  </property>
</Properties>
</file>