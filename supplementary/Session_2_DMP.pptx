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theme/theme3.xml" ContentType="application/vnd.openxmlformats-officedocument.theme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theme/theme4.xml" ContentType="application/vnd.openxmlformats-officedocument.theme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omments/modernComment_507_734C9090.xml" ContentType="application/vnd.ms-powerpoint.comment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752" r:id="rId5"/>
    <p:sldMasterId id="2147483666" r:id="rId6"/>
    <p:sldMasterId id="2147483735" r:id="rId7"/>
    <p:sldMasterId id="2147483711" r:id="rId8"/>
  </p:sldMasterIdLst>
  <p:notesMasterIdLst>
    <p:notesMasterId r:id="rId52"/>
  </p:notesMasterIdLst>
  <p:handoutMasterIdLst>
    <p:handoutMasterId r:id="rId53"/>
  </p:handoutMasterIdLst>
  <p:sldIdLst>
    <p:sldId id="256" r:id="rId9"/>
    <p:sldId id="5054" r:id="rId10"/>
    <p:sldId id="1289" r:id="rId11"/>
    <p:sldId id="1290" r:id="rId12"/>
    <p:sldId id="295" r:id="rId13"/>
    <p:sldId id="1284" r:id="rId14"/>
    <p:sldId id="2570" r:id="rId15"/>
    <p:sldId id="1270" r:id="rId16"/>
    <p:sldId id="1283" r:id="rId17"/>
    <p:sldId id="1287" r:id="rId18"/>
    <p:sldId id="2576" r:id="rId19"/>
    <p:sldId id="2575" r:id="rId20"/>
    <p:sldId id="2586" r:id="rId21"/>
    <p:sldId id="2587" r:id="rId22"/>
    <p:sldId id="2577" r:id="rId23"/>
    <p:sldId id="2588" r:id="rId24"/>
    <p:sldId id="2578" r:id="rId25"/>
    <p:sldId id="2589" r:id="rId26"/>
    <p:sldId id="2579" r:id="rId27"/>
    <p:sldId id="2580" r:id="rId28"/>
    <p:sldId id="2583" r:id="rId29"/>
    <p:sldId id="2584" r:id="rId30"/>
    <p:sldId id="2585" r:id="rId31"/>
    <p:sldId id="1269" r:id="rId32"/>
    <p:sldId id="837" r:id="rId33"/>
    <p:sldId id="2590" r:id="rId34"/>
    <p:sldId id="2591" r:id="rId35"/>
    <p:sldId id="2592" r:id="rId36"/>
    <p:sldId id="1281" r:id="rId37"/>
    <p:sldId id="838" r:id="rId38"/>
    <p:sldId id="1286" r:id="rId39"/>
    <p:sldId id="1282" r:id="rId40"/>
    <p:sldId id="5044" r:id="rId41"/>
    <p:sldId id="5048" r:id="rId42"/>
    <p:sldId id="5046" r:id="rId43"/>
    <p:sldId id="5050" r:id="rId44"/>
    <p:sldId id="5049" r:id="rId45"/>
    <p:sldId id="5045" r:id="rId46"/>
    <p:sldId id="5051" r:id="rId47"/>
    <p:sldId id="5052" r:id="rId48"/>
    <p:sldId id="5002" r:id="rId49"/>
    <p:sldId id="5053" r:id="rId50"/>
    <p:sldId id="1280" r:id="rId51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6" userDrawn="1">
          <p15:clr>
            <a:srgbClr val="A4A3A4"/>
          </p15:clr>
        </p15:guide>
        <p15:guide id="2" pos="5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BE647A1-DFDB-FA82-3F01-2F90D0389F67}" name="Laura Standaert" initials="LS" userId="S::lauralucia.standaert@ugent.be::57751787-d58b-49ec-bf32-1c6c653d8c1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A2A6"/>
    <a:srgbClr val="4F7AC3"/>
    <a:srgbClr val="D1E4F7"/>
    <a:srgbClr val="00205F"/>
    <a:srgbClr val="002060"/>
    <a:srgbClr val="507AC3"/>
    <a:srgbClr val="A0B2D4"/>
    <a:srgbClr val="D4DCEB"/>
    <a:srgbClr val="68388E"/>
    <a:srgbClr val="2952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DC1B65-1E35-4AA7-A403-41CEC4A62C67}" v="379" dt="2025-10-16T19:39:36.186"/>
  </p1510:revLst>
</p1510:revInfo>
</file>

<file path=ppt/tableStyles.xml><?xml version="1.0" encoding="utf-8"?>
<a:tblStyleLst xmlns:a="http://schemas.openxmlformats.org/drawingml/2006/main" def="{7E9639D4-E3E2-4D34-9284-5A2195B3D0D7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29" autoAdjust="0"/>
    <p:restoredTop sz="94821"/>
  </p:normalViewPr>
  <p:slideViewPr>
    <p:cSldViewPr snapToGrid="0" showGuides="1">
      <p:cViewPr varScale="1">
        <p:scale>
          <a:sx n="78" d="100"/>
          <a:sy n="78" d="100"/>
        </p:scale>
        <p:origin x="470" y="67"/>
      </p:cViewPr>
      <p:guideLst>
        <p:guide orient="horz" pos="686"/>
        <p:guide pos="5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11" d="100"/>
          <a:sy n="111" d="100"/>
        </p:scale>
        <p:origin x="359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50" Type="http://schemas.openxmlformats.org/officeDocument/2006/relationships/slide" Target="slides/slide42.xml"/><Relationship Id="rId55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3" Type="http://schemas.openxmlformats.org/officeDocument/2006/relationships/handoutMaster" Target="handoutMasters/handoutMaster1.xml"/><Relationship Id="rId58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3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microsoft.com/office/2018/10/relationships/authors" Target="authors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tableStyles" Target="tableStyles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notesMaster" Target="notesMasters/notesMaster1.xml"/></Relationships>
</file>

<file path=ppt/comments/modernComment_507_734C909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4F2088C-7393-4A80-A6B6-4E7FD0E278B1}" authorId="{FBE647A1-DFDB-FA82-3F01-2F90D0389F67}" created="2025-09-29T12:18:14.550">
    <pc:sldMkLst xmlns:pc="http://schemas.microsoft.com/office/powerpoint/2013/main/command">
      <pc:docMk/>
      <pc:sldMk cId="1934397584" sldId="1287"/>
    </pc:sldMkLst>
    <p188:txBody>
      <a:bodyPr/>
      <a:lstStyle/>
      <a:p>
        <a:r>
          <a:rPr lang="en-GB"/>
          <a:t>UGent specific slide</a:t>
        </a:r>
      </a:p>
    </p188:txBody>
  </p188:cm>
</p188:cmLst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BCC1CD-334C-4E66-A3EF-8F52A3C3C06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FC7B0CBB-346D-4EE9-A7F1-88E6E7A3CC6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RDM involves planning, collecting, documenting, storing, sharing, and preserving research data throughout its lifecycle.</a:t>
          </a:r>
        </a:p>
      </dgm:t>
    </dgm:pt>
    <dgm:pt modelId="{A08F09C5-8767-46A4-A174-31A1044E32F3}" type="parTrans" cxnId="{F28D1704-3780-4341-9AEA-40F82C43985B}">
      <dgm:prSet/>
      <dgm:spPr/>
      <dgm:t>
        <a:bodyPr/>
        <a:lstStyle/>
        <a:p>
          <a:endParaRPr lang="en-US" sz="1600"/>
        </a:p>
      </dgm:t>
    </dgm:pt>
    <dgm:pt modelId="{F6B517B2-5BD9-43AA-A664-62B3299EFC09}" type="sibTrans" cxnId="{F28D1704-3780-4341-9AEA-40F82C43985B}">
      <dgm:prSet/>
      <dgm:spPr/>
      <dgm:t>
        <a:bodyPr/>
        <a:lstStyle/>
        <a:p>
          <a:endParaRPr lang="en-US" sz="1600"/>
        </a:p>
      </dgm:t>
    </dgm:pt>
    <dgm:pt modelId="{74347092-8971-4C74-B98F-20CE9E7998E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/>
            <a:t>RDM practices promote reproducibility of research and facilitate collaboration among scientists.</a:t>
          </a:r>
        </a:p>
      </dgm:t>
    </dgm:pt>
    <dgm:pt modelId="{E71A5063-B457-4DEF-B4DD-28C845D93F23}" type="parTrans" cxnId="{5442EC24-2B45-4709-ADE4-685CABC8D360}">
      <dgm:prSet/>
      <dgm:spPr/>
      <dgm:t>
        <a:bodyPr/>
        <a:lstStyle/>
        <a:p>
          <a:endParaRPr lang="en-US" sz="1600"/>
        </a:p>
      </dgm:t>
    </dgm:pt>
    <dgm:pt modelId="{7CF44726-7222-4143-9B7E-A4335645BE38}" type="sibTrans" cxnId="{5442EC24-2B45-4709-ADE4-685CABC8D360}">
      <dgm:prSet/>
      <dgm:spPr/>
      <dgm:t>
        <a:bodyPr/>
        <a:lstStyle/>
        <a:p>
          <a:endParaRPr lang="en-US" sz="1600"/>
        </a:p>
      </dgm:t>
    </dgm:pt>
    <dgm:pt modelId="{C2499D77-8D58-4AFB-9B32-DA4DC21F74A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/>
            <a:t>RDM starts before data collection and continues after project completion, ensuring ongoing data integrity.</a:t>
          </a:r>
        </a:p>
      </dgm:t>
    </dgm:pt>
    <dgm:pt modelId="{95638EE7-C165-423C-B8E1-3BD03BDF004E}" type="parTrans" cxnId="{73B6EC40-946A-437F-8D8B-18A8FFAF8A8B}">
      <dgm:prSet/>
      <dgm:spPr/>
      <dgm:t>
        <a:bodyPr/>
        <a:lstStyle/>
        <a:p>
          <a:endParaRPr lang="en-US" sz="1600"/>
        </a:p>
      </dgm:t>
    </dgm:pt>
    <dgm:pt modelId="{221A1039-7835-4C2D-BC26-98A8A889FAD7}" type="sibTrans" cxnId="{73B6EC40-946A-437F-8D8B-18A8FFAF8A8B}">
      <dgm:prSet/>
      <dgm:spPr/>
      <dgm:t>
        <a:bodyPr/>
        <a:lstStyle/>
        <a:p>
          <a:endParaRPr lang="en-US" sz="1600"/>
        </a:p>
      </dgm:t>
    </dgm:pt>
    <dgm:pt modelId="{F24D0808-41C2-4393-AC5D-A4B466014A75}" type="pres">
      <dgm:prSet presAssocID="{34BCC1CD-334C-4E66-A3EF-8F52A3C3C066}" presName="root" presStyleCnt="0">
        <dgm:presLayoutVars>
          <dgm:dir/>
          <dgm:resizeHandles val="exact"/>
        </dgm:presLayoutVars>
      </dgm:prSet>
      <dgm:spPr/>
    </dgm:pt>
    <dgm:pt modelId="{C729198A-30FC-4B38-ACFD-ECA6FB098291}" type="pres">
      <dgm:prSet presAssocID="{FC7B0CBB-346D-4EE9-A7F1-88E6E7A3CC6F}" presName="compNode" presStyleCnt="0"/>
      <dgm:spPr/>
    </dgm:pt>
    <dgm:pt modelId="{DF6E11FA-D26A-4F54-955E-290CE0B3CA76}" type="pres">
      <dgm:prSet presAssocID="{FC7B0CBB-346D-4EE9-A7F1-88E6E7A3CC6F}" presName="bgRect" presStyleLbl="bgShp" presStyleIdx="0" presStyleCnt="3"/>
      <dgm:spPr/>
    </dgm:pt>
    <dgm:pt modelId="{76844373-85B0-4E68-BC31-D93493154AD1}" type="pres">
      <dgm:prSet presAssocID="{FC7B0CBB-346D-4EE9-A7F1-88E6E7A3CC6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9A6431A-D6E9-4B20-9DC2-2892FDD7F484}" type="pres">
      <dgm:prSet presAssocID="{FC7B0CBB-346D-4EE9-A7F1-88E6E7A3CC6F}" presName="spaceRect" presStyleCnt="0"/>
      <dgm:spPr/>
    </dgm:pt>
    <dgm:pt modelId="{06236C2D-A2AB-4E36-8E53-661A86AC060A}" type="pres">
      <dgm:prSet presAssocID="{FC7B0CBB-346D-4EE9-A7F1-88E6E7A3CC6F}" presName="parTx" presStyleLbl="revTx" presStyleIdx="0" presStyleCnt="3">
        <dgm:presLayoutVars>
          <dgm:chMax val="0"/>
          <dgm:chPref val="0"/>
        </dgm:presLayoutVars>
      </dgm:prSet>
      <dgm:spPr/>
    </dgm:pt>
    <dgm:pt modelId="{AF835497-111C-419D-8E75-EB2CEA1CD58D}" type="pres">
      <dgm:prSet presAssocID="{F6B517B2-5BD9-43AA-A664-62B3299EFC09}" presName="sibTrans" presStyleCnt="0"/>
      <dgm:spPr/>
    </dgm:pt>
    <dgm:pt modelId="{6C81565D-E006-4D2D-BBF9-F10C2C4F4B9E}" type="pres">
      <dgm:prSet presAssocID="{74347092-8971-4C74-B98F-20CE9E7998E1}" presName="compNode" presStyleCnt="0"/>
      <dgm:spPr/>
    </dgm:pt>
    <dgm:pt modelId="{5393663A-C6AA-49C0-BD62-EBBED8AFF841}" type="pres">
      <dgm:prSet presAssocID="{74347092-8971-4C74-B98F-20CE9E7998E1}" presName="bgRect" presStyleLbl="bgShp" presStyleIdx="1" presStyleCnt="3"/>
      <dgm:spPr/>
    </dgm:pt>
    <dgm:pt modelId="{721537BB-8E95-48E6-AE54-2600E36E0F90}" type="pres">
      <dgm:prSet presAssocID="{74347092-8971-4C74-B98F-20CE9E7998E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9F04F838-78C0-45C0-869C-DF09D8446ACF}" type="pres">
      <dgm:prSet presAssocID="{74347092-8971-4C74-B98F-20CE9E7998E1}" presName="spaceRect" presStyleCnt="0"/>
      <dgm:spPr/>
    </dgm:pt>
    <dgm:pt modelId="{D9E0E998-35BC-45EC-8633-AA9C274D033D}" type="pres">
      <dgm:prSet presAssocID="{74347092-8971-4C74-B98F-20CE9E7998E1}" presName="parTx" presStyleLbl="revTx" presStyleIdx="1" presStyleCnt="3">
        <dgm:presLayoutVars>
          <dgm:chMax val="0"/>
          <dgm:chPref val="0"/>
        </dgm:presLayoutVars>
      </dgm:prSet>
      <dgm:spPr/>
    </dgm:pt>
    <dgm:pt modelId="{93C743A2-61D4-4A4E-B774-2F48F31CA34A}" type="pres">
      <dgm:prSet presAssocID="{7CF44726-7222-4143-9B7E-A4335645BE38}" presName="sibTrans" presStyleCnt="0"/>
      <dgm:spPr/>
    </dgm:pt>
    <dgm:pt modelId="{2EBAA0EA-7662-482A-8C09-2620C7A40717}" type="pres">
      <dgm:prSet presAssocID="{C2499D77-8D58-4AFB-9B32-DA4DC21F74A6}" presName="compNode" presStyleCnt="0"/>
      <dgm:spPr/>
    </dgm:pt>
    <dgm:pt modelId="{A8A5DD11-9F4B-4D95-A138-A1B6D6705407}" type="pres">
      <dgm:prSet presAssocID="{C2499D77-8D58-4AFB-9B32-DA4DC21F74A6}" presName="bgRect" presStyleLbl="bgShp" presStyleIdx="2" presStyleCnt="3"/>
      <dgm:spPr/>
    </dgm:pt>
    <dgm:pt modelId="{BB2C7A7C-A75C-45DC-9A47-B2F8F3C3204A}" type="pres">
      <dgm:prSet presAssocID="{C2499D77-8D58-4AFB-9B32-DA4DC21F74A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2A7A0ECB-E058-4034-A68E-B678729181F0}" type="pres">
      <dgm:prSet presAssocID="{C2499D77-8D58-4AFB-9B32-DA4DC21F74A6}" presName="spaceRect" presStyleCnt="0"/>
      <dgm:spPr/>
    </dgm:pt>
    <dgm:pt modelId="{71BB8FCF-2E20-4255-9CFE-174581237F2B}" type="pres">
      <dgm:prSet presAssocID="{C2499D77-8D58-4AFB-9B32-DA4DC21F74A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28D1704-3780-4341-9AEA-40F82C43985B}" srcId="{34BCC1CD-334C-4E66-A3EF-8F52A3C3C066}" destId="{FC7B0CBB-346D-4EE9-A7F1-88E6E7A3CC6F}" srcOrd="0" destOrd="0" parTransId="{A08F09C5-8767-46A4-A174-31A1044E32F3}" sibTransId="{F6B517B2-5BD9-43AA-A664-62B3299EFC09}"/>
    <dgm:cxn modelId="{5442EC24-2B45-4709-ADE4-685CABC8D360}" srcId="{34BCC1CD-334C-4E66-A3EF-8F52A3C3C066}" destId="{74347092-8971-4C74-B98F-20CE9E7998E1}" srcOrd="1" destOrd="0" parTransId="{E71A5063-B457-4DEF-B4DD-28C845D93F23}" sibTransId="{7CF44726-7222-4143-9B7E-A4335645BE38}"/>
    <dgm:cxn modelId="{93173A27-C905-4A3E-8F72-5551D782255F}" type="presOf" srcId="{C2499D77-8D58-4AFB-9B32-DA4DC21F74A6}" destId="{71BB8FCF-2E20-4255-9CFE-174581237F2B}" srcOrd="0" destOrd="0" presId="urn:microsoft.com/office/officeart/2018/2/layout/IconVerticalSolidList"/>
    <dgm:cxn modelId="{73B6EC40-946A-437F-8D8B-18A8FFAF8A8B}" srcId="{34BCC1CD-334C-4E66-A3EF-8F52A3C3C066}" destId="{C2499D77-8D58-4AFB-9B32-DA4DC21F74A6}" srcOrd="2" destOrd="0" parTransId="{95638EE7-C165-423C-B8E1-3BD03BDF004E}" sibTransId="{221A1039-7835-4C2D-BC26-98A8A889FAD7}"/>
    <dgm:cxn modelId="{48C9E38A-EFB4-4ACA-9597-2EE49C22AEBC}" type="presOf" srcId="{FC7B0CBB-346D-4EE9-A7F1-88E6E7A3CC6F}" destId="{06236C2D-A2AB-4E36-8E53-661A86AC060A}" srcOrd="0" destOrd="0" presId="urn:microsoft.com/office/officeart/2018/2/layout/IconVerticalSolidList"/>
    <dgm:cxn modelId="{2960F79A-146B-4ECE-9258-CC753646F9CB}" type="presOf" srcId="{74347092-8971-4C74-B98F-20CE9E7998E1}" destId="{D9E0E998-35BC-45EC-8633-AA9C274D033D}" srcOrd="0" destOrd="0" presId="urn:microsoft.com/office/officeart/2018/2/layout/IconVerticalSolidList"/>
    <dgm:cxn modelId="{D87CD4BC-4467-4E0E-9E80-8720F41925F9}" type="presOf" srcId="{34BCC1CD-334C-4E66-A3EF-8F52A3C3C066}" destId="{F24D0808-41C2-4393-AC5D-A4B466014A75}" srcOrd="0" destOrd="0" presId="urn:microsoft.com/office/officeart/2018/2/layout/IconVerticalSolidList"/>
    <dgm:cxn modelId="{9B6B82C1-434C-469A-96B9-20DBB271A276}" type="presParOf" srcId="{F24D0808-41C2-4393-AC5D-A4B466014A75}" destId="{C729198A-30FC-4B38-ACFD-ECA6FB098291}" srcOrd="0" destOrd="0" presId="urn:microsoft.com/office/officeart/2018/2/layout/IconVerticalSolidList"/>
    <dgm:cxn modelId="{4B6440DE-1273-4EBC-99CC-E70821224969}" type="presParOf" srcId="{C729198A-30FC-4B38-ACFD-ECA6FB098291}" destId="{DF6E11FA-D26A-4F54-955E-290CE0B3CA76}" srcOrd="0" destOrd="0" presId="urn:microsoft.com/office/officeart/2018/2/layout/IconVerticalSolidList"/>
    <dgm:cxn modelId="{6730A154-CFD7-48B2-99B5-CBFAB4905383}" type="presParOf" srcId="{C729198A-30FC-4B38-ACFD-ECA6FB098291}" destId="{76844373-85B0-4E68-BC31-D93493154AD1}" srcOrd="1" destOrd="0" presId="urn:microsoft.com/office/officeart/2018/2/layout/IconVerticalSolidList"/>
    <dgm:cxn modelId="{DF9452C6-999D-4483-8506-9C9BE82275BA}" type="presParOf" srcId="{C729198A-30FC-4B38-ACFD-ECA6FB098291}" destId="{A9A6431A-D6E9-4B20-9DC2-2892FDD7F484}" srcOrd="2" destOrd="0" presId="urn:microsoft.com/office/officeart/2018/2/layout/IconVerticalSolidList"/>
    <dgm:cxn modelId="{48D572A6-44B2-4D07-B6AA-E3B869817E8C}" type="presParOf" srcId="{C729198A-30FC-4B38-ACFD-ECA6FB098291}" destId="{06236C2D-A2AB-4E36-8E53-661A86AC060A}" srcOrd="3" destOrd="0" presId="urn:microsoft.com/office/officeart/2018/2/layout/IconVerticalSolidList"/>
    <dgm:cxn modelId="{7EB50810-4E8A-4D80-84CA-2AA9824AE8E5}" type="presParOf" srcId="{F24D0808-41C2-4393-AC5D-A4B466014A75}" destId="{AF835497-111C-419D-8E75-EB2CEA1CD58D}" srcOrd="1" destOrd="0" presId="urn:microsoft.com/office/officeart/2018/2/layout/IconVerticalSolidList"/>
    <dgm:cxn modelId="{8BE93902-0E63-475B-9D63-1EE2D4706FF6}" type="presParOf" srcId="{F24D0808-41C2-4393-AC5D-A4B466014A75}" destId="{6C81565D-E006-4D2D-BBF9-F10C2C4F4B9E}" srcOrd="2" destOrd="0" presId="urn:microsoft.com/office/officeart/2018/2/layout/IconVerticalSolidList"/>
    <dgm:cxn modelId="{0D6F98FE-AB02-4750-974F-C2E48BE5BBFD}" type="presParOf" srcId="{6C81565D-E006-4D2D-BBF9-F10C2C4F4B9E}" destId="{5393663A-C6AA-49C0-BD62-EBBED8AFF841}" srcOrd="0" destOrd="0" presId="urn:microsoft.com/office/officeart/2018/2/layout/IconVerticalSolidList"/>
    <dgm:cxn modelId="{BBB93895-0751-42E7-8BCD-59493AE7F439}" type="presParOf" srcId="{6C81565D-E006-4D2D-BBF9-F10C2C4F4B9E}" destId="{721537BB-8E95-48E6-AE54-2600E36E0F90}" srcOrd="1" destOrd="0" presId="urn:microsoft.com/office/officeart/2018/2/layout/IconVerticalSolidList"/>
    <dgm:cxn modelId="{0A75F53F-6FAB-4FFC-B4D8-71DE40D3952C}" type="presParOf" srcId="{6C81565D-E006-4D2D-BBF9-F10C2C4F4B9E}" destId="{9F04F838-78C0-45C0-869C-DF09D8446ACF}" srcOrd="2" destOrd="0" presId="urn:microsoft.com/office/officeart/2018/2/layout/IconVerticalSolidList"/>
    <dgm:cxn modelId="{06EB3ABF-3676-49C0-95BD-6E93DC2A97BB}" type="presParOf" srcId="{6C81565D-E006-4D2D-BBF9-F10C2C4F4B9E}" destId="{D9E0E998-35BC-45EC-8633-AA9C274D033D}" srcOrd="3" destOrd="0" presId="urn:microsoft.com/office/officeart/2018/2/layout/IconVerticalSolidList"/>
    <dgm:cxn modelId="{3411E666-05E8-467D-A7D5-5BDE1B6DBD3F}" type="presParOf" srcId="{F24D0808-41C2-4393-AC5D-A4B466014A75}" destId="{93C743A2-61D4-4A4E-B774-2F48F31CA34A}" srcOrd="3" destOrd="0" presId="urn:microsoft.com/office/officeart/2018/2/layout/IconVerticalSolidList"/>
    <dgm:cxn modelId="{03A16BB6-F0C0-4F9D-B1B4-923CA38C8C12}" type="presParOf" srcId="{F24D0808-41C2-4393-AC5D-A4B466014A75}" destId="{2EBAA0EA-7662-482A-8C09-2620C7A40717}" srcOrd="4" destOrd="0" presId="urn:microsoft.com/office/officeart/2018/2/layout/IconVerticalSolidList"/>
    <dgm:cxn modelId="{793A1305-1700-4B7F-9592-8C2F60A9C4E4}" type="presParOf" srcId="{2EBAA0EA-7662-482A-8C09-2620C7A40717}" destId="{A8A5DD11-9F4B-4D95-A138-A1B6D6705407}" srcOrd="0" destOrd="0" presId="urn:microsoft.com/office/officeart/2018/2/layout/IconVerticalSolidList"/>
    <dgm:cxn modelId="{DC2F24C5-F466-4DBE-8762-34809F806E02}" type="presParOf" srcId="{2EBAA0EA-7662-482A-8C09-2620C7A40717}" destId="{BB2C7A7C-A75C-45DC-9A47-B2F8F3C3204A}" srcOrd="1" destOrd="0" presId="urn:microsoft.com/office/officeart/2018/2/layout/IconVerticalSolidList"/>
    <dgm:cxn modelId="{DCE58550-EA03-4DF2-8536-7E38E5788682}" type="presParOf" srcId="{2EBAA0EA-7662-482A-8C09-2620C7A40717}" destId="{2A7A0ECB-E058-4034-A68E-B678729181F0}" srcOrd="2" destOrd="0" presId="urn:microsoft.com/office/officeart/2018/2/layout/IconVerticalSolidList"/>
    <dgm:cxn modelId="{9B1A5D85-50D7-441B-B5EC-9BE1014F09B0}" type="presParOf" srcId="{2EBAA0EA-7662-482A-8C09-2620C7A40717}" destId="{71BB8FCF-2E20-4255-9CFE-174581237F2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72C733F-5FE1-4C0E-A8EF-D7A6C593147D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BE"/>
        </a:p>
      </dgm:t>
    </dgm:pt>
    <dgm:pt modelId="{C189B530-63CF-4ADE-B92B-536D6369EBCA}">
      <dgm:prSet custT="1"/>
      <dgm:spPr/>
      <dgm:t>
        <a:bodyPr/>
        <a:lstStyle/>
        <a:p>
          <a:pPr>
            <a:defRPr b="1"/>
          </a:pPr>
          <a:r>
            <a:rPr lang="en-US" sz="1400" b="1"/>
            <a:t>Data summary / description</a:t>
          </a:r>
          <a:endParaRPr lang="en-BE" sz="1400" b="1" dirty="0"/>
        </a:p>
      </dgm:t>
    </dgm:pt>
    <dgm:pt modelId="{A993A2A5-D8EB-48A7-9B6E-2972DDB427AC}" type="parTrans" cxnId="{52CFFA39-685E-4611-8A16-8E4237EE0EDB}">
      <dgm:prSet/>
      <dgm:spPr/>
      <dgm:t>
        <a:bodyPr/>
        <a:lstStyle/>
        <a:p>
          <a:endParaRPr lang="en-BE" sz="4400"/>
        </a:p>
      </dgm:t>
    </dgm:pt>
    <dgm:pt modelId="{4FDE355A-9022-425C-A5A4-52A40CFF3128}" type="sibTrans" cxnId="{52CFFA39-685E-4611-8A16-8E4237EE0EDB}">
      <dgm:prSet/>
      <dgm:spPr/>
      <dgm:t>
        <a:bodyPr/>
        <a:lstStyle/>
        <a:p>
          <a:endParaRPr lang="en-BE" sz="4400"/>
        </a:p>
      </dgm:t>
    </dgm:pt>
    <dgm:pt modelId="{B2976183-307F-4594-A4A6-E78FF206E9D4}">
      <dgm:prSet custT="1"/>
      <dgm:spPr/>
      <dgm:t>
        <a:bodyPr/>
        <a:lstStyle/>
        <a:p>
          <a:pPr>
            <a:defRPr b="1"/>
          </a:pPr>
          <a:r>
            <a:rPr lang="en-US" sz="1400" b="1"/>
            <a:t>Ethical and legal issues</a:t>
          </a:r>
          <a:endParaRPr lang="en-US" sz="1400" b="1" dirty="0"/>
        </a:p>
      </dgm:t>
    </dgm:pt>
    <dgm:pt modelId="{FE0DE3C7-07E1-4C60-824D-8712E41D649B}" type="parTrans" cxnId="{21B0D923-7D25-47CE-8073-6ED625E1CFA1}">
      <dgm:prSet/>
      <dgm:spPr/>
      <dgm:t>
        <a:bodyPr/>
        <a:lstStyle/>
        <a:p>
          <a:endParaRPr lang="en-BE" sz="4400"/>
        </a:p>
      </dgm:t>
    </dgm:pt>
    <dgm:pt modelId="{D0719862-E605-47D6-8AB5-930EA9026E8A}" type="sibTrans" cxnId="{21B0D923-7D25-47CE-8073-6ED625E1CFA1}">
      <dgm:prSet/>
      <dgm:spPr/>
      <dgm:t>
        <a:bodyPr/>
        <a:lstStyle/>
        <a:p>
          <a:endParaRPr lang="en-BE" sz="4400"/>
        </a:p>
      </dgm:t>
    </dgm:pt>
    <dgm:pt modelId="{D8722FE6-B9AC-43CE-8552-87806BBFEBC3}">
      <dgm:prSet custT="1"/>
      <dgm:spPr/>
      <dgm:t>
        <a:bodyPr/>
        <a:lstStyle/>
        <a:p>
          <a:pPr>
            <a:defRPr b="1"/>
          </a:pPr>
          <a:r>
            <a:rPr lang="en-US" sz="1400" b="1"/>
            <a:t>Documentation and metadata</a:t>
          </a:r>
          <a:endParaRPr lang="en-US" sz="1400" b="1" dirty="0"/>
        </a:p>
      </dgm:t>
    </dgm:pt>
    <dgm:pt modelId="{47E6CA1B-4E01-481D-84D1-2EFBECAEC42C}" type="parTrans" cxnId="{AE3A5630-142D-4D80-BA81-58B55CC4C2ED}">
      <dgm:prSet/>
      <dgm:spPr/>
      <dgm:t>
        <a:bodyPr/>
        <a:lstStyle/>
        <a:p>
          <a:endParaRPr lang="en-BE" sz="4400"/>
        </a:p>
      </dgm:t>
    </dgm:pt>
    <dgm:pt modelId="{3C949B24-061D-4170-8BCD-5F9CD955B72F}" type="sibTrans" cxnId="{AE3A5630-142D-4D80-BA81-58B55CC4C2ED}">
      <dgm:prSet/>
      <dgm:spPr/>
      <dgm:t>
        <a:bodyPr/>
        <a:lstStyle/>
        <a:p>
          <a:endParaRPr lang="en-BE" sz="4400"/>
        </a:p>
      </dgm:t>
    </dgm:pt>
    <dgm:pt modelId="{E2F4883D-9621-4B10-B8A6-B554255C4F55}">
      <dgm:prSet custT="1"/>
      <dgm:spPr/>
      <dgm:t>
        <a:bodyPr/>
        <a:lstStyle/>
        <a:p>
          <a:pPr>
            <a:defRPr b="1"/>
          </a:pPr>
          <a:r>
            <a:rPr lang="en-US" sz="1400" b="1"/>
            <a:t>Resources and Responsibilities</a:t>
          </a:r>
          <a:endParaRPr lang="en-US" sz="1400" b="1" dirty="0"/>
        </a:p>
      </dgm:t>
    </dgm:pt>
    <dgm:pt modelId="{693F66AC-3C20-4FE9-ABE0-3BEC4DDEF95F}" type="parTrans" cxnId="{DC82E4BC-2AB4-4CB7-A5CB-72FFC634AD99}">
      <dgm:prSet/>
      <dgm:spPr/>
      <dgm:t>
        <a:bodyPr/>
        <a:lstStyle/>
        <a:p>
          <a:endParaRPr lang="en-BE" sz="4400"/>
        </a:p>
      </dgm:t>
    </dgm:pt>
    <dgm:pt modelId="{A2B10273-6EF2-4343-A0AA-1C7B28999382}" type="sibTrans" cxnId="{DC82E4BC-2AB4-4CB7-A5CB-72FFC634AD99}">
      <dgm:prSet/>
      <dgm:spPr/>
      <dgm:t>
        <a:bodyPr/>
        <a:lstStyle/>
        <a:p>
          <a:endParaRPr lang="en-BE" sz="4400"/>
        </a:p>
      </dgm:t>
    </dgm:pt>
    <dgm:pt modelId="{31E4C783-3083-483A-903B-FC4EA7B07309}">
      <dgm:prSet custT="1"/>
      <dgm:spPr/>
      <dgm:t>
        <a:bodyPr/>
        <a:lstStyle/>
        <a:p>
          <a:pPr>
            <a:defRPr b="1"/>
          </a:pPr>
          <a:r>
            <a:rPr lang="en-US" sz="1400" b="1" dirty="0"/>
            <a:t>Data sharing and reuse</a:t>
          </a:r>
        </a:p>
      </dgm:t>
    </dgm:pt>
    <dgm:pt modelId="{C66B4DBC-7ED8-4DA6-8D83-647F508E02AA}" type="parTrans" cxnId="{AD039DCE-5731-4E45-B1F0-DC18B1950489}">
      <dgm:prSet/>
      <dgm:spPr/>
      <dgm:t>
        <a:bodyPr/>
        <a:lstStyle/>
        <a:p>
          <a:endParaRPr lang="en-BE" sz="4400"/>
        </a:p>
      </dgm:t>
    </dgm:pt>
    <dgm:pt modelId="{A6986805-3C8F-453E-BEA8-DE5896291361}" type="sibTrans" cxnId="{AD039DCE-5731-4E45-B1F0-DC18B1950489}">
      <dgm:prSet/>
      <dgm:spPr/>
      <dgm:t>
        <a:bodyPr/>
        <a:lstStyle/>
        <a:p>
          <a:endParaRPr lang="en-BE" sz="4400"/>
        </a:p>
      </dgm:t>
    </dgm:pt>
    <dgm:pt modelId="{0B19FE67-7066-4C26-A1D5-C0F5D413731D}">
      <dgm:prSet custT="1"/>
      <dgm:spPr/>
      <dgm:t>
        <a:bodyPr/>
        <a:lstStyle/>
        <a:p>
          <a:pPr>
            <a:defRPr b="1"/>
          </a:pPr>
          <a:r>
            <a:rPr lang="en-US" sz="1400"/>
            <a:t>Data storage during the project</a:t>
          </a:r>
          <a:endParaRPr lang="en-US" sz="1400" dirty="0"/>
        </a:p>
      </dgm:t>
    </dgm:pt>
    <dgm:pt modelId="{CBF0702D-4DA4-422E-8BE3-89F1CE8A76AF}" type="parTrans" cxnId="{CA5C63F1-0639-4013-B9AA-0FB65B0DA70D}">
      <dgm:prSet/>
      <dgm:spPr/>
      <dgm:t>
        <a:bodyPr/>
        <a:lstStyle/>
        <a:p>
          <a:endParaRPr lang="en-BE" sz="4400"/>
        </a:p>
      </dgm:t>
    </dgm:pt>
    <dgm:pt modelId="{35911072-66E1-4723-A34B-51B343104802}" type="sibTrans" cxnId="{CA5C63F1-0639-4013-B9AA-0FB65B0DA70D}">
      <dgm:prSet/>
      <dgm:spPr/>
      <dgm:t>
        <a:bodyPr/>
        <a:lstStyle/>
        <a:p>
          <a:endParaRPr lang="en-BE" sz="4400"/>
        </a:p>
      </dgm:t>
    </dgm:pt>
    <dgm:pt modelId="{AC3ABCE8-678E-45DD-8C80-E9F6932BD08F}">
      <dgm:prSet custT="1"/>
      <dgm:spPr/>
      <dgm:t>
        <a:bodyPr/>
        <a:lstStyle/>
        <a:p>
          <a:pPr>
            <a:defRPr b="1"/>
          </a:pPr>
          <a:r>
            <a:rPr lang="en-US" sz="1400"/>
            <a:t>Long-term preservation</a:t>
          </a:r>
          <a:endParaRPr lang="en-US" sz="1400" dirty="0"/>
        </a:p>
      </dgm:t>
    </dgm:pt>
    <dgm:pt modelId="{FC0D5BC6-4C48-4069-85F7-84FBE4678524}" type="parTrans" cxnId="{711BE608-6474-42D1-937A-52B92F882D47}">
      <dgm:prSet/>
      <dgm:spPr/>
      <dgm:t>
        <a:bodyPr/>
        <a:lstStyle/>
        <a:p>
          <a:endParaRPr lang="en-BE" sz="4400"/>
        </a:p>
      </dgm:t>
    </dgm:pt>
    <dgm:pt modelId="{FD7D4E1F-89FD-4F4A-B0F8-F47A1A74A8AD}" type="sibTrans" cxnId="{711BE608-6474-42D1-937A-52B92F882D47}">
      <dgm:prSet/>
      <dgm:spPr/>
      <dgm:t>
        <a:bodyPr/>
        <a:lstStyle/>
        <a:p>
          <a:endParaRPr lang="en-BE" sz="4400"/>
        </a:p>
      </dgm:t>
    </dgm:pt>
    <dgm:pt modelId="{62258B5F-31A5-4ED5-8A20-2F224AC2DA9E}" type="pres">
      <dgm:prSet presAssocID="{072C733F-5FE1-4C0E-A8EF-D7A6C593147D}" presName="compositeShape" presStyleCnt="0">
        <dgm:presLayoutVars>
          <dgm:chMax val="7"/>
          <dgm:dir/>
          <dgm:resizeHandles val="exact"/>
        </dgm:presLayoutVars>
      </dgm:prSet>
      <dgm:spPr/>
    </dgm:pt>
    <dgm:pt modelId="{9C48A8D3-FCC7-45C5-A045-49CB86F5EFA8}" type="pres">
      <dgm:prSet presAssocID="{C189B530-63CF-4ADE-B92B-536D6369EBCA}" presName="circ1" presStyleLbl="vennNode1" presStyleIdx="0" presStyleCnt="7"/>
      <dgm:spPr/>
    </dgm:pt>
    <dgm:pt modelId="{FE96EB48-9F85-4910-8988-3A0AA710D7AD}" type="pres">
      <dgm:prSet presAssocID="{C189B530-63CF-4ADE-B92B-536D6369EBCA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64A58E8-A03A-4D8C-B7B0-03C549EE4649}" type="pres">
      <dgm:prSet presAssocID="{B2976183-307F-4594-A4A6-E78FF206E9D4}" presName="circ2" presStyleLbl="vennNode1" presStyleIdx="1" presStyleCnt="7"/>
      <dgm:spPr/>
    </dgm:pt>
    <dgm:pt modelId="{BAE42488-5BA9-48E1-BD4F-1DF5DE76FAED}" type="pres">
      <dgm:prSet presAssocID="{B2976183-307F-4594-A4A6-E78FF206E9D4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B5EDE38-80F6-4F76-AB45-F0FC6E6AEC94}" type="pres">
      <dgm:prSet presAssocID="{D8722FE6-B9AC-43CE-8552-87806BBFEBC3}" presName="circ3" presStyleLbl="vennNode1" presStyleIdx="2" presStyleCnt="7"/>
      <dgm:spPr/>
    </dgm:pt>
    <dgm:pt modelId="{C6AFA8C0-C12C-4987-8D0B-CE48A91CC1BA}" type="pres">
      <dgm:prSet presAssocID="{D8722FE6-B9AC-43CE-8552-87806BBFEBC3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DBB1079-7304-46F9-94EF-CB41E22345BC}" type="pres">
      <dgm:prSet presAssocID="{E2F4883D-9621-4B10-B8A6-B554255C4F55}" presName="circ4" presStyleLbl="vennNode1" presStyleIdx="3" presStyleCnt="7"/>
      <dgm:spPr/>
    </dgm:pt>
    <dgm:pt modelId="{6B57FF16-D211-4AD9-BC50-AE09F0210615}" type="pres">
      <dgm:prSet presAssocID="{E2F4883D-9621-4B10-B8A6-B554255C4F55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A0AB2AA-07E7-454C-84A0-206BF1822B22}" type="pres">
      <dgm:prSet presAssocID="{31E4C783-3083-483A-903B-FC4EA7B07309}" presName="circ5" presStyleLbl="vennNode1" presStyleIdx="4" presStyleCnt="7"/>
      <dgm:spPr/>
    </dgm:pt>
    <dgm:pt modelId="{2C910D8B-DE83-4DAE-91BC-4C54EC7D3262}" type="pres">
      <dgm:prSet presAssocID="{31E4C783-3083-483A-903B-FC4EA7B07309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2B34CC6-03A0-42B6-81D3-C7CA7448D9BA}" type="pres">
      <dgm:prSet presAssocID="{0B19FE67-7066-4C26-A1D5-C0F5D413731D}" presName="circ6" presStyleLbl="vennNode1" presStyleIdx="5" presStyleCnt="7"/>
      <dgm:spPr/>
    </dgm:pt>
    <dgm:pt modelId="{D92FF974-EBFB-4765-BB71-1352F8B53CAB}" type="pres">
      <dgm:prSet presAssocID="{0B19FE67-7066-4C26-A1D5-C0F5D413731D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6DBED2C-E430-4F26-A050-03A6E5151F75}" type="pres">
      <dgm:prSet presAssocID="{AC3ABCE8-678E-45DD-8C80-E9F6932BD08F}" presName="circ7" presStyleLbl="vennNode1" presStyleIdx="6" presStyleCnt="7"/>
      <dgm:spPr/>
    </dgm:pt>
    <dgm:pt modelId="{115046DC-8FDF-4682-B9E7-E1EA1A898E7A}" type="pres">
      <dgm:prSet presAssocID="{AC3ABCE8-678E-45DD-8C80-E9F6932BD08F}" presName="circ7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711BE608-6474-42D1-937A-52B92F882D47}" srcId="{072C733F-5FE1-4C0E-A8EF-D7A6C593147D}" destId="{AC3ABCE8-678E-45DD-8C80-E9F6932BD08F}" srcOrd="6" destOrd="0" parTransId="{FC0D5BC6-4C48-4069-85F7-84FBE4678524}" sibTransId="{FD7D4E1F-89FD-4F4A-B0F8-F47A1A74A8AD}"/>
    <dgm:cxn modelId="{21B0D923-7D25-47CE-8073-6ED625E1CFA1}" srcId="{072C733F-5FE1-4C0E-A8EF-D7A6C593147D}" destId="{B2976183-307F-4594-A4A6-E78FF206E9D4}" srcOrd="1" destOrd="0" parTransId="{FE0DE3C7-07E1-4C60-824D-8712E41D649B}" sibTransId="{D0719862-E605-47D6-8AB5-930EA9026E8A}"/>
    <dgm:cxn modelId="{AE3A5630-142D-4D80-BA81-58B55CC4C2ED}" srcId="{072C733F-5FE1-4C0E-A8EF-D7A6C593147D}" destId="{D8722FE6-B9AC-43CE-8552-87806BBFEBC3}" srcOrd="2" destOrd="0" parTransId="{47E6CA1B-4E01-481D-84D1-2EFBECAEC42C}" sibTransId="{3C949B24-061D-4170-8BCD-5F9CD955B72F}"/>
    <dgm:cxn modelId="{7A22A132-23A9-4A23-AB68-4724AC2FE84A}" type="presOf" srcId="{B2976183-307F-4594-A4A6-E78FF206E9D4}" destId="{BAE42488-5BA9-48E1-BD4F-1DF5DE76FAED}" srcOrd="0" destOrd="0" presId="urn:microsoft.com/office/officeart/2005/8/layout/venn1"/>
    <dgm:cxn modelId="{52CFFA39-685E-4611-8A16-8E4237EE0EDB}" srcId="{072C733F-5FE1-4C0E-A8EF-D7A6C593147D}" destId="{C189B530-63CF-4ADE-B92B-536D6369EBCA}" srcOrd="0" destOrd="0" parTransId="{A993A2A5-D8EB-48A7-9B6E-2972DDB427AC}" sibTransId="{4FDE355A-9022-425C-A5A4-52A40CFF3128}"/>
    <dgm:cxn modelId="{DDDFEA3C-F443-4751-9749-396B21134A1A}" type="presOf" srcId="{AC3ABCE8-678E-45DD-8C80-E9F6932BD08F}" destId="{115046DC-8FDF-4682-B9E7-E1EA1A898E7A}" srcOrd="0" destOrd="0" presId="urn:microsoft.com/office/officeart/2005/8/layout/venn1"/>
    <dgm:cxn modelId="{9002E249-4A91-4728-A512-7B7E7EB08C08}" type="presOf" srcId="{0B19FE67-7066-4C26-A1D5-C0F5D413731D}" destId="{D92FF974-EBFB-4765-BB71-1352F8B53CAB}" srcOrd="0" destOrd="0" presId="urn:microsoft.com/office/officeart/2005/8/layout/venn1"/>
    <dgm:cxn modelId="{A74AFB6A-3109-4858-BC17-D89649E410A2}" type="presOf" srcId="{D8722FE6-B9AC-43CE-8552-87806BBFEBC3}" destId="{C6AFA8C0-C12C-4987-8D0B-CE48A91CC1BA}" srcOrd="0" destOrd="0" presId="urn:microsoft.com/office/officeart/2005/8/layout/venn1"/>
    <dgm:cxn modelId="{AF55094E-DFB7-41D0-A7F0-536B6AC21DAD}" type="presOf" srcId="{C189B530-63CF-4ADE-B92B-536D6369EBCA}" destId="{FE96EB48-9F85-4910-8988-3A0AA710D7AD}" srcOrd="0" destOrd="0" presId="urn:microsoft.com/office/officeart/2005/8/layout/venn1"/>
    <dgm:cxn modelId="{87CF8152-6902-40E0-9063-B95153DE2922}" type="presOf" srcId="{072C733F-5FE1-4C0E-A8EF-D7A6C593147D}" destId="{62258B5F-31A5-4ED5-8A20-2F224AC2DA9E}" srcOrd="0" destOrd="0" presId="urn:microsoft.com/office/officeart/2005/8/layout/venn1"/>
    <dgm:cxn modelId="{B541A79C-2E96-4E80-ACEB-1E8859459CC6}" type="presOf" srcId="{31E4C783-3083-483A-903B-FC4EA7B07309}" destId="{2C910D8B-DE83-4DAE-91BC-4C54EC7D3262}" srcOrd="0" destOrd="0" presId="urn:microsoft.com/office/officeart/2005/8/layout/venn1"/>
    <dgm:cxn modelId="{2F4DE3AA-C099-4B09-BFAA-8713CB0FFB1E}" type="presOf" srcId="{E2F4883D-9621-4B10-B8A6-B554255C4F55}" destId="{6B57FF16-D211-4AD9-BC50-AE09F0210615}" srcOrd="0" destOrd="0" presId="urn:microsoft.com/office/officeart/2005/8/layout/venn1"/>
    <dgm:cxn modelId="{DC82E4BC-2AB4-4CB7-A5CB-72FFC634AD99}" srcId="{072C733F-5FE1-4C0E-A8EF-D7A6C593147D}" destId="{E2F4883D-9621-4B10-B8A6-B554255C4F55}" srcOrd="3" destOrd="0" parTransId="{693F66AC-3C20-4FE9-ABE0-3BEC4DDEF95F}" sibTransId="{A2B10273-6EF2-4343-A0AA-1C7B28999382}"/>
    <dgm:cxn modelId="{AD039DCE-5731-4E45-B1F0-DC18B1950489}" srcId="{072C733F-5FE1-4C0E-A8EF-D7A6C593147D}" destId="{31E4C783-3083-483A-903B-FC4EA7B07309}" srcOrd="4" destOrd="0" parTransId="{C66B4DBC-7ED8-4DA6-8D83-647F508E02AA}" sibTransId="{A6986805-3C8F-453E-BEA8-DE5896291361}"/>
    <dgm:cxn modelId="{CA5C63F1-0639-4013-B9AA-0FB65B0DA70D}" srcId="{072C733F-5FE1-4C0E-A8EF-D7A6C593147D}" destId="{0B19FE67-7066-4C26-A1D5-C0F5D413731D}" srcOrd="5" destOrd="0" parTransId="{CBF0702D-4DA4-422E-8BE3-89F1CE8A76AF}" sibTransId="{35911072-66E1-4723-A34B-51B343104802}"/>
    <dgm:cxn modelId="{BC44CC25-5674-4232-8A88-343815234628}" type="presParOf" srcId="{62258B5F-31A5-4ED5-8A20-2F224AC2DA9E}" destId="{9C48A8D3-FCC7-45C5-A045-49CB86F5EFA8}" srcOrd="0" destOrd="0" presId="urn:microsoft.com/office/officeart/2005/8/layout/venn1"/>
    <dgm:cxn modelId="{395CB8B6-C5D0-408F-8EDB-BE3F8C6F404B}" type="presParOf" srcId="{62258B5F-31A5-4ED5-8A20-2F224AC2DA9E}" destId="{FE96EB48-9F85-4910-8988-3A0AA710D7AD}" srcOrd="1" destOrd="0" presId="urn:microsoft.com/office/officeart/2005/8/layout/venn1"/>
    <dgm:cxn modelId="{E17994A9-43F4-47AC-8F10-B61C2837D174}" type="presParOf" srcId="{62258B5F-31A5-4ED5-8A20-2F224AC2DA9E}" destId="{A64A58E8-A03A-4D8C-B7B0-03C549EE4649}" srcOrd="2" destOrd="0" presId="urn:microsoft.com/office/officeart/2005/8/layout/venn1"/>
    <dgm:cxn modelId="{3E00E456-7940-4658-A754-51DE636C33E3}" type="presParOf" srcId="{62258B5F-31A5-4ED5-8A20-2F224AC2DA9E}" destId="{BAE42488-5BA9-48E1-BD4F-1DF5DE76FAED}" srcOrd="3" destOrd="0" presId="urn:microsoft.com/office/officeart/2005/8/layout/venn1"/>
    <dgm:cxn modelId="{F335ADB2-F4EA-4315-A2DE-10C209598945}" type="presParOf" srcId="{62258B5F-31A5-4ED5-8A20-2F224AC2DA9E}" destId="{9B5EDE38-80F6-4F76-AB45-F0FC6E6AEC94}" srcOrd="4" destOrd="0" presId="urn:microsoft.com/office/officeart/2005/8/layout/venn1"/>
    <dgm:cxn modelId="{E61C70F1-65E9-4FC4-8BE6-3AC6AA52B50C}" type="presParOf" srcId="{62258B5F-31A5-4ED5-8A20-2F224AC2DA9E}" destId="{C6AFA8C0-C12C-4987-8D0B-CE48A91CC1BA}" srcOrd="5" destOrd="0" presId="urn:microsoft.com/office/officeart/2005/8/layout/venn1"/>
    <dgm:cxn modelId="{3C52E13C-1C1A-415D-815D-5705D2888547}" type="presParOf" srcId="{62258B5F-31A5-4ED5-8A20-2F224AC2DA9E}" destId="{1DBB1079-7304-46F9-94EF-CB41E22345BC}" srcOrd="6" destOrd="0" presId="urn:microsoft.com/office/officeart/2005/8/layout/venn1"/>
    <dgm:cxn modelId="{B44ACC3D-75E7-4FB4-A68E-E47569954E94}" type="presParOf" srcId="{62258B5F-31A5-4ED5-8A20-2F224AC2DA9E}" destId="{6B57FF16-D211-4AD9-BC50-AE09F0210615}" srcOrd="7" destOrd="0" presId="urn:microsoft.com/office/officeart/2005/8/layout/venn1"/>
    <dgm:cxn modelId="{25E5C8A1-5F5D-4228-B8C4-214D0C89C30D}" type="presParOf" srcId="{62258B5F-31A5-4ED5-8A20-2F224AC2DA9E}" destId="{CA0AB2AA-07E7-454C-84A0-206BF1822B22}" srcOrd="8" destOrd="0" presId="urn:microsoft.com/office/officeart/2005/8/layout/venn1"/>
    <dgm:cxn modelId="{3DD61AEA-6C19-4347-880B-491D02A82962}" type="presParOf" srcId="{62258B5F-31A5-4ED5-8A20-2F224AC2DA9E}" destId="{2C910D8B-DE83-4DAE-91BC-4C54EC7D3262}" srcOrd="9" destOrd="0" presId="urn:microsoft.com/office/officeart/2005/8/layout/venn1"/>
    <dgm:cxn modelId="{AC0C870B-36E8-4C3A-A4D7-A357515AFC05}" type="presParOf" srcId="{62258B5F-31A5-4ED5-8A20-2F224AC2DA9E}" destId="{42B34CC6-03A0-42B6-81D3-C7CA7448D9BA}" srcOrd="10" destOrd="0" presId="urn:microsoft.com/office/officeart/2005/8/layout/venn1"/>
    <dgm:cxn modelId="{86A9FAD0-8118-4DCD-878F-8F7FF1B70AC1}" type="presParOf" srcId="{62258B5F-31A5-4ED5-8A20-2F224AC2DA9E}" destId="{D92FF974-EBFB-4765-BB71-1352F8B53CAB}" srcOrd="11" destOrd="0" presId="urn:microsoft.com/office/officeart/2005/8/layout/venn1"/>
    <dgm:cxn modelId="{A67A3229-3657-42C0-8F99-DD6A29B1B5DB}" type="presParOf" srcId="{62258B5F-31A5-4ED5-8A20-2F224AC2DA9E}" destId="{16DBED2C-E430-4F26-A050-03A6E5151F75}" srcOrd="12" destOrd="0" presId="urn:microsoft.com/office/officeart/2005/8/layout/venn1"/>
    <dgm:cxn modelId="{3DA9C9B6-2537-4475-AC4E-58DB5B78A971}" type="presParOf" srcId="{62258B5F-31A5-4ED5-8A20-2F224AC2DA9E}" destId="{115046DC-8FDF-4682-B9E7-E1EA1A898E7A}" srcOrd="1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72C733F-5FE1-4C0E-A8EF-D7A6C593147D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BE"/>
        </a:p>
      </dgm:t>
    </dgm:pt>
    <dgm:pt modelId="{C189B530-63CF-4ADE-B92B-536D6369EBCA}">
      <dgm:prSet custT="1"/>
      <dgm:spPr/>
      <dgm:t>
        <a:bodyPr/>
        <a:lstStyle/>
        <a:p>
          <a:pPr>
            <a:defRPr b="1"/>
          </a:pPr>
          <a:r>
            <a:rPr lang="en-US" sz="1400" b="1" dirty="0"/>
            <a:t>Data summary / description</a:t>
          </a:r>
          <a:endParaRPr lang="en-BE" sz="1400" b="1" dirty="0"/>
        </a:p>
      </dgm:t>
    </dgm:pt>
    <dgm:pt modelId="{A993A2A5-D8EB-48A7-9B6E-2972DDB427AC}" type="parTrans" cxnId="{52CFFA39-685E-4611-8A16-8E4237EE0EDB}">
      <dgm:prSet/>
      <dgm:spPr/>
      <dgm:t>
        <a:bodyPr/>
        <a:lstStyle/>
        <a:p>
          <a:endParaRPr lang="en-BE" sz="4400"/>
        </a:p>
      </dgm:t>
    </dgm:pt>
    <dgm:pt modelId="{4FDE355A-9022-425C-A5A4-52A40CFF3128}" type="sibTrans" cxnId="{52CFFA39-685E-4611-8A16-8E4237EE0EDB}">
      <dgm:prSet/>
      <dgm:spPr/>
      <dgm:t>
        <a:bodyPr/>
        <a:lstStyle/>
        <a:p>
          <a:endParaRPr lang="en-BE" sz="4400"/>
        </a:p>
      </dgm:t>
    </dgm:pt>
    <dgm:pt modelId="{B2976183-307F-4594-A4A6-E78FF206E9D4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Ethical and legal issues</a:t>
          </a:r>
        </a:p>
      </dgm:t>
    </dgm:pt>
    <dgm:pt modelId="{FE0DE3C7-07E1-4C60-824D-8712E41D649B}" type="parTrans" cxnId="{21B0D923-7D25-47CE-8073-6ED625E1CFA1}">
      <dgm:prSet/>
      <dgm:spPr/>
      <dgm:t>
        <a:bodyPr/>
        <a:lstStyle/>
        <a:p>
          <a:endParaRPr lang="en-BE" sz="4400"/>
        </a:p>
      </dgm:t>
    </dgm:pt>
    <dgm:pt modelId="{D0719862-E605-47D6-8AB5-930EA9026E8A}" type="sibTrans" cxnId="{21B0D923-7D25-47CE-8073-6ED625E1CFA1}">
      <dgm:prSet/>
      <dgm:spPr/>
      <dgm:t>
        <a:bodyPr/>
        <a:lstStyle/>
        <a:p>
          <a:endParaRPr lang="en-BE" sz="4400"/>
        </a:p>
      </dgm:t>
    </dgm:pt>
    <dgm:pt modelId="{D8722FE6-B9AC-43CE-8552-87806BBFEBC3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Documentation and metadata</a:t>
          </a:r>
        </a:p>
      </dgm:t>
    </dgm:pt>
    <dgm:pt modelId="{47E6CA1B-4E01-481D-84D1-2EFBECAEC42C}" type="parTrans" cxnId="{AE3A5630-142D-4D80-BA81-58B55CC4C2ED}">
      <dgm:prSet/>
      <dgm:spPr/>
      <dgm:t>
        <a:bodyPr/>
        <a:lstStyle/>
        <a:p>
          <a:endParaRPr lang="en-BE" sz="4400"/>
        </a:p>
      </dgm:t>
    </dgm:pt>
    <dgm:pt modelId="{3C949B24-061D-4170-8BCD-5F9CD955B72F}" type="sibTrans" cxnId="{AE3A5630-142D-4D80-BA81-58B55CC4C2ED}">
      <dgm:prSet/>
      <dgm:spPr/>
      <dgm:t>
        <a:bodyPr/>
        <a:lstStyle/>
        <a:p>
          <a:endParaRPr lang="en-BE" sz="4400"/>
        </a:p>
      </dgm:t>
    </dgm:pt>
    <dgm:pt modelId="{E2F4883D-9621-4B10-B8A6-B554255C4F55}">
      <dgm:prSet custT="1"/>
      <dgm:spPr/>
      <dgm:t>
        <a:bodyPr/>
        <a:lstStyle/>
        <a:p>
          <a:pPr>
            <a:defRPr b="1"/>
          </a:pPr>
          <a:r>
            <a:rPr lang="en-US" sz="1400" b="0">
              <a:solidFill>
                <a:schemeClr val="bg1">
                  <a:lumMod val="65000"/>
                </a:schemeClr>
              </a:solidFill>
            </a:rPr>
            <a:t>Resources and Responsibilities</a:t>
          </a:r>
          <a:endParaRPr lang="en-US" sz="1400" b="0" dirty="0">
            <a:solidFill>
              <a:schemeClr val="bg1">
                <a:lumMod val="65000"/>
              </a:schemeClr>
            </a:solidFill>
          </a:endParaRPr>
        </a:p>
      </dgm:t>
    </dgm:pt>
    <dgm:pt modelId="{693F66AC-3C20-4FE9-ABE0-3BEC4DDEF95F}" type="parTrans" cxnId="{DC82E4BC-2AB4-4CB7-A5CB-72FFC634AD99}">
      <dgm:prSet/>
      <dgm:spPr/>
      <dgm:t>
        <a:bodyPr/>
        <a:lstStyle/>
        <a:p>
          <a:endParaRPr lang="en-BE" sz="4400"/>
        </a:p>
      </dgm:t>
    </dgm:pt>
    <dgm:pt modelId="{A2B10273-6EF2-4343-A0AA-1C7B28999382}" type="sibTrans" cxnId="{DC82E4BC-2AB4-4CB7-A5CB-72FFC634AD99}">
      <dgm:prSet/>
      <dgm:spPr/>
      <dgm:t>
        <a:bodyPr/>
        <a:lstStyle/>
        <a:p>
          <a:endParaRPr lang="en-BE" sz="4400"/>
        </a:p>
      </dgm:t>
    </dgm:pt>
    <dgm:pt modelId="{31E4C783-3083-483A-903B-FC4EA7B07309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Data sharing and reuse</a:t>
          </a:r>
        </a:p>
      </dgm:t>
    </dgm:pt>
    <dgm:pt modelId="{C66B4DBC-7ED8-4DA6-8D83-647F508E02AA}" type="parTrans" cxnId="{AD039DCE-5731-4E45-B1F0-DC18B1950489}">
      <dgm:prSet/>
      <dgm:spPr/>
      <dgm:t>
        <a:bodyPr/>
        <a:lstStyle/>
        <a:p>
          <a:endParaRPr lang="en-BE" sz="4400"/>
        </a:p>
      </dgm:t>
    </dgm:pt>
    <dgm:pt modelId="{A6986805-3C8F-453E-BEA8-DE5896291361}" type="sibTrans" cxnId="{AD039DCE-5731-4E45-B1F0-DC18B1950489}">
      <dgm:prSet/>
      <dgm:spPr/>
      <dgm:t>
        <a:bodyPr/>
        <a:lstStyle/>
        <a:p>
          <a:endParaRPr lang="en-BE" sz="4400"/>
        </a:p>
      </dgm:t>
    </dgm:pt>
    <dgm:pt modelId="{0B19FE67-7066-4C26-A1D5-C0F5D413731D}">
      <dgm:prSet custT="1"/>
      <dgm:spPr/>
      <dgm:t>
        <a:bodyPr/>
        <a:lstStyle/>
        <a:p>
          <a:pPr>
            <a:defRPr b="1"/>
          </a:pPr>
          <a:r>
            <a:rPr lang="en-US" sz="1400" dirty="0">
              <a:solidFill>
                <a:schemeClr val="bg1">
                  <a:lumMod val="65000"/>
                </a:schemeClr>
              </a:solidFill>
            </a:rPr>
            <a:t>Data storage during the project</a:t>
          </a:r>
        </a:p>
      </dgm:t>
    </dgm:pt>
    <dgm:pt modelId="{CBF0702D-4DA4-422E-8BE3-89F1CE8A76AF}" type="parTrans" cxnId="{CA5C63F1-0639-4013-B9AA-0FB65B0DA70D}">
      <dgm:prSet/>
      <dgm:spPr/>
      <dgm:t>
        <a:bodyPr/>
        <a:lstStyle/>
        <a:p>
          <a:endParaRPr lang="en-BE" sz="4400"/>
        </a:p>
      </dgm:t>
    </dgm:pt>
    <dgm:pt modelId="{35911072-66E1-4723-A34B-51B343104802}" type="sibTrans" cxnId="{CA5C63F1-0639-4013-B9AA-0FB65B0DA70D}">
      <dgm:prSet/>
      <dgm:spPr/>
      <dgm:t>
        <a:bodyPr/>
        <a:lstStyle/>
        <a:p>
          <a:endParaRPr lang="en-BE" sz="4400"/>
        </a:p>
      </dgm:t>
    </dgm:pt>
    <dgm:pt modelId="{AC3ABCE8-678E-45DD-8C80-E9F6932BD08F}">
      <dgm:prSet custT="1"/>
      <dgm:spPr/>
      <dgm:t>
        <a:bodyPr/>
        <a:lstStyle/>
        <a:p>
          <a:pPr>
            <a:defRPr b="1"/>
          </a:pPr>
          <a:r>
            <a:rPr lang="en-US" sz="1400" dirty="0">
              <a:solidFill>
                <a:schemeClr val="bg1">
                  <a:lumMod val="65000"/>
                </a:schemeClr>
              </a:solidFill>
            </a:rPr>
            <a:t>Long-term preservation</a:t>
          </a:r>
        </a:p>
      </dgm:t>
    </dgm:pt>
    <dgm:pt modelId="{FC0D5BC6-4C48-4069-85F7-84FBE4678524}" type="parTrans" cxnId="{711BE608-6474-42D1-937A-52B92F882D47}">
      <dgm:prSet/>
      <dgm:spPr/>
      <dgm:t>
        <a:bodyPr/>
        <a:lstStyle/>
        <a:p>
          <a:endParaRPr lang="en-BE" sz="4400"/>
        </a:p>
      </dgm:t>
    </dgm:pt>
    <dgm:pt modelId="{FD7D4E1F-89FD-4F4A-B0F8-F47A1A74A8AD}" type="sibTrans" cxnId="{711BE608-6474-42D1-937A-52B92F882D47}">
      <dgm:prSet/>
      <dgm:spPr/>
      <dgm:t>
        <a:bodyPr/>
        <a:lstStyle/>
        <a:p>
          <a:endParaRPr lang="en-BE" sz="4400"/>
        </a:p>
      </dgm:t>
    </dgm:pt>
    <dgm:pt modelId="{9CB1B734-E494-42CC-A909-2F66B488BFB5}">
      <dgm:prSet custT="1"/>
      <dgm:spPr/>
      <dgm:t>
        <a:bodyPr/>
        <a:lstStyle/>
        <a:p>
          <a:r>
            <a:rPr lang="en-US" sz="1100" b="1" dirty="0"/>
            <a:t>Purpose, origin, type, format &amp; volume of the data</a:t>
          </a:r>
        </a:p>
      </dgm:t>
    </dgm:pt>
    <dgm:pt modelId="{F80B47B3-2F68-464A-AF6D-7F51294A42EA}" type="parTrans" cxnId="{39804EB1-0F14-45C2-8ED6-E70C6091FF27}">
      <dgm:prSet/>
      <dgm:spPr/>
      <dgm:t>
        <a:bodyPr/>
        <a:lstStyle/>
        <a:p>
          <a:endParaRPr lang="en-BE" sz="4400"/>
        </a:p>
      </dgm:t>
    </dgm:pt>
    <dgm:pt modelId="{CC2054BA-9C63-48C9-9F3D-C5BBCE96C406}" type="sibTrans" cxnId="{39804EB1-0F14-45C2-8ED6-E70C6091FF27}">
      <dgm:prSet/>
      <dgm:spPr/>
      <dgm:t>
        <a:bodyPr/>
        <a:lstStyle/>
        <a:p>
          <a:endParaRPr lang="en-BE" sz="4400"/>
        </a:p>
      </dgm:t>
    </dgm:pt>
    <dgm:pt modelId="{62258B5F-31A5-4ED5-8A20-2F224AC2DA9E}" type="pres">
      <dgm:prSet presAssocID="{072C733F-5FE1-4C0E-A8EF-D7A6C593147D}" presName="compositeShape" presStyleCnt="0">
        <dgm:presLayoutVars>
          <dgm:chMax val="7"/>
          <dgm:dir/>
          <dgm:resizeHandles val="exact"/>
        </dgm:presLayoutVars>
      </dgm:prSet>
      <dgm:spPr/>
    </dgm:pt>
    <dgm:pt modelId="{9C48A8D3-FCC7-45C5-A045-49CB86F5EFA8}" type="pres">
      <dgm:prSet presAssocID="{C189B530-63CF-4ADE-B92B-536D6369EBCA}" presName="circ1" presStyleLbl="vennNode1" presStyleIdx="0" presStyleCnt="7"/>
      <dgm:spPr/>
    </dgm:pt>
    <dgm:pt modelId="{FE96EB48-9F85-4910-8988-3A0AA710D7AD}" type="pres">
      <dgm:prSet presAssocID="{C189B530-63CF-4ADE-B92B-536D6369EBCA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64A58E8-A03A-4D8C-B7B0-03C549EE4649}" type="pres">
      <dgm:prSet presAssocID="{B2976183-307F-4594-A4A6-E78FF206E9D4}" presName="circ2" presStyleLbl="vennNode1" presStyleIdx="1" presStyleCnt="7"/>
      <dgm:spPr>
        <a:solidFill>
          <a:srgbClr val="01A2A6">
            <a:alpha val="5098"/>
          </a:srgbClr>
        </a:solidFill>
      </dgm:spPr>
    </dgm:pt>
    <dgm:pt modelId="{BAE42488-5BA9-48E1-BD4F-1DF5DE76FAED}" type="pres">
      <dgm:prSet presAssocID="{B2976183-307F-4594-A4A6-E78FF206E9D4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B5EDE38-80F6-4F76-AB45-F0FC6E6AEC94}" type="pres">
      <dgm:prSet presAssocID="{D8722FE6-B9AC-43CE-8552-87806BBFEBC3}" presName="circ3" presStyleLbl="vennNode1" presStyleIdx="2" presStyleCnt="7"/>
      <dgm:spPr>
        <a:solidFill>
          <a:srgbClr val="01A2A6">
            <a:alpha val="5098"/>
          </a:srgbClr>
        </a:solidFill>
      </dgm:spPr>
    </dgm:pt>
    <dgm:pt modelId="{C6AFA8C0-C12C-4987-8D0B-CE48A91CC1BA}" type="pres">
      <dgm:prSet presAssocID="{D8722FE6-B9AC-43CE-8552-87806BBFEBC3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DBB1079-7304-46F9-94EF-CB41E22345BC}" type="pres">
      <dgm:prSet presAssocID="{E2F4883D-9621-4B10-B8A6-B554255C4F55}" presName="circ4" presStyleLbl="vennNode1" presStyleIdx="3" presStyleCnt="7"/>
      <dgm:spPr>
        <a:solidFill>
          <a:srgbClr val="01A2A6">
            <a:alpha val="5098"/>
          </a:srgbClr>
        </a:solidFill>
      </dgm:spPr>
    </dgm:pt>
    <dgm:pt modelId="{6B57FF16-D211-4AD9-BC50-AE09F0210615}" type="pres">
      <dgm:prSet presAssocID="{E2F4883D-9621-4B10-B8A6-B554255C4F55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A0AB2AA-07E7-454C-84A0-206BF1822B22}" type="pres">
      <dgm:prSet presAssocID="{31E4C783-3083-483A-903B-FC4EA7B07309}" presName="circ5" presStyleLbl="vennNode1" presStyleIdx="4" presStyleCnt="7"/>
      <dgm:spPr>
        <a:solidFill>
          <a:srgbClr val="01A2A6">
            <a:alpha val="5098"/>
          </a:srgbClr>
        </a:solidFill>
      </dgm:spPr>
    </dgm:pt>
    <dgm:pt modelId="{2C910D8B-DE83-4DAE-91BC-4C54EC7D3262}" type="pres">
      <dgm:prSet presAssocID="{31E4C783-3083-483A-903B-FC4EA7B07309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2B34CC6-03A0-42B6-81D3-C7CA7448D9BA}" type="pres">
      <dgm:prSet presAssocID="{0B19FE67-7066-4C26-A1D5-C0F5D413731D}" presName="circ6" presStyleLbl="vennNode1" presStyleIdx="5" presStyleCnt="7"/>
      <dgm:spPr>
        <a:solidFill>
          <a:srgbClr val="01A2A6">
            <a:alpha val="5098"/>
          </a:srgbClr>
        </a:solidFill>
      </dgm:spPr>
    </dgm:pt>
    <dgm:pt modelId="{D92FF974-EBFB-4765-BB71-1352F8B53CAB}" type="pres">
      <dgm:prSet presAssocID="{0B19FE67-7066-4C26-A1D5-C0F5D413731D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6DBED2C-E430-4F26-A050-03A6E5151F75}" type="pres">
      <dgm:prSet presAssocID="{AC3ABCE8-678E-45DD-8C80-E9F6932BD08F}" presName="circ7" presStyleLbl="vennNode1" presStyleIdx="6" presStyleCnt="7"/>
      <dgm:spPr>
        <a:solidFill>
          <a:srgbClr val="01A2A6">
            <a:alpha val="5098"/>
          </a:srgbClr>
        </a:solidFill>
      </dgm:spPr>
    </dgm:pt>
    <dgm:pt modelId="{115046DC-8FDF-4682-B9E7-E1EA1A898E7A}" type="pres">
      <dgm:prSet presAssocID="{AC3ABCE8-678E-45DD-8C80-E9F6932BD08F}" presName="circ7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8FE6EC02-2A65-4B5D-9199-0AD4565880FC}" type="presOf" srcId="{0B19FE67-7066-4C26-A1D5-C0F5D413731D}" destId="{D92FF974-EBFB-4765-BB71-1352F8B53CAB}" srcOrd="0" destOrd="0" presId="urn:microsoft.com/office/officeart/2005/8/layout/venn1"/>
    <dgm:cxn modelId="{711BE608-6474-42D1-937A-52B92F882D47}" srcId="{072C733F-5FE1-4C0E-A8EF-D7A6C593147D}" destId="{AC3ABCE8-678E-45DD-8C80-E9F6932BD08F}" srcOrd="6" destOrd="0" parTransId="{FC0D5BC6-4C48-4069-85F7-84FBE4678524}" sibTransId="{FD7D4E1F-89FD-4F4A-B0F8-F47A1A74A8AD}"/>
    <dgm:cxn modelId="{743D681F-FF7F-40EC-B779-BE41893D5281}" type="presOf" srcId="{E2F4883D-9621-4B10-B8A6-B554255C4F55}" destId="{6B57FF16-D211-4AD9-BC50-AE09F0210615}" srcOrd="0" destOrd="0" presId="urn:microsoft.com/office/officeart/2005/8/layout/venn1"/>
    <dgm:cxn modelId="{21B0D923-7D25-47CE-8073-6ED625E1CFA1}" srcId="{072C733F-5FE1-4C0E-A8EF-D7A6C593147D}" destId="{B2976183-307F-4594-A4A6-E78FF206E9D4}" srcOrd="1" destOrd="0" parTransId="{FE0DE3C7-07E1-4C60-824D-8712E41D649B}" sibTransId="{D0719862-E605-47D6-8AB5-930EA9026E8A}"/>
    <dgm:cxn modelId="{AE3A5630-142D-4D80-BA81-58B55CC4C2ED}" srcId="{072C733F-5FE1-4C0E-A8EF-D7A6C593147D}" destId="{D8722FE6-B9AC-43CE-8552-87806BBFEBC3}" srcOrd="2" destOrd="0" parTransId="{47E6CA1B-4E01-481D-84D1-2EFBECAEC42C}" sibTransId="{3C949B24-061D-4170-8BCD-5F9CD955B72F}"/>
    <dgm:cxn modelId="{52CFFA39-685E-4611-8A16-8E4237EE0EDB}" srcId="{072C733F-5FE1-4C0E-A8EF-D7A6C593147D}" destId="{C189B530-63CF-4ADE-B92B-536D6369EBCA}" srcOrd="0" destOrd="0" parTransId="{A993A2A5-D8EB-48A7-9B6E-2972DDB427AC}" sibTransId="{4FDE355A-9022-425C-A5A4-52A40CFF3128}"/>
    <dgm:cxn modelId="{83C0263D-310D-4BD9-B507-DCCFFEFAF64F}" type="presOf" srcId="{B2976183-307F-4594-A4A6-E78FF206E9D4}" destId="{BAE42488-5BA9-48E1-BD4F-1DF5DE76FAED}" srcOrd="0" destOrd="0" presId="urn:microsoft.com/office/officeart/2005/8/layout/venn1"/>
    <dgm:cxn modelId="{FA7F0D79-1A0B-49CB-85F4-4694E27B0E4F}" type="presOf" srcId="{9CB1B734-E494-42CC-A909-2F66B488BFB5}" destId="{FE96EB48-9F85-4910-8988-3A0AA710D7AD}" srcOrd="0" destOrd="1" presId="urn:microsoft.com/office/officeart/2005/8/layout/venn1"/>
    <dgm:cxn modelId="{C4874E8A-6CA2-4A36-A154-68B7950AD5B2}" type="presOf" srcId="{31E4C783-3083-483A-903B-FC4EA7B07309}" destId="{2C910D8B-DE83-4DAE-91BC-4C54EC7D3262}" srcOrd="0" destOrd="0" presId="urn:microsoft.com/office/officeart/2005/8/layout/venn1"/>
    <dgm:cxn modelId="{39804EB1-0F14-45C2-8ED6-E70C6091FF27}" srcId="{C189B530-63CF-4ADE-B92B-536D6369EBCA}" destId="{9CB1B734-E494-42CC-A909-2F66B488BFB5}" srcOrd="0" destOrd="0" parTransId="{F80B47B3-2F68-464A-AF6D-7F51294A42EA}" sibTransId="{CC2054BA-9C63-48C9-9F3D-C5BBCE96C406}"/>
    <dgm:cxn modelId="{DC82E4BC-2AB4-4CB7-A5CB-72FFC634AD99}" srcId="{072C733F-5FE1-4C0E-A8EF-D7A6C593147D}" destId="{E2F4883D-9621-4B10-B8A6-B554255C4F55}" srcOrd="3" destOrd="0" parTransId="{693F66AC-3C20-4FE9-ABE0-3BEC4DDEF95F}" sibTransId="{A2B10273-6EF2-4343-A0AA-1C7B28999382}"/>
    <dgm:cxn modelId="{D138C8C0-AD34-4B4C-9D8C-75D63DAC1813}" type="presOf" srcId="{AC3ABCE8-678E-45DD-8C80-E9F6932BD08F}" destId="{115046DC-8FDF-4682-B9E7-E1EA1A898E7A}" srcOrd="0" destOrd="0" presId="urn:microsoft.com/office/officeart/2005/8/layout/venn1"/>
    <dgm:cxn modelId="{AD039DCE-5731-4E45-B1F0-DC18B1950489}" srcId="{072C733F-5FE1-4C0E-A8EF-D7A6C593147D}" destId="{31E4C783-3083-483A-903B-FC4EA7B07309}" srcOrd="4" destOrd="0" parTransId="{C66B4DBC-7ED8-4DA6-8D83-647F508E02AA}" sibTransId="{A6986805-3C8F-453E-BEA8-DE5896291361}"/>
    <dgm:cxn modelId="{5B00D1E1-3110-4E2F-A464-E2611EA21D1B}" type="presOf" srcId="{D8722FE6-B9AC-43CE-8552-87806BBFEBC3}" destId="{C6AFA8C0-C12C-4987-8D0B-CE48A91CC1BA}" srcOrd="0" destOrd="0" presId="urn:microsoft.com/office/officeart/2005/8/layout/venn1"/>
    <dgm:cxn modelId="{CA5C63F1-0639-4013-B9AA-0FB65B0DA70D}" srcId="{072C733F-5FE1-4C0E-A8EF-D7A6C593147D}" destId="{0B19FE67-7066-4C26-A1D5-C0F5D413731D}" srcOrd="5" destOrd="0" parTransId="{CBF0702D-4DA4-422E-8BE3-89F1CE8A76AF}" sibTransId="{35911072-66E1-4723-A34B-51B343104802}"/>
    <dgm:cxn modelId="{B30D8AF6-880D-4A95-9FA0-35B8FF66B981}" type="presOf" srcId="{072C733F-5FE1-4C0E-A8EF-D7A6C593147D}" destId="{62258B5F-31A5-4ED5-8A20-2F224AC2DA9E}" srcOrd="0" destOrd="0" presId="urn:microsoft.com/office/officeart/2005/8/layout/venn1"/>
    <dgm:cxn modelId="{3AEEE5FE-F3E0-4A5A-88E5-FFE60312D839}" type="presOf" srcId="{C189B530-63CF-4ADE-B92B-536D6369EBCA}" destId="{FE96EB48-9F85-4910-8988-3A0AA710D7AD}" srcOrd="0" destOrd="0" presId="urn:microsoft.com/office/officeart/2005/8/layout/venn1"/>
    <dgm:cxn modelId="{EBCA690B-41BA-4DEC-ABE5-6E4056FCB792}" type="presParOf" srcId="{62258B5F-31A5-4ED5-8A20-2F224AC2DA9E}" destId="{9C48A8D3-FCC7-45C5-A045-49CB86F5EFA8}" srcOrd="0" destOrd="0" presId="urn:microsoft.com/office/officeart/2005/8/layout/venn1"/>
    <dgm:cxn modelId="{98F0890F-9370-4E09-A135-FB7C75D5BA52}" type="presParOf" srcId="{62258B5F-31A5-4ED5-8A20-2F224AC2DA9E}" destId="{FE96EB48-9F85-4910-8988-3A0AA710D7AD}" srcOrd="1" destOrd="0" presId="urn:microsoft.com/office/officeart/2005/8/layout/venn1"/>
    <dgm:cxn modelId="{31B7539A-BDBB-4B99-9F47-D0F6B966375D}" type="presParOf" srcId="{62258B5F-31A5-4ED5-8A20-2F224AC2DA9E}" destId="{A64A58E8-A03A-4D8C-B7B0-03C549EE4649}" srcOrd="2" destOrd="0" presId="urn:microsoft.com/office/officeart/2005/8/layout/venn1"/>
    <dgm:cxn modelId="{E4C34541-42B2-416D-BD6F-5D4C1F22BE69}" type="presParOf" srcId="{62258B5F-31A5-4ED5-8A20-2F224AC2DA9E}" destId="{BAE42488-5BA9-48E1-BD4F-1DF5DE76FAED}" srcOrd="3" destOrd="0" presId="urn:microsoft.com/office/officeart/2005/8/layout/venn1"/>
    <dgm:cxn modelId="{59445A3A-972C-45A9-A3B3-D2A59ED3C846}" type="presParOf" srcId="{62258B5F-31A5-4ED5-8A20-2F224AC2DA9E}" destId="{9B5EDE38-80F6-4F76-AB45-F0FC6E6AEC94}" srcOrd="4" destOrd="0" presId="urn:microsoft.com/office/officeart/2005/8/layout/venn1"/>
    <dgm:cxn modelId="{D6288A4C-B3EE-4938-B3F5-616FA90B4B4A}" type="presParOf" srcId="{62258B5F-31A5-4ED5-8A20-2F224AC2DA9E}" destId="{C6AFA8C0-C12C-4987-8D0B-CE48A91CC1BA}" srcOrd="5" destOrd="0" presId="urn:microsoft.com/office/officeart/2005/8/layout/venn1"/>
    <dgm:cxn modelId="{83EF5FC2-9DE4-418E-90FF-4ACCD63076C7}" type="presParOf" srcId="{62258B5F-31A5-4ED5-8A20-2F224AC2DA9E}" destId="{1DBB1079-7304-46F9-94EF-CB41E22345BC}" srcOrd="6" destOrd="0" presId="urn:microsoft.com/office/officeart/2005/8/layout/venn1"/>
    <dgm:cxn modelId="{848EBE28-E61D-4038-BAC4-37767154400C}" type="presParOf" srcId="{62258B5F-31A5-4ED5-8A20-2F224AC2DA9E}" destId="{6B57FF16-D211-4AD9-BC50-AE09F0210615}" srcOrd="7" destOrd="0" presId="urn:microsoft.com/office/officeart/2005/8/layout/venn1"/>
    <dgm:cxn modelId="{0DCC8805-C746-48AB-B834-D4595D22C90F}" type="presParOf" srcId="{62258B5F-31A5-4ED5-8A20-2F224AC2DA9E}" destId="{CA0AB2AA-07E7-454C-84A0-206BF1822B22}" srcOrd="8" destOrd="0" presId="urn:microsoft.com/office/officeart/2005/8/layout/venn1"/>
    <dgm:cxn modelId="{69A0DFAF-72F2-4F87-AADC-84A103B20F7E}" type="presParOf" srcId="{62258B5F-31A5-4ED5-8A20-2F224AC2DA9E}" destId="{2C910D8B-DE83-4DAE-91BC-4C54EC7D3262}" srcOrd="9" destOrd="0" presId="urn:microsoft.com/office/officeart/2005/8/layout/venn1"/>
    <dgm:cxn modelId="{7A9B7A3D-3AAF-4FDE-A7AB-EF546F6EBD8E}" type="presParOf" srcId="{62258B5F-31A5-4ED5-8A20-2F224AC2DA9E}" destId="{42B34CC6-03A0-42B6-81D3-C7CA7448D9BA}" srcOrd="10" destOrd="0" presId="urn:microsoft.com/office/officeart/2005/8/layout/venn1"/>
    <dgm:cxn modelId="{017749E9-1BE9-4BCF-B98E-86D991D1F239}" type="presParOf" srcId="{62258B5F-31A5-4ED5-8A20-2F224AC2DA9E}" destId="{D92FF974-EBFB-4765-BB71-1352F8B53CAB}" srcOrd="11" destOrd="0" presId="urn:microsoft.com/office/officeart/2005/8/layout/venn1"/>
    <dgm:cxn modelId="{4FA75A2C-FFC0-4C4D-A784-923E76E105D0}" type="presParOf" srcId="{62258B5F-31A5-4ED5-8A20-2F224AC2DA9E}" destId="{16DBED2C-E430-4F26-A050-03A6E5151F75}" srcOrd="12" destOrd="0" presId="urn:microsoft.com/office/officeart/2005/8/layout/venn1"/>
    <dgm:cxn modelId="{D1BD4C18-40E2-4B1F-B086-9FEDD8C212D5}" type="presParOf" srcId="{62258B5F-31A5-4ED5-8A20-2F224AC2DA9E}" destId="{115046DC-8FDF-4682-B9E7-E1EA1A898E7A}" srcOrd="1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72C733F-5FE1-4C0E-A8EF-D7A6C593147D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BE"/>
        </a:p>
      </dgm:t>
    </dgm:pt>
    <dgm:pt modelId="{C189B530-63CF-4ADE-B92B-536D6369EBCA}">
      <dgm:prSet custT="1"/>
      <dgm:spPr/>
      <dgm:t>
        <a:bodyPr/>
        <a:lstStyle/>
        <a:p>
          <a:pPr>
            <a:defRPr b="1"/>
          </a:pPr>
          <a:r>
            <a:rPr lang="en-US" sz="1400" b="1" dirty="0"/>
            <a:t>Data summary / description</a:t>
          </a:r>
          <a:endParaRPr lang="en-BE" sz="1400" b="1" dirty="0"/>
        </a:p>
      </dgm:t>
    </dgm:pt>
    <dgm:pt modelId="{A993A2A5-D8EB-48A7-9B6E-2972DDB427AC}" type="parTrans" cxnId="{52CFFA39-685E-4611-8A16-8E4237EE0EDB}">
      <dgm:prSet/>
      <dgm:spPr/>
      <dgm:t>
        <a:bodyPr/>
        <a:lstStyle/>
        <a:p>
          <a:endParaRPr lang="en-BE" sz="4400"/>
        </a:p>
      </dgm:t>
    </dgm:pt>
    <dgm:pt modelId="{4FDE355A-9022-425C-A5A4-52A40CFF3128}" type="sibTrans" cxnId="{52CFFA39-685E-4611-8A16-8E4237EE0EDB}">
      <dgm:prSet/>
      <dgm:spPr/>
      <dgm:t>
        <a:bodyPr/>
        <a:lstStyle/>
        <a:p>
          <a:endParaRPr lang="en-BE" sz="4400"/>
        </a:p>
      </dgm:t>
    </dgm:pt>
    <dgm:pt modelId="{B2976183-307F-4594-A4A6-E78FF206E9D4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Ethical and legal issues</a:t>
          </a:r>
        </a:p>
      </dgm:t>
    </dgm:pt>
    <dgm:pt modelId="{FE0DE3C7-07E1-4C60-824D-8712E41D649B}" type="parTrans" cxnId="{21B0D923-7D25-47CE-8073-6ED625E1CFA1}">
      <dgm:prSet/>
      <dgm:spPr/>
      <dgm:t>
        <a:bodyPr/>
        <a:lstStyle/>
        <a:p>
          <a:endParaRPr lang="en-BE" sz="4400"/>
        </a:p>
      </dgm:t>
    </dgm:pt>
    <dgm:pt modelId="{D0719862-E605-47D6-8AB5-930EA9026E8A}" type="sibTrans" cxnId="{21B0D923-7D25-47CE-8073-6ED625E1CFA1}">
      <dgm:prSet/>
      <dgm:spPr/>
      <dgm:t>
        <a:bodyPr/>
        <a:lstStyle/>
        <a:p>
          <a:endParaRPr lang="en-BE" sz="4400"/>
        </a:p>
      </dgm:t>
    </dgm:pt>
    <dgm:pt modelId="{D8722FE6-B9AC-43CE-8552-87806BBFEBC3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Documentation and metadata</a:t>
          </a:r>
        </a:p>
      </dgm:t>
    </dgm:pt>
    <dgm:pt modelId="{47E6CA1B-4E01-481D-84D1-2EFBECAEC42C}" type="parTrans" cxnId="{AE3A5630-142D-4D80-BA81-58B55CC4C2ED}">
      <dgm:prSet/>
      <dgm:spPr/>
      <dgm:t>
        <a:bodyPr/>
        <a:lstStyle/>
        <a:p>
          <a:endParaRPr lang="en-BE" sz="4400"/>
        </a:p>
      </dgm:t>
    </dgm:pt>
    <dgm:pt modelId="{3C949B24-061D-4170-8BCD-5F9CD955B72F}" type="sibTrans" cxnId="{AE3A5630-142D-4D80-BA81-58B55CC4C2ED}">
      <dgm:prSet/>
      <dgm:spPr/>
      <dgm:t>
        <a:bodyPr/>
        <a:lstStyle/>
        <a:p>
          <a:endParaRPr lang="en-BE" sz="4400"/>
        </a:p>
      </dgm:t>
    </dgm:pt>
    <dgm:pt modelId="{E2F4883D-9621-4B10-B8A6-B554255C4F55}">
      <dgm:prSet custT="1"/>
      <dgm:spPr/>
      <dgm:t>
        <a:bodyPr/>
        <a:lstStyle/>
        <a:p>
          <a:pPr>
            <a:defRPr b="1"/>
          </a:pPr>
          <a:r>
            <a:rPr lang="en-US" sz="1400" b="0">
              <a:solidFill>
                <a:schemeClr val="bg1">
                  <a:lumMod val="65000"/>
                </a:schemeClr>
              </a:solidFill>
            </a:rPr>
            <a:t>Resources and Responsibilities</a:t>
          </a:r>
          <a:endParaRPr lang="en-US" sz="1400" b="0" dirty="0">
            <a:solidFill>
              <a:schemeClr val="bg1">
                <a:lumMod val="65000"/>
              </a:schemeClr>
            </a:solidFill>
          </a:endParaRPr>
        </a:p>
      </dgm:t>
    </dgm:pt>
    <dgm:pt modelId="{693F66AC-3C20-4FE9-ABE0-3BEC4DDEF95F}" type="parTrans" cxnId="{DC82E4BC-2AB4-4CB7-A5CB-72FFC634AD99}">
      <dgm:prSet/>
      <dgm:spPr/>
      <dgm:t>
        <a:bodyPr/>
        <a:lstStyle/>
        <a:p>
          <a:endParaRPr lang="en-BE" sz="4400"/>
        </a:p>
      </dgm:t>
    </dgm:pt>
    <dgm:pt modelId="{A2B10273-6EF2-4343-A0AA-1C7B28999382}" type="sibTrans" cxnId="{DC82E4BC-2AB4-4CB7-A5CB-72FFC634AD99}">
      <dgm:prSet/>
      <dgm:spPr/>
      <dgm:t>
        <a:bodyPr/>
        <a:lstStyle/>
        <a:p>
          <a:endParaRPr lang="en-BE" sz="4400"/>
        </a:p>
      </dgm:t>
    </dgm:pt>
    <dgm:pt modelId="{31E4C783-3083-483A-903B-FC4EA7B07309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Data sharing and reuse</a:t>
          </a:r>
        </a:p>
      </dgm:t>
    </dgm:pt>
    <dgm:pt modelId="{C66B4DBC-7ED8-4DA6-8D83-647F508E02AA}" type="parTrans" cxnId="{AD039DCE-5731-4E45-B1F0-DC18B1950489}">
      <dgm:prSet/>
      <dgm:spPr/>
      <dgm:t>
        <a:bodyPr/>
        <a:lstStyle/>
        <a:p>
          <a:endParaRPr lang="en-BE" sz="4400"/>
        </a:p>
      </dgm:t>
    </dgm:pt>
    <dgm:pt modelId="{A6986805-3C8F-453E-BEA8-DE5896291361}" type="sibTrans" cxnId="{AD039DCE-5731-4E45-B1F0-DC18B1950489}">
      <dgm:prSet/>
      <dgm:spPr/>
      <dgm:t>
        <a:bodyPr/>
        <a:lstStyle/>
        <a:p>
          <a:endParaRPr lang="en-BE" sz="4400"/>
        </a:p>
      </dgm:t>
    </dgm:pt>
    <dgm:pt modelId="{0B19FE67-7066-4C26-A1D5-C0F5D413731D}">
      <dgm:prSet custT="1"/>
      <dgm:spPr/>
      <dgm:t>
        <a:bodyPr/>
        <a:lstStyle/>
        <a:p>
          <a:pPr>
            <a:defRPr b="1"/>
          </a:pPr>
          <a:r>
            <a:rPr lang="en-US" sz="1400" dirty="0">
              <a:solidFill>
                <a:schemeClr val="bg1">
                  <a:lumMod val="65000"/>
                </a:schemeClr>
              </a:solidFill>
            </a:rPr>
            <a:t>Data storage during the project</a:t>
          </a:r>
        </a:p>
      </dgm:t>
    </dgm:pt>
    <dgm:pt modelId="{CBF0702D-4DA4-422E-8BE3-89F1CE8A76AF}" type="parTrans" cxnId="{CA5C63F1-0639-4013-B9AA-0FB65B0DA70D}">
      <dgm:prSet/>
      <dgm:spPr/>
      <dgm:t>
        <a:bodyPr/>
        <a:lstStyle/>
        <a:p>
          <a:endParaRPr lang="en-BE" sz="4400"/>
        </a:p>
      </dgm:t>
    </dgm:pt>
    <dgm:pt modelId="{35911072-66E1-4723-A34B-51B343104802}" type="sibTrans" cxnId="{CA5C63F1-0639-4013-B9AA-0FB65B0DA70D}">
      <dgm:prSet/>
      <dgm:spPr/>
      <dgm:t>
        <a:bodyPr/>
        <a:lstStyle/>
        <a:p>
          <a:endParaRPr lang="en-BE" sz="4400"/>
        </a:p>
      </dgm:t>
    </dgm:pt>
    <dgm:pt modelId="{AC3ABCE8-678E-45DD-8C80-E9F6932BD08F}">
      <dgm:prSet custT="1"/>
      <dgm:spPr/>
      <dgm:t>
        <a:bodyPr/>
        <a:lstStyle/>
        <a:p>
          <a:pPr>
            <a:defRPr b="1"/>
          </a:pPr>
          <a:r>
            <a:rPr lang="en-US" sz="1400" dirty="0">
              <a:solidFill>
                <a:schemeClr val="bg1">
                  <a:lumMod val="65000"/>
                </a:schemeClr>
              </a:solidFill>
            </a:rPr>
            <a:t>Long-term preservation</a:t>
          </a:r>
        </a:p>
      </dgm:t>
    </dgm:pt>
    <dgm:pt modelId="{FC0D5BC6-4C48-4069-85F7-84FBE4678524}" type="parTrans" cxnId="{711BE608-6474-42D1-937A-52B92F882D47}">
      <dgm:prSet/>
      <dgm:spPr/>
      <dgm:t>
        <a:bodyPr/>
        <a:lstStyle/>
        <a:p>
          <a:endParaRPr lang="en-BE" sz="4400"/>
        </a:p>
      </dgm:t>
    </dgm:pt>
    <dgm:pt modelId="{FD7D4E1F-89FD-4F4A-B0F8-F47A1A74A8AD}" type="sibTrans" cxnId="{711BE608-6474-42D1-937A-52B92F882D47}">
      <dgm:prSet/>
      <dgm:spPr/>
      <dgm:t>
        <a:bodyPr/>
        <a:lstStyle/>
        <a:p>
          <a:endParaRPr lang="en-BE" sz="4400"/>
        </a:p>
      </dgm:t>
    </dgm:pt>
    <dgm:pt modelId="{9CB1B734-E494-42CC-A909-2F66B488BFB5}">
      <dgm:prSet custT="1"/>
      <dgm:spPr/>
      <dgm:t>
        <a:bodyPr/>
        <a:lstStyle/>
        <a:p>
          <a:r>
            <a:rPr lang="en-US" sz="1100" b="1" dirty="0"/>
            <a:t>Purpose, origin, type, format &amp; volume of the data</a:t>
          </a:r>
        </a:p>
      </dgm:t>
    </dgm:pt>
    <dgm:pt modelId="{F80B47B3-2F68-464A-AF6D-7F51294A42EA}" type="parTrans" cxnId="{39804EB1-0F14-45C2-8ED6-E70C6091FF27}">
      <dgm:prSet/>
      <dgm:spPr/>
      <dgm:t>
        <a:bodyPr/>
        <a:lstStyle/>
        <a:p>
          <a:endParaRPr lang="en-BE" sz="4400"/>
        </a:p>
      </dgm:t>
    </dgm:pt>
    <dgm:pt modelId="{CC2054BA-9C63-48C9-9F3D-C5BBCE96C406}" type="sibTrans" cxnId="{39804EB1-0F14-45C2-8ED6-E70C6091FF27}">
      <dgm:prSet/>
      <dgm:spPr/>
      <dgm:t>
        <a:bodyPr/>
        <a:lstStyle/>
        <a:p>
          <a:endParaRPr lang="en-BE" sz="4400"/>
        </a:p>
      </dgm:t>
    </dgm:pt>
    <dgm:pt modelId="{62258B5F-31A5-4ED5-8A20-2F224AC2DA9E}" type="pres">
      <dgm:prSet presAssocID="{072C733F-5FE1-4C0E-A8EF-D7A6C593147D}" presName="compositeShape" presStyleCnt="0">
        <dgm:presLayoutVars>
          <dgm:chMax val="7"/>
          <dgm:dir/>
          <dgm:resizeHandles val="exact"/>
        </dgm:presLayoutVars>
      </dgm:prSet>
      <dgm:spPr/>
    </dgm:pt>
    <dgm:pt modelId="{9C48A8D3-FCC7-45C5-A045-49CB86F5EFA8}" type="pres">
      <dgm:prSet presAssocID="{C189B530-63CF-4ADE-B92B-536D6369EBCA}" presName="circ1" presStyleLbl="vennNode1" presStyleIdx="0" presStyleCnt="7"/>
      <dgm:spPr/>
    </dgm:pt>
    <dgm:pt modelId="{FE96EB48-9F85-4910-8988-3A0AA710D7AD}" type="pres">
      <dgm:prSet presAssocID="{C189B530-63CF-4ADE-B92B-536D6369EBCA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64A58E8-A03A-4D8C-B7B0-03C549EE4649}" type="pres">
      <dgm:prSet presAssocID="{B2976183-307F-4594-A4A6-E78FF206E9D4}" presName="circ2" presStyleLbl="vennNode1" presStyleIdx="1" presStyleCnt="7"/>
      <dgm:spPr>
        <a:solidFill>
          <a:srgbClr val="01A2A6">
            <a:alpha val="5098"/>
          </a:srgbClr>
        </a:solidFill>
      </dgm:spPr>
    </dgm:pt>
    <dgm:pt modelId="{BAE42488-5BA9-48E1-BD4F-1DF5DE76FAED}" type="pres">
      <dgm:prSet presAssocID="{B2976183-307F-4594-A4A6-E78FF206E9D4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B5EDE38-80F6-4F76-AB45-F0FC6E6AEC94}" type="pres">
      <dgm:prSet presAssocID="{D8722FE6-B9AC-43CE-8552-87806BBFEBC3}" presName="circ3" presStyleLbl="vennNode1" presStyleIdx="2" presStyleCnt="7"/>
      <dgm:spPr>
        <a:solidFill>
          <a:srgbClr val="01A2A6">
            <a:alpha val="5098"/>
          </a:srgbClr>
        </a:solidFill>
      </dgm:spPr>
    </dgm:pt>
    <dgm:pt modelId="{C6AFA8C0-C12C-4987-8D0B-CE48A91CC1BA}" type="pres">
      <dgm:prSet presAssocID="{D8722FE6-B9AC-43CE-8552-87806BBFEBC3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DBB1079-7304-46F9-94EF-CB41E22345BC}" type="pres">
      <dgm:prSet presAssocID="{E2F4883D-9621-4B10-B8A6-B554255C4F55}" presName="circ4" presStyleLbl="vennNode1" presStyleIdx="3" presStyleCnt="7"/>
      <dgm:spPr>
        <a:solidFill>
          <a:srgbClr val="01A2A6">
            <a:alpha val="5098"/>
          </a:srgbClr>
        </a:solidFill>
      </dgm:spPr>
    </dgm:pt>
    <dgm:pt modelId="{6B57FF16-D211-4AD9-BC50-AE09F0210615}" type="pres">
      <dgm:prSet presAssocID="{E2F4883D-9621-4B10-B8A6-B554255C4F55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A0AB2AA-07E7-454C-84A0-206BF1822B22}" type="pres">
      <dgm:prSet presAssocID="{31E4C783-3083-483A-903B-FC4EA7B07309}" presName="circ5" presStyleLbl="vennNode1" presStyleIdx="4" presStyleCnt="7"/>
      <dgm:spPr>
        <a:solidFill>
          <a:srgbClr val="01A2A6">
            <a:alpha val="5098"/>
          </a:srgbClr>
        </a:solidFill>
      </dgm:spPr>
    </dgm:pt>
    <dgm:pt modelId="{2C910D8B-DE83-4DAE-91BC-4C54EC7D3262}" type="pres">
      <dgm:prSet presAssocID="{31E4C783-3083-483A-903B-FC4EA7B07309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2B34CC6-03A0-42B6-81D3-C7CA7448D9BA}" type="pres">
      <dgm:prSet presAssocID="{0B19FE67-7066-4C26-A1D5-C0F5D413731D}" presName="circ6" presStyleLbl="vennNode1" presStyleIdx="5" presStyleCnt="7"/>
      <dgm:spPr>
        <a:solidFill>
          <a:srgbClr val="01A2A6">
            <a:alpha val="5098"/>
          </a:srgbClr>
        </a:solidFill>
      </dgm:spPr>
    </dgm:pt>
    <dgm:pt modelId="{D92FF974-EBFB-4765-BB71-1352F8B53CAB}" type="pres">
      <dgm:prSet presAssocID="{0B19FE67-7066-4C26-A1D5-C0F5D413731D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6DBED2C-E430-4F26-A050-03A6E5151F75}" type="pres">
      <dgm:prSet presAssocID="{AC3ABCE8-678E-45DD-8C80-E9F6932BD08F}" presName="circ7" presStyleLbl="vennNode1" presStyleIdx="6" presStyleCnt="7"/>
      <dgm:spPr>
        <a:solidFill>
          <a:srgbClr val="01A2A6">
            <a:alpha val="5098"/>
          </a:srgbClr>
        </a:solidFill>
      </dgm:spPr>
    </dgm:pt>
    <dgm:pt modelId="{115046DC-8FDF-4682-B9E7-E1EA1A898E7A}" type="pres">
      <dgm:prSet presAssocID="{AC3ABCE8-678E-45DD-8C80-E9F6932BD08F}" presName="circ7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8FE6EC02-2A65-4B5D-9199-0AD4565880FC}" type="presOf" srcId="{0B19FE67-7066-4C26-A1D5-C0F5D413731D}" destId="{D92FF974-EBFB-4765-BB71-1352F8B53CAB}" srcOrd="0" destOrd="0" presId="urn:microsoft.com/office/officeart/2005/8/layout/venn1"/>
    <dgm:cxn modelId="{711BE608-6474-42D1-937A-52B92F882D47}" srcId="{072C733F-5FE1-4C0E-A8EF-D7A6C593147D}" destId="{AC3ABCE8-678E-45DD-8C80-E9F6932BD08F}" srcOrd="6" destOrd="0" parTransId="{FC0D5BC6-4C48-4069-85F7-84FBE4678524}" sibTransId="{FD7D4E1F-89FD-4F4A-B0F8-F47A1A74A8AD}"/>
    <dgm:cxn modelId="{743D681F-FF7F-40EC-B779-BE41893D5281}" type="presOf" srcId="{E2F4883D-9621-4B10-B8A6-B554255C4F55}" destId="{6B57FF16-D211-4AD9-BC50-AE09F0210615}" srcOrd="0" destOrd="0" presId="urn:microsoft.com/office/officeart/2005/8/layout/venn1"/>
    <dgm:cxn modelId="{21B0D923-7D25-47CE-8073-6ED625E1CFA1}" srcId="{072C733F-5FE1-4C0E-A8EF-D7A6C593147D}" destId="{B2976183-307F-4594-A4A6-E78FF206E9D4}" srcOrd="1" destOrd="0" parTransId="{FE0DE3C7-07E1-4C60-824D-8712E41D649B}" sibTransId="{D0719862-E605-47D6-8AB5-930EA9026E8A}"/>
    <dgm:cxn modelId="{AE3A5630-142D-4D80-BA81-58B55CC4C2ED}" srcId="{072C733F-5FE1-4C0E-A8EF-D7A6C593147D}" destId="{D8722FE6-B9AC-43CE-8552-87806BBFEBC3}" srcOrd="2" destOrd="0" parTransId="{47E6CA1B-4E01-481D-84D1-2EFBECAEC42C}" sibTransId="{3C949B24-061D-4170-8BCD-5F9CD955B72F}"/>
    <dgm:cxn modelId="{52CFFA39-685E-4611-8A16-8E4237EE0EDB}" srcId="{072C733F-5FE1-4C0E-A8EF-D7A6C593147D}" destId="{C189B530-63CF-4ADE-B92B-536D6369EBCA}" srcOrd="0" destOrd="0" parTransId="{A993A2A5-D8EB-48A7-9B6E-2972DDB427AC}" sibTransId="{4FDE355A-9022-425C-A5A4-52A40CFF3128}"/>
    <dgm:cxn modelId="{83C0263D-310D-4BD9-B507-DCCFFEFAF64F}" type="presOf" srcId="{B2976183-307F-4594-A4A6-E78FF206E9D4}" destId="{BAE42488-5BA9-48E1-BD4F-1DF5DE76FAED}" srcOrd="0" destOrd="0" presId="urn:microsoft.com/office/officeart/2005/8/layout/venn1"/>
    <dgm:cxn modelId="{FA7F0D79-1A0B-49CB-85F4-4694E27B0E4F}" type="presOf" srcId="{9CB1B734-E494-42CC-A909-2F66B488BFB5}" destId="{FE96EB48-9F85-4910-8988-3A0AA710D7AD}" srcOrd="0" destOrd="1" presId="urn:microsoft.com/office/officeart/2005/8/layout/venn1"/>
    <dgm:cxn modelId="{C4874E8A-6CA2-4A36-A154-68B7950AD5B2}" type="presOf" srcId="{31E4C783-3083-483A-903B-FC4EA7B07309}" destId="{2C910D8B-DE83-4DAE-91BC-4C54EC7D3262}" srcOrd="0" destOrd="0" presId="urn:microsoft.com/office/officeart/2005/8/layout/venn1"/>
    <dgm:cxn modelId="{39804EB1-0F14-45C2-8ED6-E70C6091FF27}" srcId="{C189B530-63CF-4ADE-B92B-536D6369EBCA}" destId="{9CB1B734-E494-42CC-A909-2F66B488BFB5}" srcOrd="0" destOrd="0" parTransId="{F80B47B3-2F68-464A-AF6D-7F51294A42EA}" sibTransId="{CC2054BA-9C63-48C9-9F3D-C5BBCE96C406}"/>
    <dgm:cxn modelId="{DC82E4BC-2AB4-4CB7-A5CB-72FFC634AD99}" srcId="{072C733F-5FE1-4C0E-A8EF-D7A6C593147D}" destId="{E2F4883D-9621-4B10-B8A6-B554255C4F55}" srcOrd="3" destOrd="0" parTransId="{693F66AC-3C20-4FE9-ABE0-3BEC4DDEF95F}" sibTransId="{A2B10273-6EF2-4343-A0AA-1C7B28999382}"/>
    <dgm:cxn modelId="{D138C8C0-AD34-4B4C-9D8C-75D63DAC1813}" type="presOf" srcId="{AC3ABCE8-678E-45DD-8C80-E9F6932BD08F}" destId="{115046DC-8FDF-4682-B9E7-E1EA1A898E7A}" srcOrd="0" destOrd="0" presId="urn:microsoft.com/office/officeart/2005/8/layout/venn1"/>
    <dgm:cxn modelId="{AD039DCE-5731-4E45-B1F0-DC18B1950489}" srcId="{072C733F-5FE1-4C0E-A8EF-D7A6C593147D}" destId="{31E4C783-3083-483A-903B-FC4EA7B07309}" srcOrd="4" destOrd="0" parTransId="{C66B4DBC-7ED8-4DA6-8D83-647F508E02AA}" sibTransId="{A6986805-3C8F-453E-BEA8-DE5896291361}"/>
    <dgm:cxn modelId="{5B00D1E1-3110-4E2F-A464-E2611EA21D1B}" type="presOf" srcId="{D8722FE6-B9AC-43CE-8552-87806BBFEBC3}" destId="{C6AFA8C0-C12C-4987-8D0B-CE48A91CC1BA}" srcOrd="0" destOrd="0" presId="urn:microsoft.com/office/officeart/2005/8/layout/venn1"/>
    <dgm:cxn modelId="{CA5C63F1-0639-4013-B9AA-0FB65B0DA70D}" srcId="{072C733F-5FE1-4C0E-A8EF-D7A6C593147D}" destId="{0B19FE67-7066-4C26-A1D5-C0F5D413731D}" srcOrd="5" destOrd="0" parTransId="{CBF0702D-4DA4-422E-8BE3-89F1CE8A76AF}" sibTransId="{35911072-66E1-4723-A34B-51B343104802}"/>
    <dgm:cxn modelId="{B30D8AF6-880D-4A95-9FA0-35B8FF66B981}" type="presOf" srcId="{072C733F-5FE1-4C0E-A8EF-D7A6C593147D}" destId="{62258B5F-31A5-4ED5-8A20-2F224AC2DA9E}" srcOrd="0" destOrd="0" presId="urn:microsoft.com/office/officeart/2005/8/layout/venn1"/>
    <dgm:cxn modelId="{3AEEE5FE-F3E0-4A5A-88E5-FFE60312D839}" type="presOf" srcId="{C189B530-63CF-4ADE-B92B-536D6369EBCA}" destId="{FE96EB48-9F85-4910-8988-3A0AA710D7AD}" srcOrd="0" destOrd="0" presId="urn:microsoft.com/office/officeart/2005/8/layout/venn1"/>
    <dgm:cxn modelId="{EBCA690B-41BA-4DEC-ABE5-6E4056FCB792}" type="presParOf" srcId="{62258B5F-31A5-4ED5-8A20-2F224AC2DA9E}" destId="{9C48A8D3-FCC7-45C5-A045-49CB86F5EFA8}" srcOrd="0" destOrd="0" presId="urn:microsoft.com/office/officeart/2005/8/layout/venn1"/>
    <dgm:cxn modelId="{98F0890F-9370-4E09-A135-FB7C75D5BA52}" type="presParOf" srcId="{62258B5F-31A5-4ED5-8A20-2F224AC2DA9E}" destId="{FE96EB48-9F85-4910-8988-3A0AA710D7AD}" srcOrd="1" destOrd="0" presId="urn:microsoft.com/office/officeart/2005/8/layout/venn1"/>
    <dgm:cxn modelId="{31B7539A-BDBB-4B99-9F47-D0F6B966375D}" type="presParOf" srcId="{62258B5F-31A5-4ED5-8A20-2F224AC2DA9E}" destId="{A64A58E8-A03A-4D8C-B7B0-03C549EE4649}" srcOrd="2" destOrd="0" presId="urn:microsoft.com/office/officeart/2005/8/layout/venn1"/>
    <dgm:cxn modelId="{E4C34541-42B2-416D-BD6F-5D4C1F22BE69}" type="presParOf" srcId="{62258B5F-31A5-4ED5-8A20-2F224AC2DA9E}" destId="{BAE42488-5BA9-48E1-BD4F-1DF5DE76FAED}" srcOrd="3" destOrd="0" presId="urn:microsoft.com/office/officeart/2005/8/layout/venn1"/>
    <dgm:cxn modelId="{59445A3A-972C-45A9-A3B3-D2A59ED3C846}" type="presParOf" srcId="{62258B5F-31A5-4ED5-8A20-2F224AC2DA9E}" destId="{9B5EDE38-80F6-4F76-AB45-F0FC6E6AEC94}" srcOrd="4" destOrd="0" presId="urn:microsoft.com/office/officeart/2005/8/layout/venn1"/>
    <dgm:cxn modelId="{D6288A4C-B3EE-4938-B3F5-616FA90B4B4A}" type="presParOf" srcId="{62258B5F-31A5-4ED5-8A20-2F224AC2DA9E}" destId="{C6AFA8C0-C12C-4987-8D0B-CE48A91CC1BA}" srcOrd="5" destOrd="0" presId="urn:microsoft.com/office/officeart/2005/8/layout/venn1"/>
    <dgm:cxn modelId="{83EF5FC2-9DE4-418E-90FF-4ACCD63076C7}" type="presParOf" srcId="{62258B5F-31A5-4ED5-8A20-2F224AC2DA9E}" destId="{1DBB1079-7304-46F9-94EF-CB41E22345BC}" srcOrd="6" destOrd="0" presId="urn:microsoft.com/office/officeart/2005/8/layout/venn1"/>
    <dgm:cxn modelId="{848EBE28-E61D-4038-BAC4-37767154400C}" type="presParOf" srcId="{62258B5F-31A5-4ED5-8A20-2F224AC2DA9E}" destId="{6B57FF16-D211-4AD9-BC50-AE09F0210615}" srcOrd="7" destOrd="0" presId="urn:microsoft.com/office/officeart/2005/8/layout/venn1"/>
    <dgm:cxn modelId="{0DCC8805-C746-48AB-B834-D4595D22C90F}" type="presParOf" srcId="{62258B5F-31A5-4ED5-8A20-2F224AC2DA9E}" destId="{CA0AB2AA-07E7-454C-84A0-206BF1822B22}" srcOrd="8" destOrd="0" presId="urn:microsoft.com/office/officeart/2005/8/layout/venn1"/>
    <dgm:cxn modelId="{69A0DFAF-72F2-4F87-AADC-84A103B20F7E}" type="presParOf" srcId="{62258B5F-31A5-4ED5-8A20-2F224AC2DA9E}" destId="{2C910D8B-DE83-4DAE-91BC-4C54EC7D3262}" srcOrd="9" destOrd="0" presId="urn:microsoft.com/office/officeart/2005/8/layout/venn1"/>
    <dgm:cxn modelId="{7A9B7A3D-3AAF-4FDE-A7AB-EF546F6EBD8E}" type="presParOf" srcId="{62258B5F-31A5-4ED5-8A20-2F224AC2DA9E}" destId="{42B34CC6-03A0-42B6-81D3-C7CA7448D9BA}" srcOrd="10" destOrd="0" presId="urn:microsoft.com/office/officeart/2005/8/layout/venn1"/>
    <dgm:cxn modelId="{017749E9-1BE9-4BCF-B98E-86D991D1F239}" type="presParOf" srcId="{62258B5F-31A5-4ED5-8A20-2F224AC2DA9E}" destId="{D92FF974-EBFB-4765-BB71-1352F8B53CAB}" srcOrd="11" destOrd="0" presId="urn:microsoft.com/office/officeart/2005/8/layout/venn1"/>
    <dgm:cxn modelId="{4FA75A2C-FFC0-4C4D-A784-923E76E105D0}" type="presParOf" srcId="{62258B5F-31A5-4ED5-8A20-2F224AC2DA9E}" destId="{16DBED2C-E430-4F26-A050-03A6E5151F75}" srcOrd="12" destOrd="0" presId="urn:microsoft.com/office/officeart/2005/8/layout/venn1"/>
    <dgm:cxn modelId="{D1BD4C18-40E2-4B1F-B086-9FEDD8C212D5}" type="presParOf" srcId="{62258B5F-31A5-4ED5-8A20-2F224AC2DA9E}" destId="{115046DC-8FDF-4682-B9E7-E1EA1A898E7A}" srcOrd="1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72C733F-5FE1-4C0E-A8EF-D7A6C593147D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BE"/>
        </a:p>
      </dgm:t>
    </dgm:pt>
    <dgm:pt modelId="{C189B530-63CF-4ADE-B92B-536D6369EBCA}">
      <dgm:prSet custT="1"/>
      <dgm:spPr/>
      <dgm:t>
        <a:bodyPr/>
        <a:lstStyle/>
        <a:p>
          <a:pPr>
            <a:defRPr b="1"/>
          </a:pPr>
          <a:r>
            <a:rPr lang="en-US" sz="1400" b="1" dirty="0"/>
            <a:t>Data summary / description</a:t>
          </a:r>
          <a:endParaRPr lang="en-BE" sz="1400" b="1" dirty="0"/>
        </a:p>
      </dgm:t>
    </dgm:pt>
    <dgm:pt modelId="{A993A2A5-D8EB-48A7-9B6E-2972DDB427AC}" type="parTrans" cxnId="{52CFFA39-685E-4611-8A16-8E4237EE0EDB}">
      <dgm:prSet/>
      <dgm:spPr/>
      <dgm:t>
        <a:bodyPr/>
        <a:lstStyle/>
        <a:p>
          <a:endParaRPr lang="en-BE" sz="4400"/>
        </a:p>
      </dgm:t>
    </dgm:pt>
    <dgm:pt modelId="{4FDE355A-9022-425C-A5A4-52A40CFF3128}" type="sibTrans" cxnId="{52CFFA39-685E-4611-8A16-8E4237EE0EDB}">
      <dgm:prSet/>
      <dgm:spPr/>
      <dgm:t>
        <a:bodyPr/>
        <a:lstStyle/>
        <a:p>
          <a:endParaRPr lang="en-BE" sz="4400"/>
        </a:p>
      </dgm:t>
    </dgm:pt>
    <dgm:pt modelId="{B2976183-307F-4594-A4A6-E78FF206E9D4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Ethical and legal issues</a:t>
          </a:r>
        </a:p>
      </dgm:t>
    </dgm:pt>
    <dgm:pt modelId="{FE0DE3C7-07E1-4C60-824D-8712E41D649B}" type="parTrans" cxnId="{21B0D923-7D25-47CE-8073-6ED625E1CFA1}">
      <dgm:prSet/>
      <dgm:spPr/>
      <dgm:t>
        <a:bodyPr/>
        <a:lstStyle/>
        <a:p>
          <a:endParaRPr lang="en-BE" sz="4400"/>
        </a:p>
      </dgm:t>
    </dgm:pt>
    <dgm:pt modelId="{D0719862-E605-47D6-8AB5-930EA9026E8A}" type="sibTrans" cxnId="{21B0D923-7D25-47CE-8073-6ED625E1CFA1}">
      <dgm:prSet/>
      <dgm:spPr/>
      <dgm:t>
        <a:bodyPr/>
        <a:lstStyle/>
        <a:p>
          <a:endParaRPr lang="en-BE" sz="4400"/>
        </a:p>
      </dgm:t>
    </dgm:pt>
    <dgm:pt modelId="{D8722FE6-B9AC-43CE-8552-87806BBFEBC3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Documentation and metadata</a:t>
          </a:r>
        </a:p>
      </dgm:t>
    </dgm:pt>
    <dgm:pt modelId="{47E6CA1B-4E01-481D-84D1-2EFBECAEC42C}" type="parTrans" cxnId="{AE3A5630-142D-4D80-BA81-58B55CC4C2ED}">
      <dgm:prSet/>
      <dgm:spPr/>
      <dgm:t>
        <a:bodyPr/>
        <a:lstStyle/>
        <a:p>
          <a:endParaRPr lang="en-BE" sz="4400"/>
        </a:p>
      </dgm:t>
    </dgm:pt>
    <dgm:pt modelId="{3C949B24-061D-4170-8BCD-5F9CD955B72F}" type="sibTrans" cxnId="{AE3A5630-142D-4D80-BA81-58B55CC4C2ED}">
      <dgm:prSet/>
      <dgm:spPr/>
      <dgm:t>
        <a:bodyPr/>
        <a:lstStyle/>
        <a:p>
          <a:endParaRPr lang="en-BE" sz="4400"/>
        </a:p>
      </dgm:t>
    </dgm:pt>
    <dgm:pt modelId="{E2F4883D-9621-4B10-B8A6-B554255C4F55}">
      <dgm:prSet custT="1"/>
      <dgm:spPr/>
      <dgm:t>
        <a:bodyPr/>
        <a:lstStyle/>
        <a:p>
          <a:pPr>
            <a:defRPr b="1"/>
          </a:pPr>
          <a:r>
            <a:rPr lang="en-US" sz="1400" b="0">
              <a:solidFill>
                <a:schemeClr val="bg1">
                  <a:lumMod val="65000"/>
                </a:schemeClr>
              </a:solidFill>
            </a:rPr>
            <a:t>Resources and Responsibilities</a:t>
          </a:r>
          <a:endParaRPr lang="en-US" sz="1400" b="0" dirty="0">
            <a:solidFill>
              <a:schemeClr val="bg1">
                <a:lumMod val="65000"/>
              </a:schemeClr>
            </a:solidFill>
          </a:endParaRPr>
        </a:p>
      </dgm:t>
    </dgm:pt>
    <dgm:pt modelId="{693F66AC-3C20-4FE9-ABE0-3BEC4DDEF95F}" type="parTrans" cxnId="{DC82E4BC-2AB4-4CB7-A5CB-72FFC634AD99}">
      <dgm:prSet/>
      <dgm:spPr/>
      <dgm:t>
        <a:bodyPr/>
        <a:lstStyle/>
        <a:p>
          <a:endParaRPr lang="en-BE" sz="4400"/>
        </a:p>
      </dgm:t>
    </dgm:pt>
    <dgm:pt modelId="{A2B10273-6EF2-4343-A0AA-1C7B28999382}" type="sibTrans" cxnId="{DC82E4BC-2AB4-4CB7-A5CB-72FFC634AD99}">
      <dgm:prSet/>
      <dgm:spPr/>
      <dgm:t>
        <a:bodyPr/>
        <a:lstStyle/>
        <a:p>
          <a:endParaRPr lang="en-BE" sz="4400"/>
        </a:p>
      </dgm:t>
    </dgm:pt>
    <dgm:pt modelId="{31E4C783-3083-483A-903B-FC4EA7B07309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Data sharing and reuse</a:t>
          </a:r>
        </a:p>
      </dgm:t>
    </dgm:pt>
    <dgm:pt modelId="{C66B4DBC-7ED8-4DA6-8D83-647F508E02AA}" type="parTrans" cxnId="{AD039DCE-5731-4E45-B1F0-DC18B1950489}">
      <dgm:prSet/>
      <dgm:spPr/>
      <dgm:t>
        <a:bodyPr/>
        <a:lstStyle/>
        <a:p>
          <a:endParaRPr lang="en-BE" sz="4400"/>
        </a:p>
      </dgm:t>
    </dgm:pt>
    <dgm:pt modelId="{A6986805-3C8F-453E-BEA8-DE5896291361}" type="sibTrans" cxnId="{AD039DCE-5731-4E45-B1F0-DC18B1950489}">
      <dgm:prSet/>
      <dgm:spPr/>
      <dgm:t>
        <a:bodyPr/>
        <a:lstStyle/>
        <a:p>
          <a:endParaRPr lang="en-BE" sz="4400"/>
        </a:p>
      </dgm:t>
    </dgm:pt>
    <dgm:pt modelId="{0B19FE67-7066-4C26-A1D5-C0F5D413731D}">
      <dgm:prSet custT="1"/>
      <dgm:spPr/>
      <dgm:t>
        <a:bodyPr/>
        <a:lstStyle/>
        <a:p>
          <a:pPr>
            <a:defRPr b="1"/>
          </a:pPr>
          <a:r>
            <a:rPr lang="en-US" sz="1400" dirty="0">
              <a:solidFill>
                <a:schemeClr val="bg1">
                  <a:lumMod val="65000"/>
                </a:schemeClr>
              </a:solidFill>
            </a:rPr>
            <a:t>Data storage during the project</a:t>
          </a:r>
        </a:p>
      </dgm:t>
    </dgm:pt>
    <dgm:pt modelId="{CBF0702D-4DA4-422E-8BE3-89F1CE8A76AF}" type="parTrans" cxnId="{CA5C63F1-0639-4013-B9AA-0FB65B0DA70D}">
      <dgm:prSet/>
      <dgm:spPr/>
      <dgm:t>
        <a:bodyPr/>
        <a:lstStyle/>
        <a:p>
          <a:endParaRPr lang="en-BE" sz="4400"/>
        </a:p>
      </dgm:t>
    </dgm:pt>
    <dgm:pt modelId="{35911072-66E1-4723-A34B-51B343104802}" type="sibTrans" cxnId="{CA5C63F1-0639-4013-B9AA-0FB65B0DA70D}">
      <dgm:prSet/>
      <dgm:spPr/>
      <dgm:t>
        <a:bodyPr/>
        <a:lstStyle/>
        <a:p>
          <a:endParaRPr lang="en-BE" sz="4400"/>
        </a:p>
      </dgm:t>
    </dgm:pt>
    <dgm:pt modelId="{AC3ABCE8-678E-45DD-8C80-E9F6932BD08F}">
      <dgm:prSet custT="1"/>
      <dgm:spPr/>
      <dgm:t>
        <a:bodyPr/>
        <a:lstStyle/>
        <a:p>
          <a:pPr>
            <a:defRPr b="1"/>
          </a:pPr>
          <a:r>
            <a:rPr lang="en-US" sz="1400" dirty="0">
              <a:solidFill>
                <a:schemeClr val="bg1">
                  <a:lumMod val="65000"/>
                </a:schemeClr>
              </a:solidFill>
            </a:rPr>
            <a:t>Long-term preservation</a:t>
          </a:r>
        </a:p>
      </dgm:t>
    </dgm:pt>
    <dgm:pt modelId="{FC0D5BC6-4C48-4069-85F7-84FBE4678524}" type="parTrans" cxnId="{711BE608-6474-42D1-937A-52B92F882D47}">
      <dgm:prSet/>
      <dgm:spPr/>
      <dgm:t>
        <a:bodyPr/>
        <a:lstStyle/>
        <a:p>
          <a:endParaRPr lang="en-BE" sz="4400"/>
        </a:p>
      </dgm:t>
    </dgm:pt>
    <dgm:pt modelId="{FD7D4E1F-89FD-4F4A-B0F8-F47A1A74A8AD}" type="sibTrans" cxnId="{711BE608-6474-42D1-937A-52B92F882D47}">
      <dgm:prSet/>
      <dgm:spPr/>
      <dgm:t>
        <a:bodyPr/>
        <a:lstStyle/>
        <a:p>
          <a:endParaRPr lang="en-BE" sz="4400"/>
        </a:p>
      </dgm:t>
    </dgm:pt>
    <dgm:pt modelId="{9CB1B734-E494-42CC-A909-2F66B488BFB5}">
      <dgm:prSet custT="1"/>
      <dgm:spPr/>
      <dgm:t>
        <a:bodyPr/>
        <a:lstStyle/>
        <a:p>
          <a:r>
            <a:rPr lang="en-US" sz="1100" b="1" dirty="0"/>
            <a:t>Purpose, origin, type, format &amp; volume of the data</a:t>
          </a:r>
        </a:p>
      </dgm:t>
    </dgm:pt>
    <dgm:pt modelId="{F80B47B3-2F68-464A-AF6D-7F51294A42EA}" type="parTrans" cxnId="{39804EB1-0F14-45C2-8ED6-E70C6091FF27}">
      <dgm:prSet/>
      <dgm:spPr/>
      <dgm:t>
        <a:bodyPr/>
        <a:lstStyle/>
        <a:p>
          <a:endParaRPr lang="en-BE" sz="4400"/>
        </a:p>
      </dgm:t>
    </dgm:pt>
    <dgm:pt modelId="{CC2054BA-9C63-48C9-9F3D-C5BBCE96C406}" type="sibTrans" cxnId="{39804EB1-0F14-45C2-8ED6-E70C6091FF27}">
      <dgm:prSet/>
      <dgm:spPr/>
      <dgm:t>
        <a:bodyPr/>
        <a:lstStyle/>
        <a:p>
          <a:endParaRPr lang="en-BE" sz="4400"/>
        </a:p>
      </dgm:t>
    </dgm:pt>
    <dgm:pt modelId="{62258B5F-31A5-4ED5-8A20-2F224AC2DA9E}" type="pres">
      <dgm:prSet presAssocID="{072C733F-5FE1-4C0E-A8EF-D7A6C593147D}" presName="compositeShape" presStyleCnt="0">
        <dgm:presLayoutVars>
          <dgm:chMax val="7"/>
          <dgm:dir/>
          <dgm:resizeHandles val="exact"/>
        </dgm:presLayoutVars>
      </dgm:prSet>
      <dgm:spPr/>
    </dgm:pt>
    <dgm:pt modelId="{9C48A8D3-FCC7-45C5-A045-49CB86F5EFA8}" type="pres">
      <dgm:prSet presAssocID="{C189B530-63CF-4ADE-B92B-536D6369EBCA}" presName="circ1" presStyleLbl="vennNode1" presStyleIdx="0" presStyleCnt="7"/>
      <dgm:spPr/>
    </dgm:pt>
    <dgm:pt modelId="{FE96EB48-9F85-4910-8988-3A0AA710D7AD}" type="pres">
      <dgm:prSet presAssocID="{C189B530-63CF-4ADE-B92B-536D6369EBCA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64A58E8-A03A-4D8C-B7B0-03C549EE4649}" type="pres">
      <dgm:prSet presAssocID="{B2976183-307F-4594-A4A6-E78FF206E9D4}" presName="circ2" presStyleLbl="vennNode1" presStyleIdx="1" presStyleCnt="7"/>
      <dgm:spPr>
        <a:solidFill>
          <a:srgbClr val="01A2A6">
            <a:alpha val="5098"/>
          </a:srgbClr>
        </a:solidFill>
      </dgm:spPr>
    </dgm:pt>
    <dgm:pt modelId="{BAE42488-5BA9-48E1-BD4F-1DF5DE76FAED}" type="pres">
      <dgm:prSet presAssocID="{B2976183-307F-4594-A4A6-E78FF206E9D4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B5EDE38-80F6-4F76-AB45-F0FC6E6AEC94}" type="pres">
      <dgm:prSet presAssocID="{D8722FE6-B9AC-43CE-8552-87806BBFEBC3}" presName="circ3" presStyleLbl="vennNode1" presStyleIdx="2" presStyleCnt="7"/>
      <dgm:spPr>
        <a:solidFill>
          <a:srgbClr val="01A2A6">
            <a:alpha val="5098"/>
          </a:srgbClr>
        </a:solidFill>
      </dgm:spPr>
    </dgm:pt>
    <dgm:pt modelId="{C6AFA8C0-C12C-4987-8D0B-CE48A91CC1BA}" type="pres">
      <dgm:prSet presAssocID="{D8722FE6-B9AC-43CE-8552-87806BBFEBC3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DBB1079-7304-46F9-94EF-CB41E22345BC}" type="pres">
      <dgm:prSet presAssocID="{E2F4883D-9621-4B10-B8A6-B554255C4F55}" presName="circ4" presStyleLbl="vennNode1" presStyleIdx="3" presStyleCnt="7"/>
      <dgm:spPr>
        <a:solidFill>
          <a:srgbClr val="01A2A6">
            <a:alpha val="5098"/>
          </a:srgbClr>
        </a:solidFill>
      </dgm:spPr>
    </dgm:pt>
    <dgm:pt modelId="{6B57FF16-D211-4AD9-BC50-AE09F0210615}" type="pres">
      <dgm:prSet presAssocID="{E2F4883D-9621-4B10-B8A6-B554255C4F55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A0AB2AA-07E7-454C-84A0-206BF1822B22}" type="pres">
      <dgm:prSet presAssocID="{31E4C783-3083-483A-903B-FC4EA7B07309}" presName="circ5" presStyleLbl="vennNode1" presStyleIdx="4" presStyleCnt="7"/>
      <dgm:spPr>
        <a:solidFill>
          <a:srgbClr val="01A2A6">
            <a:alpha val="5098"/>
          </a:srgbClr>
        </a:solidFill>
      </dgm:spPr>
    </dgm:pt>
    <dgm:pt modelId="{2C910D8B-DE83-4DAE-91BC-4C54EC7D3262}" type="pres">
      <dgm:prSet presAssocID="{31E4C783-3083-483A-903B-FC4EA7B07309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2B34CC6-03A0-42B6-81D3-C7CA7448D9BA}" type="pres">
      <dgm:prSet presAssocID="{0B19FE67-7066-4C26-A1D5-C0F5D413731D}" presName="circ6" presStyleLbl="vennNode1" presStyleIdx="5" presStyleCnt="7"/>
      <dgm:spPr>
        <a:solidFill>
          <a:srgbClr val="01A2A6">
            <a:alpha val="5098"/>
          </a:srgbClr>
        </a:solidFill>
      </dgm:spPr>
    </dgm:pt>
    <dgm:pt modelId="{D92FF974-EBFB-4765-BB71-1352F8B53CAB}" type="pres">
      <dgm:prSet presAssocID="{0B19FE67-7066-4C26-A1D5-C0F5D413731D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6DBED2C-E430-4F26-A050-03A6E5151F75}" type="pres">
      <dgm:prSet presAssocID="{AC3ABCE8-678E-45DD-8C80-E9F6932BD08F}" presName="circ7" presStyleLbl="vennNode1" presStyleIdx="6" presStyleCnt="7"/>
      <dgm:spPr>
        <a:solidFill>
          <a:srgbClr val="01A2A6">
            <a:alpha val="5098"/>
          </a:srgbClr>
        </a:solidFill>
      </dgm:spPr>
    </dgm:pt>
    <dgm:pt modelId="{115046DC-8FDF-4682-B9E7-E1EA1A898E7A}" type="pres">
      <dgm:prSet presAssocID="{AC3ABCE8-678E-45DD-8C80-E9F6932BD08F}" presName="circ7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8FE6EC02-2A65-4B5D-9199-0AD4565880FC}" type="presOf" srcId="{0B19FE67-7066-4C26-A1D5-C0F5D413731D}" destId="{D92FF974-EBFB-4765-BB71-1352F8B53CAB}" srcOrd="0" destOrd="0" presId="urn:microsoft.com/office/officeart/2005/8/layout/venn1"/>
    <dgm:cxn modelId="{711BE608-6474-42D1-937A-52B92F882D47}" srcId="{072C733F-5FE1-4C0E-A8EF-D7A6C593147D}" destId="{AC3ABCE8-678E-45DD-8C80-E9F6932BD08F}" srcOrd="6" destOrd="0" parTransId="{FC0D5BC6-4C48-4069-85F7-84FBE4678524}" sibTransId="{FD7D4E1F-89FD-4F4A-B0F8-F47A1A74A8AD}"/>
    <dgm:cxn modelId="{743D681F-FF7F-40EC-B779-BE41893D5281}" type="presOf" srcId="{E2F4883D-9621-4B10-B8A6-B554255C4F55}" destId="{6B57FF16-D211-4AD9-BC50-AE09F0210615}" srcOrd="0" destOrd="0" presId="urn:microsoft.com/office/officeart/2005/8/layout/venn1"/>
    <dgm:cxn modelId="{21B0D923-7D25-47CE-8073-6ED625E1CFA1}" srcId="{072C733F-5FE1-4C0E-A8EF-D7A6C593147D}" destId="{B2976183-307F-4594-A4A6-E78FF206E9D4}" srcOrd="1" destOrd="0" parTransId="{FE0DE3C7-07E1-4C60-824D-8712E41D649B}" sibTransId="{D0719862-E605-47D6-8AB5-930EA9026E8A}"/>
    <dgm:cxn modelId="{AE3A5630-142D-4D80-BA81-58B55CC4C2ED}" srcId="{072C733F-5FE1-4C0E-A8EF-D7A6C593147D}" destId="{D8722FE6-B9AC-43CE-8552-87806BBFEBC3}" srcOrd="2" destOrd="0" parTransId="{47E6CA1B-4E01-481D-84D1-2EFBECAEC42C}" sibTransId="{3C949B24-061D-4170-8BCD-5F9CD955B72F}"/>
    <dgm:cxn modelId="{52CFFA39-685E-4611-8A16-8E4237EE0EDB}" srcId="{072C733F-5FE1-4C0E-A8EF-D7A6C593147D}" destId="{C189B530-63CF-4ADE-B92B-536D6369EBCA}" srcOrd="0" destOrd="0" parTransId="{A993A2A5-D8EB-48A7-9B6E-2972DDB427AC}" sibTransId="{4FDE355A-9022-425C-A5A4-52A40CFF3128}"/>
    <dgm:cxn modelId="{83C0263D-310D-4BD9-B507-DCCFFEFAF64F}" type="presOf" srcId="{B2976183-307F-4594-A4A6-E78FF206E9D4}" destId="{BAE42488-5BA9-48E1-BD4F-1DF5DE76FAED}" srcOrd="0" destOrd="0" presId="urn:microsoft.com/office/officeart/2005/8/layout/venn1"/>
    <dgm:cxn modelId="{FA7F0D79-1A0B-49CB-85F4-4694E27B0E4F}" type="presOf" srcId="{9CB1B734-E494-42CC-A909-2F66B488BFB5}" destId="{FE96EB48-9F85-4910-8988-3A0AA710D7AD}" srcOrd="0" destOrd="1" presId="urn:microsoft.com/office/officeart/2005/8/layout/venn1"/>
    <dgm:cxn modelId="{C4874E8A-6CA2-4A36-A154-68B7950AD5B2}" type="presOf" srcId="{31E4C783-3083-483A-903B-FC4EA7B07309}" destId="{2C910D8B-DE83-4DAE-91BC-4C54EC7D3262}" srcOrd="0" destOrd="0" presId="urn:microsoft.com/office/officeart/2005/8/layout/venn1"/>
    <dgm:cxn modelId="{39804EB1-0F14-45C2-8ED6-E70C6091FF27}" srcId="{C189B530-63CF-4ADE-B92B-536D6369EBCA}" destId="{9CB1B734-E494-42CC-A909-2F66B488BFB5}" srcOrd="0" destOrd="0" parTransId="{F80B47B3-2F68-464A-AF6D-7F51294A42EA}" sibTransId="{CC2054BA-9C63-48C9-9F3D-C5BBCE96C406}"/>
    <dgm:cxn modelId="{DC82E4BC-2AB4-4CB7-A5CB-72FFC634AD99}" srcId="{072C733F-5FE1-4C0E-A8EF-D7A6C593147D}" destId="{E2F4883D-9621-4B10-B8A6-B554255C4F55}" srcOrd="3" destOrd="0" parTransId="{693F66AC-3C20-4FE9-ABE0-3BEC4DDEF95F}" sibTransId="{A2B10273-6EF2-4343-A0AA-1C7B28999382}"/>
    <dgm:cxn modelId="{D138C8C0-AD34-4B4C-9D8C-75D63DAC1813}" type="presOf" srcId="{AC3ABCE8-678E-45DD-8C80-E9F6932BD08F}" destId="{115046DC-8FDF-4682-B9E7-E1EA1A898E7A}" srcOrd="0" destOrd="0" presId="urn:microsoft.com/office/officeart/2005/8/layout/venn1"/>
    <dgm:cxn modelId="{AD039DCE-5731-4E45-B1F0-DC18B1950489}" srcId="{072C733F-5FE1-4C0E-A8EF-D7A6C593147D}" destId="{31E4C783-3083-483A-903B-FC4EA7B07309}" srcOrd="4" destOrd="0" parTransId="{C66B4DBC-7ED8-4DA6-8D83-647F508E02AA}" sibTransId="{A6986805-3C8F-453E-BEA8-DE5896291361}"/>
    <dgm:cxn modelId="{5B00D1E1-3110-4E2F-A464-E2611EA21D1B}" type="presOf" srcId="{D8722FE6-B9AC-43CE-8552-87806BBFEBC3}" destId="{C6AFA8C0-C12C-4987-8D0B-CE48A91CC1BA}" srcOrd="0" destOrd="0" presId="urn:microsoft.com/office/officeart/2005/8/layout/venn1"/>
    <dgm:cxn modelId="{CA5C63F1-0639-4013-B9AA-0FB65B0DA70D}" srcId="{072C733F-5FE1-4C0E-A8EF-D7A6C593147D}" destId="{0B19FE67-7066-4C26-A1D5-C0F5D413731D}" srcOrd="5" destOrd="0" parTransId="{CBF0702D-4DA4-422E-8BE3-89F1CE8A76AF}" sibTransId="{35911072-66E1-4723-A34B-51B343104802}"/>
    <dgm:cxn modelId="{B30D8AF6-880D-4A95-9FA0-35B8FF66B981}" type="presOf" srcId="{072C733F-5FE1-4C0E-A8EF-D7A6C593147D}" destId="{62258B5F-31A5-4ED5-8A20-2F224AC2DA9E}" srcOrd="0" destOrd="0" presId="urn:microsoft.com/office/officeart/2005/8/layout/venn1"/>
    <dgm:cxn modelId="{3AEEE5FE-F3E0-4A5A-88E5-FFE60312D839}" type="presOf" srcId="{C189B530-63CF-4ADE-B92B-536D6369EBCA}" destId="{FE96EB48-9F85-4910-8988-3A0AA710D7AD}" srcOrd="0" destOrd="0" presId="urn:microsoft.com/office/officeart/2005/8/layout/venn1"/>
    <dgm:cxn modelId="{EBCA690B-41BA-4DEC-ABE5-6E4056FCB792}" type="presParOf" srcId="{62258B5F-31A5-4ED5-8A20-2F224AC2DA9E}" destId="{9C48A8D3-FCC7-45C5-A045-49CB86F5EFA8}" srcOrd="0" destOrd="0" presId="urn:microsoft.com/office/officeart/2005/8/layout/venn1"/>
    <dgm:cxn modelId="{98F0890F-9370-4E09-A135-FB7C75D5BA52}" type="presParOf" srcId="{62258B5F-31A5-4ED5-8A20-2F224AC2DA9E}" destId="{FE96EB48-9F85-4910-8988-3A0AA710D7AD}" srcOrd="1" destOrd="0" presId="urn:microsoft.com/office/officeart/2005/8/layout/venn1"/>
    <dgm:cxn modelId="{31B7539A-BDBB-4B99-9F47-D0F6B966375D}" type="presParOf" srcId="{62258B5F-31A5-4ED5-8A20-2F224AC2DA9E}" destId="{A64A58E8-A03A-4D8C-B7B0-03C549EE4649}" srcOrd="2" destOrd="0" presId="urn:microsoft.com/office/officeart/2005/8/layout/venn1"/>
    <dgm:cxn modelId="{E4C34541-42B2-416D-BD6F-5D4C1F22BE69}" type="presParOf" srcId="{62258B5F-31A5-4ED5-8A20-2F224AC2DA9E}" destId="{BAE42488-5BA9-48E1-BD4F-1DF5DE76FAED}" srcOrd="3" destOrd="0" presId="urn:microsoft.com/office/officeart/2005/8/layout/venn1"/>
    <dgm:cxn modelId="{59445A3A-972C-45A9-A3B3-D2A59ED3C846}" type="presParOf" srcId="{62258B5F-31A5-4ED5-8A20-2F224AC2DA9E}" destId="{9B5EDE38-80F6-4F76-AB45-F0FC6E6AEC94}" srcOrd="4" destOrd="0" presId="urn:microsoft.com/office/officeart/2005/8/layout/venn1"/>
    <dgm:cxn modelId="{D6288A4C-B3EE-4938-B3F5-616FA90B4B4A}" type="presParOf" srcId="{62258B5F-31A5-4ED5-8A20-2F224AC2DA9E}" destId="{C6AFA8C0-C12C-4987-8D0B-CE48A91CC1BA}" srcOrd="5" destOrd="0" presId="urn:microsoft.com/office/officeart/2005/8/layout/venn1"/>
    <dgm:cxn modelId="{83EF5FC2-9DE4-418E-90FF-4ACCD63076C7}" type="presParOf" srcId="{62258B5F-31A5-4ED5-8A20-2F224AC2DA9E}" destId="{1DBB1079-7304-46F9-94EF-CB41E22345BC}" srcOrd="6" destOrd="0" presId="urn:microsoft.com/office/officeart/2005/8/layout/venn1"/>
    <dgm:cxn modelId="{848EBE28-E61D-4038-BAC4-37767154400C}" type="presParOf" srcId="{62258B5F-31A5-4ED5-8A20-2F224AC2DA9E}" destId="{6B57FF16-D211-4AD9-BC50-AE09F0210615}" srcOrd="7" destOrd="0" presId="urn:microsoft.com/office/officeart/2005/8/layout/venn1"/>
    <dgm:cxn modelId="{0DCC8805-C746-48AB-B834-D4595D22C90F}" type="presParOf" srcId="{62258B5F-31A5-4ED5-8A20-2F224AC2DA9E}" destId="{CA0AB2AA-07E7-454C-84A0-206BF1822B22}" srcOrd="8" destOrd="0" presId="urn:microsoft.com/office/officeart/2005/8/layout/venn1"/>
    <dgm:cxn modelId="{69A0DFAF-72F2-4F87-AADC-84A103B20F7E}" type="presParOf" srcId="{62258B5F-31A5-4ED5-8A20-2F224AC2DA9E}" destId="{2C910D8B-DE83-4DAE-91BC-4C54EC7D3262}" srcOrd="9" destOrd="0" presId="urn:microsoft.com/office/officeart/2005/8/layout/venn1"/>
    <dgm:cxn modelId="{7A9B7A3D-3AAF-4FDE-A7AB-EF546F6EBD8E}" type="presParOf" srcId="{62258B5F-31A5-4ED5-8A20-2F224AC2DA9E}" destId="{42B34CC6-03A0-42B6-81D3-C7CA7448D9BA}" srcOrd="10" destOrd="0" presId="urn:microsoft.com/office/officeart/2005/8/layout/venn1"/>
    <dgm:cxn modelId="{017749E9-1BE9-4BCF-B98E-86D991D1F239}" type="presParOf" srcId="{62258B5F-31A5-4ED5-8A20-2F224AC2DA9E}" destId="{D92FF974-EBFB-4765-BB71-1352F8B53CAB}" srcOrd="11" destOrd="0" presId="urn:microsoft.com/office/officeart/2005/8/layout/venn1"/>
    <dgm:cxn modelId="{4FA75A2C-FFC0-4C4D-A784-923E76E105D0}" type="presParOf" srcId="{62258B5F-31A5-4ED5-8A20-2F224AC2DA9E}" destId="{16DBED2C-E430-4F26-A050-03A6E5151F75}" srcOrd="12" destOrd="0" presId="urn:microsoft.com/office/officeart/2005/8/layout/venn1"/>
    <dgm:cxn modelId="{D1BD4C18-40E2-4B1F-B086-9FEDD8C212D5}" type="presParOf" srcId="{62258B5F-31A5-4ED5-8A20-2F224AC2DA9E}" destId="{115046DC-8FDF-4682-B9E7-E1EA1A898E7A}" srcOrd="1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72C733F-5FE1-4C0E-A8EF-D7A6C593147D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BE"/>
        </a:p>
      </dgm:t>
    </dgm:pt>
    <dgm:pt modelId="{C189B530-63CF-4ADE-B92B-536D6369EBCA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Data summary / description</a:t>
          </a:r>
          <a:endParaRPr lang="en-BE" sz="1400" b="0" dirty="0">
            <a:solidFill>
              <a:schemeClr val="bg1">
                <a:lumMod val="65000"/>
              </a:schemeClr>
            </a:solidFill>
          </a:endParaRPr>
        </a:p>
      </dgm:t>
    </dgm:pt>
    <dgm:pt modelId="{A993A2A5-D8EB-48A7-9B6E-2972DDB427AC}" type="parTrans" cxnId="{52CFFA39-685E-4611-8A16-8E4237EE0EDB}">
      <dgm:prSet/>
      <dgm:spPr/>
      <dgm:t>
        <a:bodyPr/>
        <a:lstStyle/>
        <a:p>
          <a:endParaRPr lang="en-BE" sz="4400"/>
        </a:p>
      </dgm:t>
    </dgm:pt>
    <dgm:pt modelId="{4FDE355A-9022-425C-A5A4-52A40CFF3128}" type="sibTrans" cxnId="{52CFFA39-685E-4611-8A16-8E4237EE0EDB}">
      <dgm:prSet/>
      <dgm:spPr/>
      <dgm:t>
        <a:bodyPr/>
        <a:lstStyle/>
        <a:p>
          <a:endParaRPr lang="en-BE" sz="4400"/>
        </a:p>
      </dgm:t>
    </dgm:pt>
    <dgm:pt modelId="{B2976183-307F-4594-A4A6-E78FF206E9D4}">
      <dgm:prSet custT="1"/>
      <dgm:spPr/>
      <dgm:t>
        <a:bodyPr/>
        <a:lstStyle/>
        <a:p>
          <a:pPr>
            <a:defRPr b="1"/>
          </a:pPr>
          <a:r>
            <a:rPr lang="en-US" sz="1400" b="1" dirty="0"/>
            <a:t>Ethical and legal issues</a:t>
          </a:r>
        </a:p>
      </dgm:t>
    </dgm:pt>
    <dgm:pt modelId="{FE0DE3C7-07E1-4C60-824D-8712E41D649B}" type="parTrans" cxnId="{21B0D923-7D25-47CE-8073-6ED625E1CFA1}">
      <dgm:prSet/>
      <dgm:spPr/>
      <dgm:t>
        <a:bodyPr/>
        <a:lstStyle/>
        <a:p>
          <a:endParaRPr lang="en-BE" sz="4400"/>
        </a:p>
      </dgm:t>
    </dgm:pt>
    <dgm:pt modelId="{D0719862-E605-47D6-8AB5-930EA9026E8A}" type="sibTrans" cxnId="{21B0D923-7D25-47CE-8073-6ED625E1CFA1}">
      <dgm:prSet/>
      <dgm:spPr/>
      <dgm:t>
        <a:bodyPr/>
        <a:lstStyle/>
        <a:p>
          <a:endParaRPr lang="en-BE" sz="4400"/>
        </a:p>
      </dgm:t>
    </dgm:pt>
    <dgm:pt modelId="{D8722FE6-B9AC-43CE-8552-87806BBFEBC3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Documentation and metadata</a:t>
          </a:r>
        </a:p>
      </dgm:t>
    </dgm:pt>
    <dgm:pt modelId="{47E6CA1B-4E01-481D-84D1-2EFBECAEC42C}" type="parTrans" cxnId="{AE3A5630-142D-4D80-BA81-58B55CC4C2ED}">
      <dgm:prSet/>
      <dgm:spPr/>
      <dgm:t>
        <a:bodyPr/>
        <a:lstStyle/>
        <a:p>
          <a:endParaRPr lang="en-BE" sz="4400"/>
        </a:p>
      </dgm:t>
    </dgm:pt>
    <dgm:pt modelId="{3C949B24-061D-4170-8BCD-5F9CD955B72F}" type="sibTrans" cxnId="{AE3A5630-142D-4D80-BA81-58B55CC4C2ED}">
      <dgm:prSet/>
      <dgm:spPr/>
      <dgm:t>
        <a:bodyPr/>
        <a:lstStyle/>
        <a:p>
          <a:endParaRPr lang="en-BE" sz="4400"/>
        </a:p>
      </dgm:t>
    </dgm:pt>
    <dgm:pt modelId="{E2F4883D-9621-4B10-B8A6-B554255C4F55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Resources and Responsibilities</a:t>
          </a:r>
        </a:p>
      </dgm:t>
    </dgm:pt>
    <dgm:pt modelId="{693F66AC-3C20-4FE9-ABE0-3BEC4DDEF95F}" type="parTrans" cxnId="{DC82E4BC-2AB4-4CB7-A5CB-72FFC634AD99}">
      <dgm:prSet/>
      <dgm:spPr/>
      <dgm:t>
        <a:bodyPr/>
        <a:lstStyle/>
        <a:p>
          <a:endParaRPr lang="en-BE" sz="4400"/>
        </a:p>
      </dgm:t>
    </dgm:pt>
    <dgm:pt modelId="{A2B10273-6EF2-4343-A0AA-1C7B28999382}" type="sibTrans" cxnId="{DC82E4BC-2AB4-4CB7-A5CB-72FFC634AD99}">
      <dgm:prSet/>
      <dgm:spPr/>
      <dgm:t>
        <a:bodyPr/>
        <a:lstStyle/>
        <a:p>
          <a:endParaRPr lang="en-BE" sz="4400"/>
        </a:p>
      </dgm:t>
    </dgm:pt>
    <dgm:pt modelId="{31E4C783-3083-483A-903B-FC4EA7B07309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Data sharing and reuse</a:t>
          </a:r>
        </a:p>
      </dgm:t>
    </dgm:pt>
    <dgm:pt modelId="{C66B4DBC-7ED8-4DA6-8D83-647F508E02AA}" type="parTrans" cxnId="{AD039DCE-5731-4E45-B1F0-DC18B1950489}">
      <dgm:prSet/>
      <dgm:spPr/>
      <dgm:t>
        <a:bodyPr/>
        <a:lstStyle/>
        <a:p>
          <a:endParaRPr lang="en-BE" sz="4400"/>
        </a:p>
      </dgm:t>
    </dgm:pt>
    <dgm:pt modelId="{A6986805-3C8F-453E-BEA8-DE5896291361}" type="sibTrans" cxnId="{AD039DCE-5731-4E45-B1F0-DC18B1950489}">
      <dgm:prSet/>
      <dgm:spPr/>
      <dgm:t>
        <a:bodyPr/>
        <a:lstStyle/>
        <a:p>
          <a:endParaRPr lang="en-BE" sz="4400"/>
        </a:p>
      </dgm:t>
    </dgm:pt>
    <dgm:pt modelId="{0B19FE67-7066-4C26-A1D5-C0F5D413731D}">
      <dgm:prSet custT="1"/>
      <dgm:spPr/>
      <dgm:t>
        <a:bodyPr/>
        <a:lstStyle/>
        <a:p>
          <a:pPr>
            <a:defRPr b="1"/>
          </a:pPr>
          <a:r>
            <a:rPr lang="en-US" sz="1400" dirty="0">
              <a:solidFill>
                <a:schemeClr val="bg1">
                  <a:lumMod val="65000"/>
                </a:schemeClr>
              </a:solidFill>
            </a:rPr>
            <a:t>Data storage during the project</a:t>
          </a:r>
        </a:p>
      </dgm:t>
    </dgm:pt>
    <dgm:pt modelId="{CBF0702D-4DA4-422E-8BE3-89F1CE8A76AF}" type="parTrans" cxnId="{CA5C63F1-0639-4013-B9AA-0FB65B0DA70D}">
      <dgm:prSet/>
      <dgm:spPr/>
      <dgm:t>
        <a:bodyPr/>
        <a:lstStyle/>
        <a:p>
          <a:endParaRPr lang="en-BE" sz="4400"/>
        </a:p>
      </dgm:t>
    </dgm:pt>
    <dgm:pt modelId="{35911072-66E1-4723-A34B-51B343104802}" type="sibTrans" cxnId="{CA5C63F1-0639-4013-B9AA-0FB65B0DA70D}">
      <dgm:prSet/>
      <dgm:spPr/>
      <dgm:t>
        <a:bodyPr/>
        <a:lstStyle/>
        <a:p>
          <a:endParaRPr lang="en-BE" sz="4400"/>
        </a:p>
      </dgm:t>
    </dgm:pt>
    <dgm:pt modelId="{AC3ABCE8-678E-45DD-8C80-E9F6932BD08F}">
      <dgm:prSet custT="1"/>
      <dgm:spPr/>
      <dgm:t>
        <a:bodyPr/>
        <a:lstStyle/>
        <a:p>
          <a:pPr>
            <a:defRPr b="1"/>
          </a:pPr>
          <a:r>
            <a:rPr lang="en-US" sz="1400" dirty="0">
              <a:solidFill>
                <a:schemeClr val="bg1">
                  <a:lumMod val="65000"/>
                </a:schemeClr>
              </a:solidFill>
            </a:rPr>
            <a:t>Long-term preservation</a:t>
          </a:r>
        </a:p>
      </dgm:t>
    </dgm:pt>
    <dgm:pt modelId="{FC0D5BC6-4C48-4069-85F7-84FBE4678524}" type="parTrans" cxnId="{711BE608-6474-42D1-937A-52B92F882D47}">
      <dgm:prSet/>
      <dgm:spPr/>
      <dgm:t>
        <a:bodyPr/>
        <a:lstStyle/>
        <a:p>
          <a:endParaRPr lang="en-BE" sz="4400"/>
        </a:p>
      </dgm:t>
    </dgm:pt>
    <dgm:pt modelId="{FD7D4E1F-89FD-4F4A-B0F8-F47A1A74A8AD}" type="sibTrans" cxnId="{711BE608-6474-42D1-937A-52B92F882D47}">
      <dgm:prSet/>
      <dgm:spPr/>
      <dgm:t>
        <a:bodyPr/>
        <a:lstStyle/>
        <a:p>
          <a:endParaRPr lang="en-BE" sz="4400"/>
        </a:p>
      </dgm:t>
    </dgm:pt>
    <dgm:pt modelId="{121D7AFD-7E31-4AB1-8862-8A1CC22BAC4A}">
      <dgm:prSet custT="1"/>
      <dgm:spPr/>
      <dgm:t>
        <a:bodyPr/>
        <a:lstStyle/>
        <a:p>
          <a:r>
            <a:rPr lang="en-US" sz="1100" b="1" dirty="0"/>
            <a:t>IRB approval, IP, GDPR</a:t>
          </a:r>
        </a:p>
      </dgm:t>
    </dgm:pt>
    <dgm:pt modelId="{4BC827FD-BF9E-4085-BEE6-1EB114DE75B7}" type="parTrans" cxnId="{4A63757C-7B55-4949-A945-C10D0B7CA6F6}">
      <dgm:prSet/>
      <dgm:spPr/>
      <dgm:t>
        <a:bodyPr/>
        <a:lstStyle/>
        <a:p>
          <a:endParaRPr lang="en-BE" sz="4400"/>
        </a:p>
      </dgm:t>
    </dgm:pt>
    <dgm:pt modelId="{E5BE7050-C80B-49E6-B5B1-9E813CAF1D3E}" type="sibTrans" cxnId="{4A63757C-7B55-4949-A945-C10D0B7CA6F6}">
      <dgm:prSet/>
      <dgm:spPr/>
      <dgm:t>
        <a:bodyPr/>
        <a:lstStyle/>
        <a:p>
          <a:endParaRPr lang="en-BE" sz="4400"/>
        </a:p>
      </dgm:t>
    </dgm:pt>
    <dgm:pt modelId="{62258B5F-31A5-4ED5-8A20-2F224AC2DA9E}" type="pres">
      <dgm:prSet presAssocID="{072C733F-5FE1-4C0E-A8EF-D7A6C593147D}" presName="compositeShape" presStyleCnt="0">
        <dgm:presLayoutVars>
          <dgm:chMax val="7"/>
          <dgm:dir/>
          <dgm:resizeHandles val="exact"/>
        </dgm:presLayoutVars>
      </dgm:prSet>
      <dgm:spPr/>
    </dgm:pt>
    <dgm:pt modelId="{9C48A8D3-FCC7-45C5-A045-49CB86F5EFA8}" type="pres">
      <dgm:prSet presAssocID="{C189B530-63CF-4ADE-B92B-536D6369EBCA}" presName="circ1" presStyleLbl="vennNode1" presStyleIdx="0" presStyleCnt="7"/>
      <dgm:spPr>
        <a:solidFill>
          <a:srgbClr val="01A2A6">
            <a:alpha val="5098"/>
          </a:srgbClr>
        </a:solidFill>
      </dgm:spPr>
    </dgm:pt>
    <dgm:pt modelId="{FE96EB48-9F85-4910-8988-3A0AA710D7AD}" type="pres">
      <dgm:prSet presAssocID="{C189B530-63CF-4ADE-B92B-536D6369EBCA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64A58E8-A03A-4D8C-B7B0-03C549EE4649}" type="pres">
      <dgm:prSet presAssocID="{B2976183-307F-4594-A4A6-E78FF206E9D4}" presName="circ2" presStyleLbl="vennNode1" presStyleIdx="1" presStyleCnt="7"/>
      <dgm:spPr/>
    </dgm:pt>
    <dgm:pt modelId="{BAE42488-5BA9-48E1-BD4F-1DF5DE76FAED}" type="pres">
      <dgm:prSet presAssocID="{B2976183-307F-4594-A4A6-E78FF206E9D4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B5EDE38-80F6-4F76-AB45-F0FC6E6AEC94}" type="pres">
      <dgm:prSet presAssocID="{D8722FE6-B9AC-43CE-8552-87806BBFEBC3}" presName="circ3" presStyleLbl="vennNode1" presStyleIdx="2" presStyleCnt="7"/>
      <dgm:spPr>
        <a:solidFill>
          <a:srgbClr val="01A2A6">
            <a:alpha val="5098"/>
          </a:srgbClr>
        </a:solidFill>
      </dgm:spPr>
    </dgm:pt>
    <dgm:pt modelId="{C6AFA8C0-C12C-4987-8D0B-CE48A91CC1BA}" type="pres">
      <dgm:prSet presAssocID="{D8722FE6-B9AC-43CE-8552-87806BBFEBC3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DBB1079-7304-46F9-94EF-CB41E22345BC}" type="pres">
      <dgm:prSet presAssocID="{E2F4883D-9621-4B10-B8A6-B554255C4F55}" presName="circ4" presStyleLbl="vennNode1" presStyleIdx="3" presStyleCnt="7"/>
      <dgm:spPr>
        <a:solidFill>
          <a:srgbClr val="01A2A6">
            <a:alpha val="5098"/>
          </a:srgbClr>
        </a:solidFill>
      </dgm:spPr>
    </dgm:pt>
    <dgm:pt modelId="{6B57FF16-D211-4AD9-BC50-AE09F0210615}" type="pres">
      <dgm:prSet presAssocID="{E2F4883D-9621-4B10-B8A6-B554255C4F55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A0AB2AA-07E7-454C-84A0-206BF1822B22}" type="pres">
      <dgm:prSet presAssocID="{31E4C783-3083-483A-903B-FC4EA7B07309}" presName="circ5" presStyleLbl="vennNode1" presStyleIdx="4" presStyleCnt="7"/>
      <dgm:spPr>
        <a:solidFill>
          <a:srgbClr val="01A2A6">
            <a:alpha val="5098"/>
          </a:srgbClr>
        </a:solidFill>
      </dgm:spPr>
    </dgm:pt>
    <dgm:pt modelId="{2C910D8B-DE83-4DAE-91BC-4C54EC7D3262}" type="pres">
      <dgm:prSet presAssocID="{31E4C783-3083-483A-903B-FC4EA7B07309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2B34CC6-03A0-42B6-81D3-C7CA7448D9BA}" type="pres">
      <dgm:prSet presAssocID="{0B19FE67-7066-4C26-A1D5-C0F5D413731D}" presName="circ6" presStyleLbl="vennNode1" presStyleIdx="5" presStyleCnt="7"/>
      <dgm:spPr>
        <a:solidFill>
          <a:srgbClr val="01A2A6">
            <a:alpha val="5098"/>
          </a:srgbClr>
        </a:solidFill>
      </dgm:spPr>
    </dgm:pt>
    <dgm:pt modelId="{D92FF974-EBFB-4765-BB71-1352F8B53CAB}" type="pres">
      <dgm:prSet presAssocID="{0B19FE67-7066-4C26-A1D5-C0F5D413731D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6DBED2C-E430-4F26-A050-03A6E5151F75}" type="pres">
      <dgm:prSet presAssocID="{AC3ABCE8-678E-45DD-8C80-E9F6932BD08F}" presName="circ7" presStyleLbl="vennNode1" presStyleIdx="6" presStyleCnt="7"/>
      <dgm:spPr>
        <a:solidFill>
          <a:srgbClr val="01A2A6">
            <a:alpha val="5098"/>
          </a:srgbClr>
        </a:solidFill>
      </dgm:spPr>
    </dgm:pt>
    <dgm:pt modelId="{115046DC-8FDF-4682-B9E7-E1EA1A898E7A}" type="pres">
      <dgm:prSet presAssocID="{AC3ABCE8-678E-45DD-8C80-E9F6932BD08F}" presName="circ7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8FE6EC02-2A65-4B5D-9199-0AD4565880FC}" type="presOf" srcId="{0B19FE67-7066-4C26-A1D5-C0F5D413731D}" destId="{D92FF974-EBFB-4765-BB71-1352F8B53CAB}" srcOrd="0" destOrd="0" presId="urn:microsoft.com/office/officeart/2005/8/layout/venn1"/>
    <dgm:cxn modelId="{711BE608-6474-42D1-937A-52B92F882D47}" srcId="{072C733F-5FE1-4C0E-A8EF-D7A6C593147D}" destId="{AC3ABCE8-678E-45DD-8C80-E9F6932BD08F}" srcOrd="6" destOrd="0" parTransId="{FC0D5BC6-4C48-4069-85F7-84FBE4678524}" sibTransId="{FD7D4E1F-89FD-4F4A-B0F8-F47A1A74A8AD}"/>
    <dgm:cxn modelId="{743D681F-FF7F-40EC-B779-BE41893D5281}" type="presOf" srcId="{E2F4883D-9621-4B10-B8A6-B554255C4F55}" destId="{6B57FF16-D211-4AD9-BC50-AE09F0210615}" srcOrd="0" destOrd="0" presId="urn:microsoft.com/office/officeart/2005/8/layout/venn1"/>
    <dgm:cxn modelId="{21B0D923-7D25-47CE-8073-6ED625E1CFA1}" srcId="{072C733F-5FE1-4C0E-A8EF-D7A6C593147D}" destId="{B2976183-307F-4594-A4A6-E78FF206E9D4}" srcOrd="1" destOrd="0" parTransId="{FE0DE3C7-07E1-4C60-824D-8712E41D649B}" sibTransId="{D0719862-E605-47D6-8AB5-930EA9026E8A}"/>
    <dgm:cxn modelId="{AE3A5630-142D-4D80-BA81-58B55CC4C2ED}" srcId="{072C733F-5FE1-4C0E-A8EF-D7A6C593147D}" destId="{D8722FE6-B9AC-43CE-8552-87806BBFEBC3}" srcOrd="2" destOrd="0" parTransId="{47E6CA1B-4E01-481D-84D1-2EFBECAEC42C}" sibTransId="{3C949B24-061D-4170-8BCD-5F9CD955B72F}"/>
    <dgm:cxn modelId="{52CFFA39-685E-4611-8A16-8E4237EE0EDB}" srcId="{072C733F-5FE1-4C0E-A8EF-D7A6C593147D}" destId="{C189B530-63CF-4ADE-B92B-536D6369EBCA}" srcOrd="0" destOrd="0" parTransId="{A993A2A5-D8EB-48A7-9B6E-2972DDB427AC}" sibTransId="{4FDE355A-9022-425C-A5A4-52A40CFF3128}"/>
    <dgm:cxn modelId="{83C0263D-310D-4BD9-B507-DCCFFEFAF64F}" type="presOf" srcId="{B2976183-307F-4594-A4A6-E78FF206E9D4}" destId="{BAE42488-5BA9-48E1-BD4F-1DF5DE76FAED}" srcOrd="0" destOrd="0" presId="urn:microsoft.com/office/officeart/2005/8/layout/venn1"/>
    <dgm:cxn modelId="{4A63757C-7B55-4949-A945-C10D0B7CA6F6}" srcId="{B2976183-307F-4594-A4A6-E78FF206E9D4}" destId="{121D7AFD-7E31-4AB1-8862-8A1CC22BAC4A}" srcOrd="0" destOrd="0" parTransId="{4BC827FD-BF9E-4085-BEE6-1EB114DE75B7}" sibTransId="{E5BE7050-C80B-49E6-B5B1-9E813CAF1D3E}"/>
    <dgm:cxn modelId="{C4874E8A-6CA2-4A36-A154-68B7950AD5B2}" type="presOf" srcId="{31E4C783-3083-483A-903B-FC4EA7B07309}" destId="{2C910D8B-DE83-4DAE-91BC-4C54EC7D3262}" srcOrd="0" destOrd="0" presId="urn:microsoft.com/office/officeart/2005/8/layout/venn1"/>
    <dgm:cxn modelId="{DC82E4BC-2AB4-4CB7-A5CB-72FFC634AD99}" srcId="{072C733F-5FE1-4C0E-A8EF-D7A6C593147D}" destId="{E2F4883D-9621-4B10-B8A6-B554255C4F55}" srcOrd="3" destOrd="0" parTransId="{693F66AC-3C20-4FE9-ABE0-3BEC4DDEF95F}" sibTransId="{A2B10273-6EF2-4343-A0AA-1C7B28999382}"/>
    <dgm:cxn modelId="{D138C8C0-AD34-4B4C-9D8C-75D63DAC1813}" type="presOf" srcId="{AC3ABCE8-678E-45DD-8C80-E9F6932BD08F}" destId="{115046DC-8FDF-4682-B9E7-E1EA1A898E7A}" srcOrd="0" destOrd="0" presId="urn:microsoft.com/office/officeart/2005/8/layout/venn1"/>
    <dgm:cxn modelId="{AD039DCE-5731-4E45-B1F0-DC18B1950489}" srcId="{072C733F-5FE1-4C0E-A8EF-D7A6C593147D}" destId="{31E4C783-3083-483A-903B-FC4EA7B07309}" srcOrd="4" destOrd="0" parTransId="{C66B4DBC-7ED8-4DA6-8D83-647F508E02AA}" sibTransId="{A6986805-3C8F-453E-BEA8-DE5896291361}"/>
    <dgm:cxn modelId="{A6FEAEDB-8DCE-4442-919B-A120A0A7B60F}" type="presOf" srcId="{121D7AFD-7E31-4AB1-8862-8A1CC22BAC4A}" destId="{BAE42488-5BA9-48E1-BD4F-1DF5DE76FAED}" srcOrd="0" destOrd="1" presId="urn:microsoft.com/office/officeart/2005/8/layout/venn1"/>
    <dgm:cxn modelId="{5B00D1E1-3110-4E2F-A464-E2611EA21D1B}" type="presOf" srcId="{D8722FE6-B9AC-43CE-8552-87806BBFEBC3}" destId="{C6AFA8C0-C12C-4987-8D0B-CE48A91CC1BA}" srcOrd="0" destOrd="0" presId="urn:microsoft.com/office/officeart/2005/8/layout/venn1"/>
    <dgm:cxn modelId="{CA5C63F1-0639-4013-B9AA-0FB65B0DA70D}" srcId="{072C733F-5FE1-4C0E-A8EF-D7A6C593147D}" destId="{0B19FE67-7066-4C26-A1D5-C0F5D413731D}" srcOrd="5" destOrd="0" parTransId="{CBF0702D-4DA4-422E-8BE3-89F1CE8A76AF}" sibTransId="{35911072-66E1-4723-A34B-51B343104802}"/>
    <dgm:cxn modelId="{B30D8AF6-880D-4A95-9FA0-35B8FF66B981}" type="presOf" srcId="{072C733F-5FE1-4C0E-A8EF-D7A6C593147D}" destId="{62258B5F-31A5-4ED5-8A20-2F224AC2DA9E}" srcOrd="0" destOrd="0" presId="urn:microsoft.com/office/officeart/2005/8/layout/venn1"/>
    <dgm:cxn modelId="{3AEEE5FE-F3E0-4A5A-88E5-FFE60312D839}" type="presOf" srcId="{C189B530-63CF-4ADE-B92B-536D6369EBCA}" destId="{FE96EB48-9F85-4910-8988-3A0AA710D7AD}" srcOrd="0" destOrd="0" presId="urn:microsoft.com/office/officeart/2005/8/layout/venn1"/>
    <dgm:cxn modelId="{EBCA690B-41BA-4DEC-ABE5-6E4056FCB792}" type="presParOf" srcId="{62258B5F-31A5-4ED5-8A20-2F224AC2DA9E}" destId="{9C48A8D3-FCC7-45C5-A045-49CB86F5EFA8}" srcOrd="0" destOrd="0" presId="urn:microsoft.com/office/officeart/2005/8/layout/venn1"/>
    <dgm:cxn modelId="{98F0890F-9370-4E09-A135-FB7C75D5BA52}" type="presParOf" srcId="{62258B5F-31A5-4ED5-8A20-2F224AC2DA9E}" destId="{FE96EB48-9F85-4910-8988-3A0AA710D7AD}" srcOrd="1" destOrd="0" presId="urn:microsoft.com/office/officeart/2005/8/layout/venn1"/>
    <dgm:cxn modelId="{31B7539A-BDBB-4B99-9F47-D0F6B966375D}" type="presParOf" srcId="{62258B5F-31A5-4ED5-8A20-2F224AC2DA9E}" destId="{A64A58E8-A03A-4D8C-B7B0-03C549EE4649}" srcOrd="2" destOrd="0" presId="urn:microsoft.com/office/officeart/2005/8/layout/venn1"/>
    <dgm:cxn modelId="{E4C34541-42B2-416D-BD6F-5D4C1F22BE69}" type="presParOf" srcId="{62258B5F-31A5-4ED5-8A20-2F224AC2DA9E}" destId="{BAE42488-5BA9-48E1-BD4F-1DF5DE76FAED}" srcOrd="3" destOrd="0" presId="urn:microsoft.com/office/officeart/2005/8/layout/venn1"/>
    <dgm:cxn modelId="{59445A3A-972C-45A9-A3B3-D2A59ED3C846}" type="presParOf" srcId="{62258B5F-31A5-4ED5-8A20-2F224AC2DA9E}" destId="{9B5EDE38-80F6-4F76-AB45-F0FC6E6AEC94}" srcOrd="4" destOrd="0" presId="urn:microsoft.com/office/officeart/2005/8/layout/venn1"/>
    <dgm:cxn modelId="{D6288A4C-B3EE-4938-B3F5-616FA90B4B4A}" type="presParOf" srcId="{62258B5F-31A5-4ED5-8A20-2F224AC2DA9E}" destId="{C6AFA8C0-C12C-4987-8D0B-CE48A91CC1BA}" srcOrd="5" destOrd="0" presId="urn:microsoft.com/office/officeart/2005/8/layout/venn1"/>
    <dgm:cxn modelId="{83EF5FC2-9DE4-418E-90FF-4ACCD63076C7}" type="presParOf" srcId="{62258B5F-31A5-4ED5-8A20-2F224AC2DA9E}" destId="{1DBB1079-7304-46F9-94EF-CB41E22345BC}" srcOrd="6" destOrd="0" presId="urn:microsoft.com/office/officeart/2005/8/layout/venn1"/>
    <dgm:cxn modelId="{848EBE28-E61D-4038-BAC4-37767154400C}" type="presParOf" srcId="{62258B5F-31A5-4ED5-8A20-2F224AC2DA9E}" destId="{6B57FF16-D211-4AD9-BC50-AE09F0210615}" srcOrd="7" destOrd="0" presId="urn:microsoft.com/office/officeart/2005/8/layout/venn1"/>
    <dgm:cxn modelId="{0DCC8805-C746-48AB-B834-D4595D22C90F}" type="presParOf" srcId="{62258B5F-31A5-4ED5-8A20-2F224AC2DA9E}" destId="{CA0AB2AA-07E7-454C-84A0-206BF1822B22}" srcOrd="8" destOrd="0" presId="urn:microsoft.com/office/officeart/2005/8/layout/venn1"/>
    <dgm:cxn modelId="{69A0DFAF-72F2-4F87-AADC-84A103B20F7E}" type="presParOf" srcId="{62258B5F-31A5-4ED5-8A20-2F224AC2DA9E}" destId="{2C910D8B-DE83-4DAE-91BC-4C54EC7D3262}" srcOrd="9" destOrd="0" presId="urn:microsoft.com/office/officeart/2005/8/layout/venn1"/>
    <dgm:cxn modelId="{7A9B7A3D-3AAF-4FDE-A7AB-EF546F6EBD8E}" type="presParOf" srcId="{62258B5F-31A5-4ED5-8A20-2F224AC2DA9E}" destId="{42B34CC6-03A0-42B6-81D3-C7CA7448D9BA}" srcOrd="10" destOrd="0" presId="urn:microsoft.com/office/officeart/2005/8/layout/venn1"/>
    <dgm:cxn modelId="{017749E9-1BE9-4BCF-B98E-86D991D1F239}" type="presParOf" srcId="{62258B5F-31A5-4ED5-8A20-2F224AC2DA9E}" destId="{D92FF974-EBFB-4765-BB71-1352F8B53CAB}" srcOrd="11" destOrd="0" presId="urn:microsoft.com/office/officeart/2005/8/layout/venn1"/>
    <dgm:cxn modelId="{4FA75A2C-FFC0-4C4D-A784-923E76E105D0}" type="presParOf" srcId="{62258B5F-31A5-4ED5-8A20-2F224AC2DA9E}" destId="{16DBED2C-E430-4F26-A050-03A6E5151F75}" srcOrd="12" destOrd="0" presId="urn:microsoft.com/office/officeart/2005/8/layout/venn1"/>
    <dgm:cxn modelId="{D1BD4C18-40E2-4B1F-B086-9FEDD8C212D5}" type="presParOf" srcId="{62258B5F-31A5-4ED5-8A20-2F224AC2DA9E}" destId="{115046DC-8FDF-4682-B9E7-E1EA1A898E7A}" srcOrd="1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72C733F-5FE1-4C0E-A8EF-D7A6C593147D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BE"/>
        </a:p>
      </dgm:t>
    </dgm:pt>
    <dgm:pt modelId="{C189B530-63CF-4ADE-B92B-536D6369EBCA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Data summary / description</a:t>
          </a:r>
          <a:endParaRPr lang="en-BE" sz="1400" b="0" dirty="0">
            <a:solidFill>
              <a:schemeClr val="bg1">
                <a:lumMod val="65000"/>
              </a:schemeClr>
            </a:solidFill>
          </a:endParaRPr>
        </a:p>
      </dgm:t>
    </dgm:pt>
    <dgm:pt modelId="{A993A2A5-D8EB-48A7-9B6E-2972DDB427AC}" type="parTrans" cxnId="{52CFFA39-685E-4611-8A16-8E4237EE0EDB}">
      <dgm:prSet/>
      <dgm:spPr/>
      <dgm:t>
        <a:bodyPr/>
        <a:lstStyle/>
        <a:p>
          <a:endParaRPr lang="en-BE" sz="4400"/>
        </a:p>
      </dgm:t>
    </dgm:pt>
    <dgm:pt modelId="{4FDE355A-9022-425C-A5A4-52A40CFF3128}" type="sibTrans" cxnId="{52CFFA39-685E-4611-8A16-8E4237EE0EDB}">
      <dgm:prSet/>
      <dgm:spPr/>
      <dgm:t>
        <a:bodyPr/>
        <a:lstStyle/>
        <a:p>
          <a:endParaRPr lang="en-BE" sz="4400"/>
        </a:p>
      </dgm:t>
    </dgm:pt>
    <dgm:pt modelId="{B2976183-307F-4594-A4A6-E78FF206E9D4}">
      <dgm:prSet custT="1"/>
      <dgm:spPr/>
      <dgm:t>
        <a:bodyPr/>
        <a:lstStyle/>
        <a:p>
          <a:pPr>
            <a:defRPr b="1"/>
          </a:pPr>
          <a:r>
            <a:rPr lang="en-US" sz="1400" b="1" dirty="0"/>
            <a:t>Ethical and legal issues</a:t>
          </a:r>
        </a:p>
      </dgm:t>
    </dgm:pt>
    <dgm:pt modelId="{FE0DE3C7-07E1-4C60-824D-8712E41D649B}" type="parTrans" cxnId="{21B0D923-7D25-47CE-8073-6ED625E1CFA1}">
      <dgm:prSet/>
      <dgm:spPr/>
      <dgm:t>
        <a:bodyPr/>
        <a:lstStyle/>
        <a:p>
          <a:endParaRPr lang="en-BE" sz="4400"/>
        </a:p>
      </dgm:t>
    </dgm:pt>
    <dgm:pt modelId="{D0719862-E605-47D6-8AB5-930EA9026E8A}" type="sibTrans" cxnId="{21B0D923-7D25-47CE-8073-6ED625E1CFA1}">
      <dgm:prSet/>
      <dgm:spPr/>
      <dgm:t>
        <a:bodyPr/>
        <a:lstStyle/>
        <a:p>
          <a:endParaRPr lang="en-BE" sz="4400"/>
        </a:p>
      </dgm:t>
    </dgm:pt>
    <dgm:pt modelId="{D8722FE6-B9AC-43CE-8552-87806BBFEBC3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Documentation and metadata</a:t>
          </a:r>
        </a:p>
      </dgm:t>
    </dgm:pt>
    <dgm:pt modelId="{47E6CA1B-4E01-481D-84D1-2EFBECAEC42C}" type="parTrans" cxnId="{AE3A5630-142D-4D80-BA81-58B55CC4C2ED}">
      <dgm:prSet/>
      <dgm:spPr/>
      <dgm:t>
        <a:bodyPr/>
        <a:lstStyle/>
        <a:p>
          <a:endParaRPr lang="en-BE" sz="4400"/>
        </a:p>
      </dgm:t>
    </dgm:pt>
    <dgm:pt modelId="{3C949B24-061D-4170-8BCD-5F9CD955B72F}" type="sibTrans" cxnId="{AE3A5630-142D-4D80-BA81-58B55CC4C2ED}">
      <dgm:prSet/>
      <dgm:spPr/>
      <dgm:t>
        <a:bodyPr/>
        <a:lstStyle/>
        <a:p>
          <a:endParaRPr lang="en-BE" sz="4400"/>
        </a:p>
      </dgm:t>
    </dgm:pt>
    <dgm:pt modelId="{E2F4883D-9621-4B10-B8A6-B554255C4F55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Resources and Responsibilities</a:t>
          </a:r>
        </a:p>
      </dgm:t>
    </dgm:pt>
    <dgm:pt modelId="{693F66AC-3C20-4FE9-ABE0-3BEC4DDEF95F}" type="parTrans" cxnId="{DC82E4BC-2AB4-4CB7-A5CB-72FFC634AD99}">
      <dgm:prSet/>
      <dgm:spPr/>
      <dgm:t>
        <a:bodyPr/>
        <a:lstStyle/>
        <a:p>
          <a:endParaRPr lang="en-BE" sz="4400"/>
        </a:p>
      </dgm:t>
    </dgm:pt>
    <dgm:pt modelId="{A2B10273-6EF2-4343-A0AA-1C7B28999382}" type="sibTrans" cxnId="{DC82E4BC-2AB4-4CB7-A5CB-72FFC634AD99}">
      <dgm:prSet/>
      <dgm:spPr/>
      <dgm:t>
        <a:bodyPr/>
        <a:lstStyle/>
        <a:p>
          <a:endParaRPr lang="en-BE" sz="4400"/>
        </a:p>
      </dgm:t>
    </dgm:pt>
    <dgm:pt modelId="{31E4C783-3083-483A-903B-FC4EA7B07309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Data sharing and reuse</a:t>
          </a:r>
        </a:p>
      </dgm:t>
    </dgm:pt>
    <dgm:pt modelId="{C66B4DBC-7ED8-4DA6-8D83-647F508E02AA}" type="parTrans" cxnId="{AD039DCE-5731-4E45-B1F0-DC18B1950489}">
      <dgm:prSet/>
      <dgm:spPr/>
      <dgm:t>
        <a:bodyPr/>
        <a:lstStyle/>
        <a:p>
          <a:endParaRPr lang="en-BE" sz="4400"/>
        </a:p>
      </dgm:t>
    </dgm:pt>
    <dgm:pt modelId="{A6986805-3C8F-453E-BEA8-DE5896291361}" type="sibTrans" cxnId="{AD039DCE-5731-4E45-B1F0-DC18B1950489}">
      <dgm:prSet/>
      <dgm:spPr/>
      <dgm:t>
        <a:bodyPr/>
        <a:lstStyle/>
        <a:p>
          <a:endParaRPr lang="en-BE" sz="4400"/>
        </a:p>
      </dgm:t>
    </dgm:pt>
    <dgm:pt modelId="{0B19FE67-7066-4C26-A1D5-C0F5D413731D}">
      <dgm:prSet custT="1"/>
      <dgm:spPr/>
      <dgm:t>
        <a:bodyPr/>
        <a:lstStyle/>
        <a:p>
          <a:pPr>
            <a:defRPr b="1"/>
          </a:pPr>
          <a:r>
            <a:rPr lang="en-US" sz="1400" dirty="0">
              <a:solidFill>
                <a:schemeClr val="bg1">
                  <a:lumMod val="65000"/>
                </a:schemeClr>
              </a:solidFill>
            </a:rPr>
            <a:t>Data storage during the project</a:t>
          </a:r>
        </a:p>
      </dgm:t>
    </dgm:pt>
    <dgm:pt modelId="{CBF0702D-4DA4-422E-8BE3-89F1CE8A76AF}" type="parTrans" cxnId="{CA5C63F1-0639-4013-B9AA-0FB65B0DA70D}">
      <dgm:prSet/>
      <dgm:spPr/>
      <dgm:t>
        <a:bodyPr/>
        <a:lstStyle/>
        <a:p>
          <a:endParaRPr lang="en-BE" sz="4400"/>
        </a:p>
      </dgm:t>
    </dgm:pt>
    <dgm:pt modelId="{35911072-66E1-4723-A34B-51B343104802}" type="sibTrans" cxnId="{CA5C63F1-0639-4013-B9AA-0FB65B0DA70D}">
      <dgm:prSet/>
      <dgm:spPr/>
      <dgm:t>
        <a:bodyPr/>
        <a:lstStyle/>
        <a:p>
          <a:endParaRPr lang="en-BE" sz="4400"/>
        </a:p>
      </dgm:t>
    </dgm:pt>
    <dgm:pt modelId="{AC3ABCE8-678E-45DD-8C80-E9F6932BD08F}">
      <dgm:prSet custT="1"/>
      <dgm:spPr/>
      <dgm:t>
        <a:bodyPr/>
        <a:lstStyle/>
        <a:p>
          <a:pPr>
            <a:defRPr b="1"/>
          </a:pPr>
          <a:r>
            <a:rPr lang="en-US" sz="1400" dirty="0">
              <a:solidFill>
                <a:schemeClr val="bg1">
                  <a:lumMod val="65000"/>
                </a:schemeClr>
              </a:solidFill>
            </a:rPr>
            <a:t>Long-term preservation</a:t>
          </a:r>
        </a:p>
      </dgm:t>
    </dgm:pt>
    <dgm:pt modelId="{FC0D5BC6-4C48-4069-85F7-84FBE4678524}" type="parTrans" cxnId="{711BE608-6474-42D1-937A-52B92F882D47}">
      <dgm:prSet/>
      <dgm:spPr/>
      <dgm:t>
        <a:bodyPr/>
        <a:lstStyle/>
        <a:p>
          <a:endParaRPr lang="en-BE" sz="4400"/>
        </a:p>
      </dgm:t>
    </dgm:pt>
    <dgm:pt modelId="{FD7D4E1F-89FD-4F4A-B0F8-F47A1A74A8AD}" type="sibTrans" cxnId="{711BE608-6474-42D1-937A-52B92F882D47}">
      <dgm:prSet/>
      <dgm:spPr/>
      <dgm:t>
        <a:bodyPr/>
        <a:lstStyle/>
        <a:p>
          <a:endParaRPr lang="en-BE" sz="4400"/>
        </a:p>
      </dgm:t>
    </dgm:pt>
    <dgm:pt modelId="{121D7AFD-7E31-4AB1-8862-8A1CC22BAC4A}">
      <dgm:prSet custT="1"/>
      <dgm:spPr/>
      <dgm:t>
        <a:bodyPr/>
        <a:lstStyle/>
        <a:p>
          <a:r>
            <a:rPr lang="en-US" sz="1100" b="1" dirty="0"/>
            <a:t>IRB approval, IP, GDPR</a:t>
          </a:r>
        </a:p>
      </dgm:t>
    </dgm:pt>
    <dgm:pt modelId="{4BC827FD-BF9E-4085-BEE6-1EB114DE75B7}" type="parTrans" cxnId="{4A63757C-7B55-4949-A945-C10D0B7CA6F6}">
      <dgm:prSet/>
      <dgm:spPr/>
      <dgm:t>
        <a:bodyPr/>
        <a:lstStyle/>
        <a:p>
          <a:endParaRPr lang="en-BE" sz="4400"/>
        </a:p>
      </dgm:t>
    </dgm:pt>
    <dgm:pt modelId="{E5BE7050-C80B-49E6-B5B1-9E813CAF1D3E}" type="sibTrans" cxnId="{4A63757C-7B55-4949-A945-C10D0B7CA6F6}">
      <dgm:prSet/>
      <dgm:spPr/>
      <dgm:t>
        <a:bodyPr/>
        <a:lstStyle/>
        <a:p>
          <a:endParaRPr lang="en-BE" sz="4400"/>
        </a:p>
      </dgm:t>
    </dgm:pt>
    <dgm:pt modelId="{62258B5F-31A5-4ED5-8A20-2F224AC2DA9E}" type="pres">
      <dgm:prSet presAssocID="{072C733F-5FE1-4C0E-A8EF-D7A6C593147D}" presName="compositeShape" presStyleCnt="0">
        <dgm:presLayoutVars>
          <dgm:chMax val="7"/>
          <dgm:dir/>
          <dgm:resizeHandles val="exact"/>
        </dgm:presLayoutVars>
      </dgm:prSet>
      <dgm:spPr/>
    </dgm:pt>
    <dgm:pt modelId="{9C48A8D3-FCC7-45C5-A045-49CB86F5EFA8}" type="pres">
      <dgm:prSet presAssocID="{C189B530-63CF-4ADE-B92B-536D6369EBCA}" presName="circ1" presStyleLbl="vennNode1" presStyleIdx="0" presStyleCnt="7"/>
      <dgm:spPr>
        <a:solidFill>
          <a:srgbClr val="01A2A6">
            <a:alpha val="5098"/>
          </a:srgbClr>
        </a:solidFill>
      </dgm:spPr>
    </dgm:pt>
    <dgm:pt modelId="{FE96EB48-9F85-4910-8988-3A0AA710D7AD}" type="pres">
      <dgm:prSet presAssocID="{C189B530-63CF-4ADE-B92B-536D6369EBCA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64A58E8-A03A-4D8C-B7B0-03C549EE4649}" type="pres">
      <dgm:prSet presAssocID="{B2976183-307F-4594-A4A6-E78FF206E9D4}" presName="circ2" presStyleLbl="vennNode1" presStyleIdx="1" presStyleCnt="7"/>
      <dgm:spPr/>
    </dgm:pt>
    <dgm:pt modelId="{BAE42488-5BA9-48E1-BD4F-1DF5DE76FAED}" type="pres">
      <dgm:prSet presAssocID="{B2976183-307F-4594-A4A6-E78FF206E9D4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B5EDE38-80F6-4F76-AB45-F0FC6E6AEC94}" type="pres">
      <dgm:prSet presAssocID="{D8722FE6-B9AC-43CE-8552-87806BBFEBC3}" presName="circ3" presStyleLbl="vennNode1" presStyleIdx="2" presStyleCnt="7"/>
      <dgm:spPr>
        <a:solidFill>
          <a:srgbClr val="01A2A6">
            <a:alpha val="5098"/>
          </a:srgbClr>
        </a:solidFill>
      </dgm:spPr>
    </dgm:pt>
    <dgm:pt modelId="{C6AFA8C0-C12C-4987-8D0B-CE48A91CC1BA}" type="pres">
      <dgm:prSet presAssocID="{D8722FE6-B9AC-43CE-8552-87806BBFEBC3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DBB1079-7304-46F9-94EF-CB41E22345BC}" type="pres">
      <dgm:prSet presAssocID="{E2F4883D-9621-4B10-B8A6-B554255C4F55}" presName="circ4" presStyleLbl="vennNode1" presStyleIdx="3" presStyleCnt="7"/>
      <dgm:spPr>
        <a:solidFill>
          <a:srgbClr val="01A2A6">
            <a:alpha val="5098"/>
          </a:srgbClr>
        </a:solidFill>
      </dgm:spPr>
    </dgm:pt>
    <dgm:pt modelId="{6B57FF16-D211-4AD9-BC50-AE09F0210615}" type="pres">
      <dgm:prSet presAssocID="{E2F4883D-9621-4B10-B8A6-B554255C4F55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A0AB2AA-07E7-454C-84A0-206BF1822B22}" type="pres">
      <dgm:prSet presAssocID="{31E4C783-3083-483A-903B-FC4EA7B07309}" presName="circ5" presStyleLbl="vennNode1" presStyleIdx="4" presStyleCnt="7"/>
      <dgm:spPr>
        <a:solidFill>
          <a:srgbClr val="01A2A6">
            <a:alpha val="5098"/>
          </a:srgbClr>
        </a:solidFill>
      </dgm:spPr>
    </dgm:pt>
    <dgm:pt modelId="{2C910D8B-DE83-4DAE-91BC-4C54EC7D3262}" type="pres">
      <dgm:prSet presAssocID="{31E4C783-3083-483A-903B-FC4EA7B07309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2B34CC6-03A0-42B6-81D3-C7CA7448D9BA}" type="pres">
      <dgm:prSet presAssocID="{0B19FE67-7066-4C26-A1D5-C0F5D413731D}" presName="circ6" presStyleLbl="vennNode1" presStyleIdx="5" presStyleCnt="7"/>
      <dgm:spPr>
        <a:solidFill>
          <a:srgbClr val="01A2A6">
            <a:alpha val="5098"/>
          </a:srgbClr>
        </a:solidFill>
      </dgm:spPr>
    </dgm:pt>
    <dgm:pt modelId="{D92FF974-EBFB-4765-BB71-1352F8B53CAB}" type="pres">
      <dgm:prSet presAssocID="{0B19FE67-7066-4C26-A1D5-C0F5D413731D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6DBED2C-E430-4F26-A050-03A6E5151F75}" type="pres">
      <dgm:prSet presAssocID="{AC3ABCE8-678E-45DD-8C80-E9F6932BD08F}" presName="circ7" presStyleLbl="vennNode1" presStyleIdx="6" presStyleCnt="7"/>
      <dgm:spPr>
        <a:solidFill>
          <a:srgbClr val="01A2A6">
            <a:alpha val="5098"/>
          </a:srgbClr>
        </a:solidFill>
      </dgm:spPr>
    </dgm:pt>
    <dgm:pt modelId="{115046DC-8FDF-4682-B9E7-E1EA1A898E7A}" type="pres">
      <dgm:prSet presAssocID="{AC3ABCE8-678E-45DD-8C80-E9F6932BD08F}" presName="circ7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8FE6EC02-2A65-4B5D-9199-0AD4565880FC}" type="presOf" srcId="{0B19FE67-7066-4C26-A1D5-C0F5D413731D}" destId="{D92FF974-EBFB-4765-BB71-1352F8B53CAB}" srcOrd="0" destOrd="0" presId="urn:microsoft.com/office/officeart/2005/8/layout/venn1"/>
    <dgm:cxn modelId="{711BE608-6474-42D1-937A-52B92F882D47}" srcId="{072C733F-5FE1-4C0E-A8EF-D7A6C593147D}" destId="{AC3ABCE8-678E-45DD-8C80-E9F6932BD08F}" srcOrd="6" destOrd="0" parTransId="{FC0D5BC6-4C48-4069-85F7-84FBE4678524}" sibTransId="{FD7D4E1F-89FD-4F4A-B0F8-F47A1A74A8AD}"/>
    <dgm:cxn modelId="{743D681F-FF7F-40EC-B779-BE41893D5281}" type="presOf" srcId="{E2F4883D-9621-4B10-B8A6-B554255C4F55}" destId="{6B57FF16-D211-4AD9-BC50-AE09F0210615}" srcOrd="0" destOrd="0" presId="urn:microsoft.com/office/officeart/2005/8/layout/venn1"/>
    <dgm:cxn modelId="{21B0D923-7D25-47CE-8073-6ED625E1CFA1}" srcId="{072C733F-5FE1-4C0E-A8EF-D7A6C593147D}" destId="{B2976183-307F-4594-A4A6-E78FF206E9D4}" srcOrd="1" destOrd="0" parTransId="{FE0DE3C7-07E1-4C60-824D-8712E41D649B}" sibTransId="{D0719862-E605-47D6-8AB5-930EA9026E8A}"/>
    <dgm:cxn modelId="{AE3A5630-142D-4D80-BA81-58B55CC4C2ED}" srcId="{072C733F-5FE1-4C0E-A8EF-D7A6C593147D}" destId="{D8722FE6-B9AC-43CE-8552-87806BBFEBC3}" srcOrd="2" destOrd="0" parTransId="{47E6CA1B-4E01-481D-84D1-2EFBECAEC42C}" sibTransId="{3C949B24-061D-4170-8BCD-5F9CD955B72F}"/>
    <dgm:cxn modelId="{52CFFA39-685E-4611-8A16-8E4237EE0EDB}" srcId="{072C733F-5FE1-4C0E-A8EF-D7A6C593147D}" destId="{C189B530-63CF-4ADE-B92B-536D6369EBCA}" srcOrd="0" destOrd="0" parTransId="{A993A2A5-D8EB-48A7-9B6E-2972DDB427AC}" sibTransId="{4FDE355A-9022-425C-A5A4-52A40CFF3128}"/>
    <dgm:cxn modelId="{83C0263D-310D-4BD9-B507-DCCFFEFAF64F}" type="presOf" srcId="{B2976183-307F-4594-A4A6-E78FF206E9D4}" destId="{BAE42488-5BA9-48E1-BD4F-1DF5DE76FAED}" srcOrd="0" destOrd="0" presId="urn:microsoft.com/office/officeart/2005/8/layout/venn1"/>
    <dgm:cxn modelId="{4A63757C-7B55-4949-A945-C10D0B7CA6F6}" srcId="{B2976183-307F-4594-A4A6-E78FF206E9D4}" destId="{121D7AFD-7E31-4AB1-8862-8A1CC22BAC4A}" srcOrd="0" destOrd="0" parTransId="{4BC827FD-BF9E-4085-BEE6-1EB114DE75B7}" sibTransId="{E5BE7050-C80B-49E6-B5B1-9E813CAF1D3E}"/>
    <dgm:cxn modelId="{C4874E8A-6CA2-4A36-A154-68B7950AD5B2}" type="presOf" srcId="{31E4C783-3083-483A-903B-FC4EA7B07309}" destId="{2C910D8B-DE83-4DAE-91BC-4C54EC7D3262}" srcOrd="0" destOrd="0" presId="urn:microsoft.com/office/officeart/2005/8/layout/venn1"/>
    <dgm:cxn modelId="{DC82E4BC-2AB4-4CB7-A5CB-72FFC634AD99}" srcId="{072C733F-5FE1-4C0E-A8EF-D7A6C593147D}" destId="{E2F4883D-9621-4B10-B8A6-B554255C4F55}" srcOrd="3" destOrd="0" parTransId="{693F66AC-3C20-4FE9-ABE0-3BEC4DDEF95F}" sibTransId="{A2B10273-6EF2-4343-A0AA-1C7B28999382}"/>
    <dgm:cxn modelId="{D138C8C0-AD34-4B4C-9D8C-75D63DAC1813}" type="presOf" srcId="{AC3ABCE8-678E-45DD-8C80-E9F6932BD08F}" destId="{115046DC-8FDF-4682-B9E7-E1EA1A898E7A}" srcOrd="0" destOrd="0" presId="urn:microsoft.com/office/officeart/2005/8/layout/venn1"/>
    <dgm:cxn modelId="{AD039DCE-5731-4E45-B1F0-DC18B1950489}" srcId="{072C733F-5FE1-4C0E-A8EF-D7A6C593147D}" destId="{31E4C783-3083-483A-903B-FC4EA7B07309}" srcOrd="4" destOrd="0" parTransId="{C66B4DBC-7ED8-4DA6-8D83-647F508E02AA}" sibTransId="{A6986805-3C8F-453E-BEA8-DE5896291361}"/>
    <dgm:cxn modelId="{A6FEAEDB-8DCE-4442-919B-A120A0A7B60F}" type="presOf" srcId="{121D7AFD-7E31-4AB1-8862-8A1CC22BAC4A}" destId="{BAE42488-5BA9-48E1-BD4F-1DF5DE76FAED}" srcOrd="0" destOrd="1" presId="urn:microsoft.com/office/officeart/2005/8/layout/venn1"/>
    <dgm:cxn modelId="{5B00D1E1-3110-4E2F-A464-E2611EA21D1B}" type="presOf" srcId="{D8722FE6-B9AC-43CE-8552-87806BBFEBC3}" destId="{C6AFA8C0-C12C-4987-8D0B-CE48A91CC1BA}" srcOrd="0" destOrd="0" presId="urn:microsoft.com/office/officeart/2005/8/layout/venn1"/>
    <dgm:cxn modelId="{CA5C63F1-0639-4013-B9AA-0FB65B0DA70D}" srcId="{072C733F-5FE1-4C0E-A8EF-D7A6C593147D}" destId="{0B19FE67-7066-4C26-A1D5-C0F5D413731D}" srcOrd="5" destOrd="0" parTransId="{CBF0702D-4DA4-422E-8BE3-89F1CE8A76AF}" sibTransId="{35911072-66E1-4723-A34B-51B343104802}"/>
    <dgm:cxn modelId="{B30D8AF6-880D-4A95-9FA0-35B8FF66B981}" type="presOf" srcId="{072C733F-5FE1-4C0E-A8EF-D7A6C593147D}" destId="{62258B5F-31A5-4ED5-8A20-2F224AC2DA9E}" srcOrd="0" destOrd="0" presId="urn:microsoft.com/office/officeart/2005/8/layout/venn1"/>
    <dgm:cxn modelId="{3AEEE5FE-F3E0-4A5A-88E5-FFE60312D839}" type="presOf" srcId="{C189B530-63CF-4ADE-B92B-536D6369EBCA}" destId="{FE96EB48-9F85-4910-8988-3A0AA710D7AD}" srcOrd="0" destOrd="0" presId="urn:microsoft.com/office/officeart/2005/8/layout/venn1"/>
    <dgm:cxn modelId="{EBCA690B-41BA-4DEC-ABE5-6E4056FCB792}" type="presParOf" srcId="{62258B5F-31A5-4ED5-8A20-2F224AC2DA9E}" destId="{9C48A8D3-FCC7-45C5-A045-49CB86F5EFA8}" srcOrd="0" destOrd="0" presId="urn:microsoft.com/office/officeart/2005/8/layout/venn1"/>
    <dgm:cxn modelId="{98F0890F-9370-4E09-A135-FB7C75D5BA52}" type="presParOf" srcId="{62258B5F-31A5-4ED5-8A20-2F224AC2DA9E}" destId="{FE96EB48-9F85-4910-8988-3A0AA710D7AD}" srcOrd="1" destOrd="0" presId="urn:microsoft.com/office/officeart/2005/8/layout/venn1"/>
    <dgm:cxn modelId="{31B7539A-BDBB-4B99-9F47-D0F6B966375D}" type="presParOf" srcId="{62258B5F-31A5-4ED5-8A20-2F224AC2DA9E}" destId="{A64A58E8-A03A-4D8C-B7B0-03C549EE4649}" srcOrd="2" destOrd="0" presId="urn:microsoft.com/office/officeart/2005/8/layout/venn1"/>
    <dgm:cxn modelId="{E4C34541-42B2-416D-BD6F-5D4C1F22BE69}" type="presParOf" srcId="{62258B5F-31A5-4ED5-8A20-2F224AC2DA9E}" destId="{BAE42488-5BA9-48E1-BD4F-1DF5DE76FAED}" srcOrd="3" destOrd="0" presId="urn:microsoft.com/office/officeart/2005/8/layout/venn1"/>
    <dgm:cxn modelId="{59445A3A-972C-45A9-A3B3-D2A59ED3C846}" type="presParOf" srcId="{62258B5F-31A5-4ED5-8A20-2F224AC2DA9E}" destId="{9B5EDE38-80F6-4F76-AB45-F0FC6E6AEC94}" srcOrd="4" destOrd="0" presId="urn:microsoft.com/office/officeart/2005/8/layout/venn1"/>
    <dgm:cxn modelId="{D6288A4C-B3EE-4938-B3F5-616FA90B4B4A}" type="presParOf" srcId="{62258B5F-31A5-4ED5-8A20-2F224AC2DA9E}" destId="{C6AFA8C0-C12C-4987-8D0B-CE48A91CC1BA}" srcOrd="5" destOrd="0" presId="urn:microsoft.com/office/officeart/2005/8/layout/venn1"/>
    <dgm:cxn modelId="{83EF5FC2-9DE4-418E-90FF-4ACCD63076C7}" type="presParOf" srcId="{62258B5F-31A5-4ED5-8A20-2F224AC2DA9E}" destId="{1DBB1079-7304-46F9-94EF-CB41E22345BC}" srcOrd="6" destOrd="0" presId="urn:microsoft.com/office/officeart/2005/8/layout/venn1"/>
    <dgm:cxn modelId="{848EBE28-E61D-4038-BAC4-37767154400C}" type="presParOf" srcId="{62258B5F-31A5-4ED5-8A20-2F224AC2DA9E}" destId="{6B57FF16-D211-4AD9-BC50-AE09F0210615}" srcOrd="7" destOrd="0" presId="urn:microsoft.com/office/officeart/2005/8/layout/venn1"/>
    <dgm:cxn modelId="{0DCC8805-C746-48AB-B834-D4595D22C90F}" type="presParOf" srcId="{62258B5F-31A5-4ED5-8A20-2F224AC2DA9E}" destId="{CA0AB2AA-07E7-454C-84A0-206BF1822B22}" srcOrd="8" destOrd="0" presId="urn:microsoft.com/office/officeart/2005/8/layout/venn1"/>
    <dgm:cxn modelId="{69A0DFAF-72F2-4F87-AADC-84A103B20F7E}" type="presParOf" srcId="{62258B5F-31A5-4ED5-8A20-2F224AC2DA9E}" destId="{2C910D8B-DE83-4DAE-91BC-4C54EC7D3262}" srcOrd="9" destOrd="0" presId="urn:microsoft.com/office/officeart/2005/8/layout/venn1"/>
    <dgm:cxn modelId="{7A9B7A3D-3AAF-4FDE-A7AB-EF546F6EBD8E}" type="presParOf" srcId="{62258B5F-31A5-4ED5-8A20-2F224AC2DA9E}" destId="{42B34CC6-03A0-42B6-81D3-C7CA7448D9BA}" srcOrd="10" destOrd="0" presId="urn:microsoft.com/office/officeart/2005/8/layout/venn1"/>
    <dgm:cxn modelId="{017749E9-1BE9-4BCF-B98E-86D991D1F239}" type="presParOf" srcId="{62258B5F-31A5-4ED5-8A20-2F224AC2DA9E}" destId="{D92FF974-EBFB-4765-BB71-1352F8B53CAB}" srcOrd="11" destOrd="0" presId="urn:microsoft.com/office/officeart/2005/8/layout/venn1"/>
    <dgm:cxn modelId="{4FA75A2C-FFC0-4C4D-A784-923E76E105D0}" type="presParOf" srcId="{62258B5F-31A5-4ED5-8A20-2F224AC2DA9E}" destId="{16DBED2C-E430-4F26-A050-03A6E5151F75}" srcOrd="12" destOrd="0" presId="urn:microsoft.com/office/officeart/2005/8/layout/venn1"/>
    <dgm:cxn modelId="{D1BD4C18-40E2-4B1F-B086-9FEDD8C212D5}" type="presParOf" srcId="{62258B5F-31A5-4ED5-8A20-2F224AC2DA9E}" destId="{115046DC-8FDF-4682-B9E7-E1EA1A898E7A}" srcOrd="1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72C733F-5FE1-4C0E-A8EF-D7A6C593147D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BE"/>
        </a:p>
      </dgm:t>
    </dgm:pt>
    <dgm:pt modelId="{C189B530-63CF-4ADE-B92B-536D6369EBCA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Data summary / description</a:t>
          </a:r>
          <a:endParaRPr lang="en-BE" sz="1400" b="0" dirty="0">
            <a:solidFill>
              <a:schemeClr val="bg1">
                <a:lumMod val="65000"/>
              </a:schemeClr>
            </a:solidFill>
          </a:endParaRPr>
        </a:p>
      </dgm:t>
    </dgm:pt>
    <dgm:pt modelId="{A993A2A5-D8EB-48A7-9B6E-2972DDB427AC}" type="parTrans" cxnId="{52CFFA39-685E-4611-8A16-8E4237EE0EDB}">
      <dgm:prSet/>
      <dgm:spPr/>
      <dgm:t>
        <a:bodyPr/>
        <a:lstStyle/>
        <a:p>
          <a:endParaRPr lang="en-BE" sz="4400"/>
        </a:p>
      </dgm:t>
    </dgm:pt>
    <dgm:pt modelId="{4FDE355A-9022-425C-A5A4-52A40CFF3128}" type="sibTrans" cxnId="{52CFFA39-685E-4611-8A16-8E4237EE0EDB}">
      <dgm:prSet/>
      <dgm:spPr/>
      <dgm:t>
        <a:bodyPr/>
        <a:lstStyle/>
        <a:p>
          <a:endParaRPr lang="en-BE" sz="4400"/>
        </a:p>
      </dgm:t>
    </dgm:pt>
    <dgm:pt modelId="{B2976183-307F-4594-A4A6-E78FF206E9D4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Ethical and legal issues</a:t>
          </a:r>
        </a:p>
      </dgm:t>
    </dgm:pt>
    <dgm:pt modelId="{FE0DE3C7-07E1-4C60-824D-8712E41D649B}" type="parTrans" cxnId="{21B0D923-7D25-47CE-8073-6ED625E1CFA1}">
      <dgm:prSet/>
      <dgm:spPr/>
      <dgm:t>
        <a:bodyPr/>
        <a:lstStyle/>
        <a:p>
          <a:endParaRPr lang="en-BE" sz="4400"/>
        </a:p>
      </dgm:t>
    </dgm:pt>
    <dgm:pt modelId="{D0719862-E605-47D6-8AB5-930EA9026E8A}" type="sibTrans" cxnId="{21B0D923-7D25-47CE-8073-6ED625E1CFA1}">
      <dgm:prSet/>
      <dgm:spPr/>
      <dgm:t>
        <a:bodyPr/>
        <a:lstStyle/>
        <a:p>
          <a:endParaRPr lang="en-BE" sz="4400"/>
        </a:p>
      </dgm:t>
    </dgm:pt>
    <dgm:pt modelId="{D8722FE6-B9AC-43CE-8552-87806BBFEBC3}">
      <dgm:prSet custT="1"/>
      <dgm:spPr/>
      <dgm:t>
        <a:bodyPr/>
        <a:lstStyle/>
        <a:p>
          <a:pPr>
            <a:defRPr b="1"/>
          </a:pPr>
          <a:r>
            <a:rPr lang="en-US" sz="1400" b="1" dirty="0"/>
            <a:t>Documentation and metadata</a:t>
          </a:r>
        </a:p>
      </dgm:t>
    </dgm:pt>
    <dgm:pt modelId="{47E6CA1B-4E01-481D-84D1-2EFBECAEC42C}" type="parTrans" cxnId="{AE3A5630-142D-4D80-BA81-58B55CC4C2ED}">
      <dgm:prSet/>
      <dgm:spPr/>
      <dgm:t>
        <a:bodyPr/>
        <a:lstStyle/>
        <a:p>
          <a:endParaRPr lang="en-BE" sz="4400"/>
        </a:p>
      </dgm:t>
    </dgm:pt>
    <dgm:pt modelId="{3C949B24-061D-4170-8BCD-5F9CD955B72F}" type="sibTrans" cxnId="{AE3A5630-142D-4D80-BA81-58B55CC4C2ED}">
      <dgm:prSet/>
      <dgm:spPr/>
      <dgm:t>
        <a:bodyPr/>
        <a:lstStyle/>
        <a:p>
          <a:endParaRPr lang="en-BE" sz="4400"/>
        </a:p>
      </dgm:t>
    </dgm:pt>
    <dgm:pt modelId="{E2F4883D-9621-4B10-B8A6-B554255C4F55}">
      <dgm:prSet custT="1"/>
      <dgm:spPr/>
      <dgm:t>
        <a:bodyPr/>
        <a:lstStyle/>
        <a:p>
          <a:pPr>
            <a:defRPr b="1"/>
          </a:pPr>
          <a:r>
            <a:rPr lang="en-US" sz="1400" b="0">
              <a:solidFill>
                <a:schemeClr val="bg1">
                  <a:lumMod val="65000"/>
                </a:schemeClr>
              </a:solidFill>
            </a:rPr>
            <a:t>Resources and Responsibilities</a:t>
          </a:r>
          <a:endParaRPr lang="en-US" sz="1400" b="0" dirty="0">
            <a:solidFill>
              <a:schemeClr val="bg1">
                <a:lumMod val="65000"/>
              </a:schemeClr>
            </a:solidFill>
          </a:endParaRPr>
        </a:p>
      </dgm:t>
    </dgm:pt>
    <dgm:pt modelId="{693F66AC-3C20-4FE9-ABE0-3BEC4DDEF95F}" type="parTrans" cxnId="{DC82E4BC-2AB4-4CB7-A5CB-72FFC634AD99}">
      <dgm:prSet/>
      <dgm:spPr/>
      <dgm:t>
        <a:bodyPr/>
        <a:lstStyle/>
        <a:p>
          <a:endParaRPr lang="en-BE" sz="4400"/>
        </a:p>
      </dgm:t>
    </dgm:pt>
    <dgm:pt modelId="{A2B10273-6EF2-4343-A0AA-1C7B28999382}" type="sibTrans" cxnId="{DC82E4BC-2AB4-4CB7-A5CB-72FFC634AD99}">
      <dgm:prSet/>
      <dgm:spPr/>
      <dgm:t>
        <a:bodyPr/>
        <a:lstStyle/>
        <a:p>
          <a:endParaRPr lang="en-BE" sz="4400"/>
        </a:p>
      </dgm:t>
    </dgm:pt>
    <dgm:pt modelId="{31E4C783-3083-483A-903B-FC4EA7B07309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Data sharing and reuse</a:t>
          </a:r>
        </a:p>
      </dgm:t>
    </dgm:pt>
    <dgm:pt modelId="{C66B4DBC-7ED8-4DA6-8D83-647F508E02AA}" type="parTrans" cxnId="{AD039DCE-5731-4E45-B1F0-DC18B1950489}">
      <dgm:prSet/>
      <dgm:spPr/>
      <dgm:t>
        <a:bodyPr/>
        <a:lstStyle/>
        <a:p>
          <a:endParaRPr lang="en-BE" sz="4400"/>
        </a:p>
      </dgm:t>
    </dgm:pt>
    <dgm:pt modelId="{A6986805-3C8F-453E-BEA8-DE5896291361}" type="sibTrans" cxnId="{AD039DCE-5731-4E45-B1F0-DC18B1950489}">
      <dgm:prSet/>
      <dgm:spPr/>
      <dgm:t>
        <a:bodyPr/>
        <a:lstStyle/>
        <a:p>
          <a:endParaRPr lang="en-BE" sz="4400"/>
        </a:p>
      </dgm:t>
    </dgm:pt>
    <dgm:pt modelId="{0B19FE67-7066-4C26-A1D5-C0F5D413731D}">
      <dgm:prSet custT="1"/>
      <dgm:spPr/>
      <dgm:t>
        <a:bodyPr/>
        <a:lstStyle/>
        <a:p>
          <a:pPr>
            <a:defRPr b="1"/>
          </a:pPr>
          <a:r>
            <a:rPr lang="en-US" sz="1400" dirty="0">
              <a:solidFill>
                <a:schemeClr val="bg1">
                  <a:lumMod val="65000"/>
                </a:schemeClr>
              </a:solidFill>
            </a:rPr>
            <a:t>Data storage during the project</a:t>
          </a:r>
        </a:p>
      </dgm:t>
    </dgm:pt>
    <dgm:pt modelId="{CBF0702D-4DA4-422E-8BE3-89F1CE8A76AF}" type="parTrans" cxnId="{CA5C63F1-0639-4013-B9AA-0FB65B0DA70D}">
      <dgm:prSet/>
      <dgm:spPr/>
      <dgm:t>
        <a:bodyPr/>
        <a:lstStyle/>
        <a:p>
          <a:endParaRPr lang="en-BE" sz="4400"/>
        </a:p>
      </dgm:t>
    </dgm:pt>
    <dgm:pt modelId="{35911072-66E1-4723-A34B-51B343104802}" type="sibTrans" cxnId="{CA5C63F1-0639-4013-B9AA-0FB65B0DA70D}">
      <dgm:prSet/>
      <dgm:spPr/>
      <dgm:t>
        <a:bodyPr/>
        <a:lstStyle/>
        <a:p>
          <a:endParaRPr lang="en-BE" sz="4400"/>
        </a:p>
      </dgm:t>
    </dgm:pt>
    <dgm:pt modelId="{AC3ABCE8-678E-45DD-8C80-E9F6932BD08F}">
      <dgm:prSet custT="1"/>
      <dgm:spPr/>
      <dgm:t>
        <a:bodyPr/>
        <a:lstStyle/>
        <a:p>
          <a:pPr>
            <a:defRPr b="1"/>
          </a:pPr>
          <a:r>
            <a:rPr lang="en-US" sz="1400" dirty="0">
              <a:solidFill>
                <a:schemeClr val="bg1">
                  <a:lumMod val="65000"/>
                </a:schemeClr>
              </a:solidFill>
            </a:rPr>
            <a:t>Long-term preservation</a:t>
          </a:r>
        </a:p>
      </dgm:t>
    </dgm:pt>
    <dgm:pt modelId="{FC0D5BC6-4C48-4069-85F7-84FBE4678524}" type="parTrans" cxnId="{711BE608-6474-42D1-937A-52B92F882D47}">
      <dgm:prSet/>
      <dgm:spPr/>
      <dgm:t>
        <a:bodyPr/>
        <a:lstStyle/>
        <a:p>
          <a:endParaRPr lang="en-BE" sz="4400"/>
        </a:p>
      </dgm:t>
    </dgm:pt>
    <dgm:pt modelId="{FD7D4E1F-89FD-4F4A-B0F8-F47A1A74A8AD}" type="sibTrans" cxnId="{711BE608-6474-42D1-937A-52B92F882D47}">
      <dgm:prSet/>
      <dgm:spPr/>
      <dgm:t>
        <a:bodyPr/>
        <a:lstStyle/>
        <a:p>
          <a:endParaRPr lang="en-BE" sz="4400"/>
        </a:p>
      </dgm:t>
    </dgm:pt>
    <dgm:pt modelId="{DB0064B8-2323-4D9C-9569-16CF482ECA67}">
      <dgm:prSet custT="1"/>
      <dgm:spPr/>
      <dgm:t>
        <a:bodyPr/>
        <a:lstStyle/>
        <a:p>
          <a:r>
            <a:rPr lang="en-US" sz="1100" b="1" dirty="0"/>
            <a:t>Where and how, standards, ontologies, vocabularies</a:t>
          </a:r>
        </a:p>
      </dgm:t>
    </dgm:pt>
    <dgm:pt modelId="{DD8CC967-B14E-4F86-9A01-2616A5C8DEF4}" type="parTrans" cxnId="{EA83EE60-8F61-4411-A32D-79741A6CFB11}">
      <dgm:prSet/>
      <dgm:spPr/>
      <dgm:t>
        <a:bodyPr/>
        <a:lstStyle/>
        <a:p>
          <a:endParaRPr lang="en-BE" sz="4400"/>
        </a:p>
      </dgm:t>
    </dgm:pt>
    <dgm:pt modelId="{011BA436-68E4-4A85-AFD5-9E79EBD7EAAD}" type="sibTrans" cxnId="{EA83EE60-8F61-4411-A32D-79741A6CFB11}">
      <dgm:prSet/>
      <dgm:spPr/>
      <dgm:t>
        <a:bodyPr/>
        <a:lstStyle/>
        <a:p>
          <a:endParaRPr lang="en-BE" sz="4400"/>
        </a:p>
      </dgm:t>
    </dgm:pt>
    <dgm:pt modelId="{62258B5F-31A5-4ED5-8A20-2F224AC2DA9E}" type="pres">
      <dgm:prSet presAssocID="{072C733F-5FE1-4C0E-A8EF-D7A6C593147D}" presName="compositeShape" presStyleCnt="0">
        <dgm:presLayoutVars>
          <dgm:chMax val="7"/>
          <dgm:dir/>
          <dgm:resizeHandles val="exact"/>
        </dgm:presLayoutVars>
      </dgm:prSet>
      <dgm:spPr/>
    </dgm:pt>
    <dgm:pt modelId="{9C48A8D3-FCC7-45C5-A045-49CB86F5EFA8}" type="pres">
      <dgm:prSet presAssocID="{C189B530-63CF-4ADE-B92B-536D6369EBCA}" presName="circ1" presStyleLbl="vennNode1" presStyleIdx="0" presStyleCnt="7"/>
      <dgm:spPr>
        <a:solidFill>
          <a:srgbClr val="01A2A6">
            <a:alpha val="5098"/>
          </a:srgbClr>
        </a:solidFill>
      </dgm:spPr>
    </dgm:pt>
    <dgm:pt modelId="{FE96EB48-9F85-4910-8988-3A0AA710D7AD}" type="pres">
      <dgm:prSet presAssocID="{C189B530-63CF-4ADE-B92B-536D6369EBCA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64A58E8-A03A-4D8C-B7B0-03C549EE4649}" type="pres">
      <dgm:prSet presAssocID="{B2976183-307F-4594-A4A6-E78FF206E9D4}" presName="circ2" presStyleLbl="vennNode1" presStyleIdx="1" presStyleCnt="7"/>
      <dgm:spPr>
        <a:solidFill>
          <a:srgbClr val="01A2A6">
            <a:alpha val="5098"/>
          </a:srgbClr>
        </a:solidFill>
      </dgm:spPr>
    </dgm:pt>
    <dgm:pt modelId="{BAE42488-5BA9-48E1-BD4F-1DF5DE76FAED}" type="pres">
      <dgm:prSet presAssocID="{B2976183-307F-4594-A4A6-E78FF206E9D4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B5EDE38-80F6-4F76-AB45-F0FC6E6AEC94}" type="pres">
      <dgm:prSet presAssocID="{D8722FE6-B9AC-43CE-8552-87806BBFEBC3}" presName="circ3" presStyleLbl="vennNode1" presStyleIdx="2" presStyleCnt="7"/>
      <dgm:spPr/>
    </dgm:pt>
    <dgm:pt modelId="{C6AFA8C0-C12C-4987-8D0B-CE48A91CC1BA}" type="pres">
      <dgm:prSet presAssocID="{D8722FE6-B9AC-43CE-8552-87806BBFEBC3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DBB1079-7304-46F9-94EF-CB41E22345BC}" type="pres">
      <dgm:prSet presAssocID="{E2F4883D-9621-4B10-B8A6-B554255C4F55}" presName="circ4" presStyleLbl="vennNode1" presStyleIdx="3" presStyleCnt="7"/>
      <dgm:spPr>
        <a:solidFill>
          <a:srgbClr val="01A2A6">
            <a:alpha val="5098"/>
          </a:srgbClr>
        </a:solidFill>
      </dgm:spPr>
    </dgm:pt>
    <dgm:pt modelId="{6B57FF16-D211-4AD9-BC50-AE09F0210615}" type="pres">
      <dgm:prSet presAssocID="{E2F4883D-9621-4B10-B8A6-B554255C4F55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A0AB2AA-07E7-454C-84A0-206BF1822B22}" type="pres">
      <dgm:prSet presAssocID="{31E4C783-3083-483A-903B-FC4EA7B07309}" presName="circ5" presStyleLbl="vennNode1" presStyleIdx="4" presStyleCnt="7"/>
      <dgm:spPr>
        <a:solidFill>
          <a:srgbClr val="01A2A6">
            <a:alpha val="5098"/>
          </a:srgbClr>
        </a:solidFill>
      </dgm:spPr>
    </dgm:pt>
    <dgm:pt modelId="{2C910D8B-DE83-4DAE-91BC-4C54EC7D3262}" type="pres">
      <dgm:prSet presAssocID="{31E4C783-3083-483A-903B-FC4EA7B07309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2B34CC6-03A0-42B6-81D3-C7CA7448D9BA}" type="pres">
      <dgm:prSet presAssocID="{0B19FE67-7066-4C26-A1D5-C0F5D413731D}" presName="circ6" presStyleLbl="vennNode1" presStyleIdx="5" presStyleCnt="7"/>
      <dgm:spPr>
        <a:solidFill>
          <a:srgbClr val="01A2A6">
            <a:alpha val="5098"/>
          </a:srgbClr>
        </a:solidFill>
      </dgm:spPr>
    </dgm:pt>
    <dgm:pt modelId="{D92FF974-EBFB-4765-BB71-1352F8B53CAB}" type="pres">
      <dgm:prSet presAssocID="{0B19FE67-7066-4C26-A1D5-C0F5D413731D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6DBED2C-E430-4F26-A050-03A6E5151F75}" type="pres">
      <dgm:prSet presAssocID="{AC3ABCE8-678E-45DD-8C80-E9F6932BD08F}" presName="circ7" presStyleLbl="vennNode1" presStyleIdx="6" presStyleCnt="7"/>
      <dgm:spPr>
        <a:solidFill>
          <a:srgbClr val="01A2A6">
            <a:alpha val="5098"/>
          </a:srgbClr>
        </a:solidFill>
      </dgm:spPr>
    </dgm:pt>
    <dgm:pt modelId="{115046DC-8FDF-4682-B9E7-E1EA1A898E7A}" type="pres">
      <dgm:prSet presAssocID="{AC3ABCE8-678E-45DD-8C80-E9F6932BD08F}" presName="circ7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8FE6EC02-2A65-4B5D-9199-0AD4565880FC}" type="presOf" srcId="{0B19FE67-7066-4C26-A1D5-C0F5D413731D}" destId="{D92FF974-EBFB-4765-BB71-1352F8B53CAB}" srcOrd="0" destOrd="0" presId="urn:microsoft.com/office/officeart/2005/8/layout/venn1"/>
    <dgm:cxn modelId="{711BE608-6474-42D1-937A-52B92F882D47}" srcId="{072C733F-5FE1-4C0E-A8EF-D7A6C593147D}" destId="{AC3ABCE8-678E-45DD-8C80-E9F6932BD08F}" srcOrd="6" destOrd="0" parTransId="{FC0D5BC6-4C48-4069-85F7-84FBE4678524}" sibTransId="{FD7D4E1F-89FD-4F4A-B0F8-F47A1A74A8AD}"/>
    <dgm:cxn modelId="{743D681F-FF7F-40EC-B779-BE41893D5281}" type="presOf" srcId="{E2F4883D-9621-4B10-B8A6-B554255C4F55}" destId="{6B57FF16-D211-4AD9-BC50-AE09F0210615}" srcOrd="0" destOrd="0" presId="urn:microsoft.com/office/officeart/2005/8/layout/venn1"/>
    <dgm:cxn modelId="{21B0D923-7D25-47CE-8073-6ED625E1CFA1}" srcId="{072C733F-5FE1-4C0E-A8EF-D7A6C593147D}" destId="{B2976183-307F-4594-A4A6-E78FF206E9D4}" srcOrd="1" destOrd="0" parTransId="{FE0DE3C7-07E1-4C60-824D-8712E41D649B}" sibTransId="{D0719862-E605-47D6-8AB5-930EA9026E8A}"/>
    <dgm:cxn modelId="{AE3A5630-142D-4D80-BA81-58B55CC4C2ED}" srcId="{072C733F-5FE1-4C0E-A8EF-D7A6C593147D}" destId="{D8722FE6-B9AC-43CE-8552-87806BBFEBC3}" srcOrd="2" destOrd="0" parTransId="{47E6CA1B-4E01-481D-84D1-2EFBECAEC42C}" sibTransId="{3C949B24-061D-4170-8BCD-5F9CD955B72F}"/>
    <dgm:cxn modelId="{52CFFA39-685E-4611-8A16-8E4237EE0EDB}" srcId="{072C733F-5FE1-4C0E-A8EF-D7A6C593147D}" destId="{C189B530-63CF-4ADE-B92B-536D6369EBCA}" srcOrd="0" destOrd="0" parTransId="{A993A2A5-D8EB-48A7-9B6E-2972DDB427AC}" sibTransId="{4FDE355A-9022-425C-A5A4-52A40CFF3128}"/>
    <dgm:cxn modelId="{83C0263D-310D-4BD9-B507-DCCFFEFAF64F}" type="presOf" srcId="{B2976183-307F-4594-A4A6-E78FF206E9D4}" destId="{BAE42488-5BA9-48E1-BD4F-1DF5DE76FAED}" srcOrd="0" destOrd="0" presId="urn:microsoft.com/office/officeart/2005/8/layout/venn1"/>
    <dgm:cxn modelId="{EA83EE60-8F61-4411-A32D-79741A6CFB11}" srcId="{D8722FE6-B9AC-43CE-8552-87806BBFEBC3}" destId="{DB0064B8-2323-4D9C-9569-16CF482ECA67}" srcOrd="0" destOrd="0" parTransId="{DD8CC967-B14E-4F86-9A01-2616A5C8DEF4}" sibTransId="{011BA436-68E4-4A85-AFD5-9E79EBD7EAAD}"/>
    <dgm:cxn modelId="{C4874E8A-6CA2-4A36-A154-68B7950AD5B2}" type="presOf" srcId="{31E4C783-3083-483A-903B-FC4EA7B07309}" destId="{2C910D8B-DE83-4DAE-91BC-4C54EC7D3262}" srcOrd="0" destOrd="0" presId="urn:microsoft.com/office/officeart/2005/8/layout/venn1"/>
    <dgm:cxn modelId="{743D94AD-3480-45F4-A4BC-B8C6C058A49B}" type="presOf" srcId="{DB0064B8-2323-4D9C-9569-16CF482ECA67}" destId="{C6AFA8C0-C12C-4987-8D0B-CE48A91CC1BA}" srcOrd="0" destOrd="1" presId="urn:microsoft.com/office/officeart/2005/8/layout/venn1"/>
    <dgm:cxn modelId="{DC82E4BC-2AB4-4CB7-A5CB-72FFC634AD99}" srcId="{072C733F-5FE1-4C0E-A8EF-D7A6C593147D}" destId="{E2F4883D-9621-4B10-B8A6-B554255C4F55}" srcOrd="3" destOrd="0" parTransId="{693F66AC-3C20-4FE9-ABE0-3BEC4DDEF95F}" sibTransId="{A2B10273-6EF2-4343-A0AA-1C7B28999382}"/>
    <dgm:cxn modelId="{D138C8C0-AD34-4B4C-9D8C-75D63DAC1813}" type="presOf" srcId="{AC3ABCE8-678E-45DD-8C80-E9F6932BD08F}" destId="{115046DC-8FDF-4682-B9E7-E1EA1A898E7A}" srcOrd="0" destOrd="0" presId="urn:microsoft.com/office/officeart/2005/8/layout/venn1"/>
    <dgm:cxn modelId="{AD039DCE-5731-4E45-B1F0-DC18B1950489}" srcId="{072C733F-5FE1-4C0E-A8EF-D7A6C593147D}" destId="{31E4C783-3083-483A-903B-FC4EA7B07309}" srcOrd="4" destOrd="0" parTransId="{C66B4DBC-7ED8-4DA6-8D83-647F508E02AA}" sibTransId="{A6986805-3C8F-453E-BEA8-DE5896291361}"/>
    <dgm:cxn modelId="{5B00D1E1-3110-4E2F-A464-E2611EA21D1B}" type="presOf" srcId="{D8722FE6-B9AC-43CE-8552-87806BBFEBC3}" destId="{C6AFA8C0-C12C-4987-8D0B-CE48A91CC1BA}" srcOrd="0" destOrd="0" presId="urn:microsoft.com/office/officeart/2005/8/layout/venn1"/>
    <dgm:cxn modelId="{CA5C63F1-0639-4013-B9AA-0FB65B0DA70D}" srcId="{072C733F-5FE1-4C0E-A8EF-D7A6C593147D}" destId="{0B19FE67-7066-4C26-A1D5-C0F5D413731D}" srcOrd="5" destOrd="0" parTransId="{CBF0702D-4DA4-422E-8BE3-89F1CE8A76AF}" sibTransId="{35911072-66E1-4723-A34B-51B343104802}"/>
    <dgm:cxn modelId="{B30D8AF6-880D-4A95-9FA0-35B8FF66B981}" type="presOf" srcId="{072C733F-5FE1-4C0E-A8EF-D7A6C593147D}" destId="{62258B5F-31A5-4ED5-8A20-2F224AC2DA9E}" srcOrd="0" destOrd="0" presId="urn:microsoft.com/office/officeart/2005/8/layout/venn1"/>
    <dgm:cxn modelId="{3AEEE5FE-F3E0-4A5A-88E5-FFE60312D839}" type="presOf" srcId="{C189B530-63CF-4ADE-B92B-536D6369EBCA}" destId="{FE96EB48-9F85-4910-8988-3A0AA710D7AD}" srcOrd="0" destOrd="0" presId="urn:microsoft.com/office/officeart/2005/8/layout/venn1"/>
    <dgm:cxn modelId="{EBCA690B-41BA-4DEC-ABE5-6E4056FCB792}" type="presParOf" srcId="{62258B5F-31A5-4ED5-8A20-2F224AC2DA9E}" destId="{9C48A8D3-FCC7-45C5-A045-49CB86F5EFA8}" srcOrd="0" destOrd="0" presId="urn:microsoft.com/office/officeart/2005/8/layout/venn1"/>
    <dgm:cxn modelId="{98F0890F-9370-4E09-A135-FB7C75D5BA52}" type="presParOf" srcId="{62258B5F-31A5-4ED5-8A20-2F224AC2DA9E}" destId="{FE96EB48-9F85-4910-8988-3A0AA710D7AD}" srcOrd="1" destOrd="0" presId="urn:microsoft.com/office/officeart/2005/8/layout/venn1"/>
    <dgm:cxn modelId="{31B7539A-BDBB-4B99-9F47-D0F6B966375D}" type="presParOf" srcId="{62258B5F-31A5-4ED5-8A20-2F224AC2DA9E}" destId="{A64A58E8-A03A-4D8C-B7B0-03C549EE4649}" srcOrd="2" destOrd="0" presId="urn:microsoft.com/office/officeart/2005/8/layout/venn1"/>
    <dgm:cxn modelId="{E4C34541-42B2-416D-BD6F-5D4C1F22BE69}" type="presParOf" srcId="{62258B5F-31A5-4ED5-8A20-2F224AC2DA9E}" destId="{BAE42488-5BA9-48E1-BD4F-1DF5DE76FAED}" srcOrd="3" destOrd="0" presId="urn:microsoft.com/office/officeart/2005/8/layout/venn1"/>
    <dgm:cxn modelId="{59445A3A-972C-45A9-A3B3-D2A59ED3C846}" type="presParOf" srcId="{62258B5F-31A5-4ED5-8A20-2F224AC2DA9E}" destId="{9B5EDE38-80F6-4F76-AB45-F0FC6E6AEC94}" srcOrd="4" destOrd="0" presId="urn:microsoft.com/office/officeart/2005/8/layout/venn1"/>
    <dgm:cxn modelId="{D6288A4C-B3EE-4938-B3F5-616FA90B4B4A}" type="presParOf" srcId="{62258B5F-31A5-4ED5-8A20-2F224AC2DA9E}" destId="{C6AFA8C0-C12C-4987-8D0B-CE48A91CC1BA}" srcOrd="5" destOrd="0" presId="urn:microsoft.com/office/officeart/2005/8/layout/venn1"/>
    <dgm:cxn modelId="{83EF5FC2-9DE4-418E-90FF-4ACCD63076C7}" type="presParOf" srcId="{62258B5F-31A5-4ED5-8A20-2F224AC2DA9E}" destId="{1DBB1079-7304-46F9-94EF-CB41E22345BC}" srcOrd="6" destOrd="0" presId="urn:microsoft.com/office/officeart/2005/8/layout/venn1"/>
    <dgm:cxn modelId="{848EBE28-E61D-4038-BAC4-37767154400C}" type="presParOf" srcId="{62258B5F-31A5-4ED5-8A20-2F224AC2DA9E}" destId="{6B57FF16-D211-4AD9-BC50-AE09F0210615}" srcOrd="7" destOrd="0" presId="urn:microsoft.com/office/officeart/2005/8/layout/venn1"/>
    <dgm:cxn modelId="{0DCC8805-C746-48AB-B834-D4595D22C90F}" type="presParOf" srcId="{62258B5F-31A5-4ED5-8A20-2F224AC2DA9E}" destId="{CA0AB2AA-07E7-454C-84A0-206BF1822B22}" srcOrd="8" destOrd="0" presId="urn:microsoft.com/office/officeart/2005/8/layout/venn1"/>
    <dgm:cxn modelId="{69A0DFAF-72F2-4F87-AADC-84A103B20F7E}" type="presParOf" srcId="{62258B5F-31A5-4ED5-8A20-2F224AC2DA9E}" destId="{2C910D8B-DE83-4DAE-91BC-4C54EC7D3262}" srcOrd="9" destOrd="0" presId="urn:microsoft.com/office/officeart/2005/8/layout/venn1"/>
    <dgm:cxn modelId="{7A9B7A3D-3AAF-4FDE-A7AB-EF546F6EBD8E}" type="presParOf" srcId="{62258B5F-31A5-4ED5-8A20-2F224AC2DA9E}" destId="{42B34CC6-03A0-42B6-81D3-C7CA7448D9BA}" srcOrd="10" destOrd="0" presId="urn:microsoft.com/office/officeart/2005/8/layout/venn1"/>
    <dgm:cxn modelId="{017749E9-1BE9-4BCF-B98E-86D991D1F239}" type="presParOf" srcId="{62258B5F-31A5-4ED5-8A20-2F224AC2DA9E}" destId="{D92FF974-EBFB-4765-BB71-1352F8B53CAB}" srcOrd="11" destOrd="0" presId="urn:microsoft.com/office/officeart/2005/8/layout/venn1"/>
    <dgm:cxn modelId="{4FA75A2C-FFC0-4C4D-A784-923E76E105D0}" type="presParOf" srcId="{62258B5F-31A5-4ED5-8A20-2F224AC2DA9E}" destId="{16DBED2C-E430-4F26-A050-03A6E5151F75}" srcOrd="12" destOrd="0" presId="urn:microsoft.com/office/officeart/2005/8/layout/venn1"/>
    <dgm:cxn modelId="{D1BD4C18-40E2-4B1F-B086-9FEDD8C212D5}" type="presParOf" srcId="{62258B5F-31A5-4ED5-8A20-2F224AC2DA9E}" destId="{115046DC-8FDF-4682-B9E7-E1EA1A898E7A}" srcOrd="1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72C733F-5FE1-4C0E-A8EF-D7A6C593147D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BE"/>
        </a:p>
      </dgm:t>
    </dgm:pt>
    <dgm:pt modelId="{C189B530-63CF-4ADE-B92B-536D6369EBCA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Data summary / description</a:t>
          </a:r>
          <a:endParaRPr lang="en-BE" sz="1400" b="0" dirty="0">
            <a:solidFill>
              <a:schemeClr val="bg1">
                <a:lumMod val="65000"/>
              </a:schemeClr>
            </a:solidFill>
          </a:endParaRPr>
        </a:p>
      </dgm:t>
    </dgm:pt>
    <dgm:pt modelId="{A993A2A5-D8EB-48A7-9B6E-2972DDB427AC}" type="parTrans" cxnId="{52CFFA39-685E-4611-8A16-8E4237EE0EDB}">
      <dgm:prSet/>
      <dgm:spPr/>
      <dgm:t>
        <a:bodyPr/>
        <a:lstStyle/>
        <a:p>
          <a:endParaRPr lang="en-BE" sz="4400"/>
        </a:p>
      </dgm:t>
    </dgm:pt>
    <dgm:pt modelId="{4FDE355A-9022-425C-A5A4-52A40CFF3128}" type="sibTrans" cxnId="{52CFFA39-685E-4611-8A16-8E4237EE0EDB}">
      <dgm:prSet/>
      <dgm:spPr/>
      <dgm:t>
        <a:bodyPr/>
        <a:lstStyle/>
        <a:p>
          <a:endParaRPr lang="en-BE" sz="4400"/>
        </a:p>
      </dgm:t>
    </dgm:pt>
    <dgm:pt modelId="{B2976183-307F-4594-A4A6-E78FF206E9D4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Ethical and legal issues</a:t>
          </a:r>
        </a:p>
      </dgm:t>
    </dgm:pt>
    <dgm:pt modelId="{FE0DE3C7-07E1-4C60-824D-8712E41D649B}" type="parTrans" cxnId="{21B0D923-7D25-47CE-8073-6ED625E1CFA1}">
      <dgm:prSet/>
      <dgm:spPr/>
      <dgm:t>
        <a:bodyPr/>
        <a:lstStyle/>
        <a:p>
          <a:endParaRPr lang="en-BE" sz="4400"/>
        </a:p>
      </dgm:t>
    </dgm:pt>
    <dgm:pt modelId="{D0719862-E605-47D6-8AB5-930EA9026E8A}" type="sibTrans" cxnId="{21B0D923-7D25-47CE-8073-6ED625E1CFA1}">
      <dgm:prSet/>
      <dgm:spPr/>
      <dgm:t>
        <a:bodyPr/>
        <a:lstStyle/>
        <a:p>
          <a:endParaRPr lang="en-BE" sz="4400"/>
        </a:p>
      </dgm:t>
    </dgm:pt>
    <dgm:pt modelId="{D8722FE6-B9AC-43CE-8552-87806BBFEBC3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Documentation and metadata</a:t>
          </a:r>
        </a:p>
      </dgm:t>
    </dgm:pt>
    <dgm:pt modelId="{47E6CA1B-4E01-481D-84D1-2EFBECAEC42C}" type="parTrans" cxnId="{AE3A5630-142D-4D80-BA81-58B55CC4C2ED}">
      <dgm:prSet/>
      <dgm:spPr/>
      <dgm:t>
        <a:bodyPr/>
        <a:lstStyle/>
        <a:p>
          <a:endParaRPr lang="en-BE" sz="4400"/>
        </a:p>
      </dgm:t>
    </dgm:pt>
    <dgm:pt modelId="{3C949B24-061D-4170-8BCD-5F9CD955B72F}" type="sibTrans" cxnId="{AE3A5630-142D-4D80-BA81-58B55CC4C2ED}">
      <dgm:prSet/>
      <dgm:spPr/>
      <dgm:t>
        <a:bodyPr/>
        <a:lstStyle/>
        <a:p>
          <a:endParaRPr lang="en-BE" sz="4400"/>
        </a:p>
      </dgm:t>
    </dgm:pt>
    <dgm:pt modelId="{E2F4883D-9621-4B10-B8A6-B554255C4F55}">
      <dgm:prSet custT="1"/>
      <dgm:spPr/>
      <dgm:t>
        <a:bodyPr/>
        <a:lstStyle/>
        <a:p>
          <a:pPr>
            <a:defRPr b="1"/>
          </a:pPr>
          <a:r>
            <a:rPr lang="en-US" sz="1400" b="1" dirty="0"/>
            <a:t>Resources and Responsibilities</a:t>
          </a:r>
        </a:p>
      </dgm:t>
    </dgm:pt>
    <dgm:pt modelId="{693F66AC-3C20-4FE9-ABE0-3BEC4DDEF95F}" type="parTrans" cxnId="{DC82E4BC-2AB4-4CB7-A5CB-72FFC634AD99}">
      <dgm:prSet/>
      <dgm:spPr/>
      <dgm:t>
        <a:bodyPr/>
        <a:lstStyle/>
        <a:p>
          <a:endParaRPr lang="en-BE" sz="4400"/>
        </a:p>
      </dgm:t>
    </dgm:pt>
    <dgm:pt modelId="{A2B10273-6EF2-4343-A0AA-1C7B28999382}" type="sibTrans" cxnId="{DC82E4BC-2AB4-4CB7-A5CB-72FFC634AD99}">
      <dgm:prSet/>
      <dgm:spPr/>
      <dgm:t>
        <a:bodyPr/>
        <a:lstStyle/>
        <a:p>
          <a:endParaRPr lang="en-BE" sz="4400"/>
        </a:p>
      </dgm:t>
    </dgm:pt>
    <dgm:pt modelId="{31E4C783-3083-483A-903B-FC4EA7B07309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Data sharing and reuse</a:t>
          </a:r>
        </a:p>
      </dgm:t>
    </dgm:pt>
    <dgm:pt modelId="{C66B4DBC-7ED8-4DA6-8D83-647F508E02AA}" type="parTrans" cxnId="{AD039DCE-5731-4E45-B1F0-DC18B1950489}">
      <dgm:prSet/>
      <dgm:spPr/>
      <dgm:t>
        <a:bodyPr/>
        <a:lstStyle/>
        <a:p>
          <a:endParaRPr lang="en-BE" sz="4400"/>
        </a:p>
      </dgm:t>
    </dgm:pt>
    <dgm:pt modelId="{A6986805-3C8F-453E-BEA8-DE5896291361}" type="sibTrans" cxnId="{AD039DCE-5731-4E45-B1F0-DC18B1950489}">
      <dgm:prSet/>
      <dgm:spPr/>
      <dgm:t>
        <a:bodyPr/>
        <a:lstStyle/>
        <a:p>
          <a:endParaRPr lang="en-BE" sz="4400"/>
        </a:p>
      </dgm:t>
    </dgm:pt>
    <dgm:pt modelId="{0B19FE67-7066-4C26-A1D5-C0F5D413731D}">
      <dgm:prSet custT="1"/>
      <dgm:spPr/>
      <dgm:t>
        <a:bodyPr/>
        <a:lstStyle/>
        <a:p>
          <a:pPr>
            <a:defRPr b="1"/>
          </a:pPr>
          <a:r>
            <a:rPr lang="en-US" sz="1400" dirty="0">
              <a:solidFill>
                <a:schemeClr val="bg1">
                  <a:lumMod val="65000"/>
                </a:schemeClr>
              </a:solidFill>
            </a:rPr>
            <a:t>Data storage during the project</a:t>
          </a:r>
        </a:p>
      </dgm:t>
    </dgm:pt>
    <dgm:pt modelId="{CBF0702D-4DA4-422E-8BE3-89F1CE8A76AF}" type="parTrans" cxnId="{CA5C63F1-0639-4013-B9AA-0FB65B0DA70D}">
      <dgm:prSet/>
      <dgm:spPr/>
      <dgm:t>
        <a:bodyPr/>
        <a:lstStyle/>
        <a:p>
          <a:endParaRPr lang="en-BE" sz="4400"/>
        </a:p>
      </dgm:t>
    </dgm:pt>
    <dgm:pt modelId="{35911072-66E1-4723-A34B-51B343104802}" type="sibTrans" cxnId="{CA5C63F1-0639-4013-B9AA-0FB65B0DA70D}">
      <dgm:prSet/>
      <dgm:spPr/>
      <dgm:t>
        <a:bodyPr/>
        <a:lstStyle/>
        <a:p>
          <a:endParaRPr lang="en-BE" sz="4400"/>
        </a:p>
      </dgm:t>
    </dgm:pt>
    <dgm:pt modelId="{AC3ABCE8-678E-45DD-8C80-E9F6932BD08F}">
      <dgm:prSet custT="1"/>
      <dgm:spPr/>
      <dgm:t>
        <a:bodyPr/>
        <a:lstStyle/>
        <a:p>
          <a:pPr>
            <a:defRPr b="1"/>
          </a:pPr>
          <a:r>
            <a:rPr lang="en-US" sz="1400" dirty="0">
              <a:solidFill>
                <a:schemeClr val="bg1">
                  <a:lumMod val="65000"/>
                </a:schemeClr>
              </a:solidFill>
            </a:rPr>
            <a:t>Long-term preservation</a:t>
          </a:r>
        </a:p>
      </dgm:t>
    </dgm:pt>
    <dgm:pt modelId="{FC0D5BC6-4C48-4069-85F7-84FBE4678524}" type="parTrans" cxnId="{711BE608-6474-42D1-937A-52B92F882D47}">
      <dgm:prSet/>
      <dgm:spPr/>
      <dgm:t>
        <a:bodyPr/>
        <a:lstStyle/>
        <a:p>
          <a:endParaRPr lang="en-BE" sz="4400"/>
        </a:p>
      </dgm:t>
    </dgm:pt>
    <dgm:pt modelId="{FD7D4E1F-89FD-4F4A-B0F8-F47A1A74A8AD}" type="sibTrans" cxnId="{711BE608-6474-42D1-937A-52B92F882D47}">
      <dgm:prSet/>
      <dgm:spPr/>
      <dgm:t>
        <a:bodyPr/>
        <a:lstStyle/>
        <a:p>
          <a:endParaRPr lang="en-BE" sz="4400"/>
        </a:p>
      </dgm:t>
    </dgm:pt>
    <dgm:pt modelId="{0E667427-5848-4515-A031-ECEA2BC53572}">
      <dgm:prSet custT="1"/>
      <dgm:spPr/>
      <dgm:t>
        <a:bodyPr/>
        <a:lstStyle/>
        <a:p>
          <a:r>
            <a:rPr lang="en-US" sz="1100" b="1" dirty="0"/>
            <a:t>Costs</a:t>
          </a:r>
        </a:p>
      </dgm:t>
    </dgm:pt>
    <dgm:pt modelId="{AC065637-46F4-4373-8828-FF24A56E816A}" type="parTrans" cxnId="{E3299084-31EE-41EC-A353-B5FB88A5976A}">
      <dgm:prSet/>
      <dgm:spPr/>
      <dgm:t>
        <a:bodyPr/>
        <a:lstStyle/>
        <a:p>
          <a:endParaRPr lang="en-BE" sz="4400"/>
        </a:p>
      </dgm:t>
    </dgm:pt>
    <dgm:pt modelId="{F8B9CCEA-14E3-472C-9864-34FE7FBBC01F}" type="sibTrans" cxnId="{E3299084-31EE-41EC-A353-B5FB88A5976A}">
      <dgm:prSet/>
      <dgm:spPr/>
      <dgm:t>
        <a:bodyPr/>
        <a:lstStyle/>
        <a:p>
          <a:endParaRPr lang="en-BE" sz="4400"/>
        </a:p>
      </dgm:t>
    </dgm:pt>
    <dgm:pt modelId="{49B01C8D-AB39-4DA2-9BFA-89F05145D273}">
      <dgm:prSet custT="1"/>
      <dgm:spPr/>
      <dgm:t>
        <a:bodyPr/>
        <a:lstStyle/>
        <a:p>
          <a:r>
            <a:rPr lang="en-US" sz="1100" b="1" dirty="0"/>
            <a:t>Owner and roles</a:t>
          </a:r>
        </a:p>
      </dgm:t>
    </dgm:pt>
    <dgm:pt modelId="{27CA3932-59C9-4C52-92DD-98AF0CAC0A68}" type="parTrans" cxnId="{C5C182B5-4A26-4BF8-ABFC-017D5325CFF5}">
      <dgm:prSet/>
      <dgm:spPr/>
      <dgm:t>
        <a:bodyPr/>
        <a:lstStyle/>
        <a:p>
          <a:endParaRPr lang="en-BE"/>
        </a:p>
      </dgm:t>
    </dgm:pt>
    <dgm:pt modelId="{7818C823-A377-494B-A804-A1A86A12BF8B}" type="sibTrans" cxnId="{C5C182B5-4A26-4BF8-ABFC-017D5325CFF5}">
      <dgm:prSet/>
      <dgm:spPr/>
      <dgm:t>
        <a:bodyPr/>
        <a:lstStyle/>
        <a:p>
          <a:endParaRPr lang="en-BE"/>
        </a:p>
      </dgm:t>
    </dgm:pt>
    <dgm:pt modelId="{62258B5F-31A5-4ED5-8A20-2F224AC2DA9E}" type="pres">
      <dgm:prSet presAssocID="{072C733F-5FE1-4C0E-A8EF-D7A6C593147D}" presName="compositeShape" presStyleCnt="0">
        <dgm:presLayoutVars>
          <dgm:chMax val="7"/>
          <dgm:dir/>
          <dgm:resizeHandles val="exact"/>
        </dgm:presLayoutVars>
      </dgm:prSet>
      <dgm:spPr/>
    </dgm:pt>
    <dgm:pt modelId="{9C48A8D3-FCC7-45C5-A045-49CB86F5EFA8}" type="pres">
      <dgm:prSet presAssocID="{C189B530-63CF-4ADE-B92B-536D6369EBCA}" presName="circ1" presStyleLbl="vennNode1" presStyleIdx="0" presStyleCnt="7"/>
      <dgm:spPr>
        <a:solidFill>
          <a:srgbClr val="01A2A6">
            <a:alpha val="5098"/>
          </a:srgbClr>
        </a:solidFill>
      </dgm:spPr>
    </dgm:pt>
    <dgm:pt modelId="{FE96EB48-9F85-4910-8988-3A0AA710D7AD}" type="pres">
      <dgm:prSet presAssocID="{C189B530-63CF-4ADE-B92B-536D6369EBCA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64A58E8-A03A-4D8C-B7B0-03C549EE4649}" type="pres">
      <dgm:prSet presAssocID="{B2976183-307F-4594-A4A6-E78FF206E9D4}" presName="circ2" presStyleLbl="vennNode1" presStyleIdx="1" presStyleCnt="7"/>
      <dgm:spPr>
        <a:solidFill>
          <a:srgbClr val="01A2A6">
            <a:alpha val="5098"/>
          </a:srgbClr>
        </a:solidFill>
      </dgm:spPr>
    </dgm:pt>
    <dgm:pt modelId="{BAE42488-5BA9-48E1-BD4F-1DF5DE76FAED}" type="pres">
      <dgm:prSet presAssocID="{B2976183-307F-4594-A4A6-E78FF206E9D4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B5EDE38-80F6-4F76-AB45-F0FC6E6AEC94}" type="pres">
      <dgm:prSet presAssocID="{D8722FE6-B9AC-43CE-8552-87806BBFEBC3}" presName="circ3" presStyleLbl="vennNode1" presStyleIdx="2" presStyleCnt="7"/>
      <dgm:spPr>
        <a:solidFill>
          <a:srgbClr val="01A2A6">
            <a:alpha val="5098"/>
          </a:srgbClr>
        </a:solidFill>
      </dgm:spPr>
    </dgm:pt>
    <dgm:pt modelId="{C6AFA8C0-C12C-4987-8D0B-CE48A91CC1BA}" type="pres">
      <dgm:prSet presAssocID="{D8722FE6-B9AC-43CE-8552-87806BBFEBC3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DBB1079-7304-46F9-94EF-CB41E22345BC}" type="pres">
      <dgm:prSet presAssocID="{E2F4883D-9621-4B10-B8A6-B554255C4F55}" presName="circ4" presStyleLbl="vennNode1" presStyleIdx="3" presStyleCnt="7"/>
      <dgm:spPr/>
    </dgm:pt>
    <dgm:pt modelId="{6B57FF16-D211-4AD9-BC50-AE09F0210615}" type="pres">
      <dgm:prSet presAssocID="{E2F4883D-9621-4B10-B8A6-B554255C4F55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A0AB2AA-07E7-454C-84A0-206BF1822B22}" type="pres">
      <dgm:prSet presAssocID="{31E4C783-3083-483A-903B-FC4EA7B07309}" presName="circ5" presStyleLbl="vennNode1" presStyleIdx="4" presStyleCnt="7"/>
      <dgm:spPr>
        <a:solidFill>
          <a:srgbClr val="01A2A6">
            <a:alpha val="5098"/>
          </a:srgbClr>
        </a:solidFill>
      </dgm:spPr>
    </dgm:pt>
    <dgm:pt modelId="{2C910D8B-DE83-4DAE-91BC-4C54EC7D3262}" type="pres">
      <dgm:prSet presAssocID="{31E4C783-3083-483A-903B-FC4EA7B07309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2B34CC6-03A0-42B6-81D3-C7CA7448D9BA}" type="pres">
      <dgm:prSet presAssocID="{0B19FE67-7066-4C26-A1D5-C0F5D413731D}" presName="circ6" presStyleLbl="vennNode1" presStyleIdx="5" presStyleCnt="7"/>
      <dgm:spPr>
        <a:solidFill>
          <a:srgbClr val="01A2A6">
            <a:alpha val="5098"/>
          </a:srgbClr>
        </a:solidFill>
      </dgm:spPr>
    </dgm:pt>
    <dgm:pt modelId="{D92FF974-EBFB-4765-BB71-1352F8B53CAB}" type="pres">
      <dgm:prSet presAssocID="{0B19FE67-7066-4C26-A1D5-C0F5D413731D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6DBED2C-E430-4F26-A050-03A6E5151F75}" type="pres">
      <dgm:prSet presAssocID="{AC3ABCE8-678E-45DD-8C80-E9F6932BD08F}" presName="circ7" presStyleLbl="vennNode1" presStyleIdx="6" presStyleCnt="7"/>
      <dgm:spPr>
        <a:solidFill>
          <a:srgbClr val="01A2A6">
            <a:alpha val="5098"/>
          </a:srgbClr>
        </a:solidFill>
      </dgm:spPr>
    </dgm:pt>
    <dgm:pt modelId="{115046DC-8FDF-4682-B9E7-E1EA1A898E7A}" type="pres">
      <dgm:prSet presAssocID="{AC3ABCE8-678E-45DD-8C80-E9F6932BD08F}" presName="circ7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8FE6EC02-2A65-4B5D-9199-0AD4565880FC}" type="presOf" srcId="{0B19FE67-7066-4C26-A1D5-C0F5D413731D}" destId="{D92FF974-EBFB-4765-BB71-1352F8B53CAB}" srcOrd="0" destOrd="0" presId="urn:microsoft.com/office/officeart/2005/8/layout/venn1"/>
    <dgm:cxn modelId="{711BE608-6474-42D1-937A-52B92F882D47}" srcId="{072C733F-5FE1-4C0E-A8EF-D7A6C593147D}" destId="{AC3ABCE8-678E-45DD-8C80-E9F6932BD08F}" srcOrd="6" destOrd="0" parTransId="{FC0D5BC6-4C48-4069-85F7-84FBE4678524}" sibTransId="{FD7D4E1F-89FD-4F4A-B0F8-F47A1A74A8AD}"/>
    <dgm:cxn modelId="{23653E1D-80F4-4011-BE92-039C94A654DE}" type="presOf" srcId="{49B01C8D-AB39-4DA2-9BFA-89F05145D273}" destId="{6B57FF16-D211-4AD9-BC50-AE09F0210615}" srcOrd="0" destOrd="2" presId="urn:microsoft.com/office/officeart/2005/8/layout/venn1"/>
    <dgm:cxn modelId="{743D681F-FF7F-40EC-B779-BE41893D5281}" type="presOf" srcId="{E2F4883D-9621-4B10-B8A6-B554255C4F55}" destId="{6B57FF16-D211-4AD9-BC50-AE09F0210615}" srcOrd="0" destOrd="0" presId="urn:microsoft.com/office/officeart/2005/8/layout/venn1"/>
    <dgm:cxn modelId="{21B0D923-7D25-47CE-8073-6ED625E1CFA1}" srcId="{072C733F-5FE1-4C0E-A8EF-D7A6C593147D}" destId="{B2976183-307F-4594-A4A6-E78FF206E9D4}" srcOrd="1" destOrd="0" parTransId="{FE0DE3C7-07E1-4C60-824D-8712E41D649B}" sibTransId="{D0719862-E605-47D6-8AB5-930EA9026E8A}"/>
    <dgm:cxn modelId="{AE3A5630-142D-4D80-BA81-58B55CC4C2ED}" srcId="{072C733F-5FE1-4C0E-A8EF-D7A6C593147D}" destId="{D8722FE6-B9AC-43CE-8552-87806BBFEBC3}" srcOrd="2" destOrd="0" parTransId="{47E6CA1B-4E01-481D-84D1-2EFBECAEC42C}" sibTransId="{3C949B24-061D-4170-8BCD-5F9CD955B72F}"/>
    <dgm:cxn modelId="{52CFFA39-685E-4611-8A16-8E4237EE0EDB}" srcId="{072C733F-5FE1-4C0E-A8EF-D7A6C593147D}" destId="{C189B530-63CF-4ADE-B92B-536D6369EBCA}" srcOrd="0" destOrd="0" parTransId="{A993A2A5-D8EB-48A7-9B6E-2972DDB427AC}" sibTransId="{4FDE355A-9022-425C-A5A4-52A40CFF3128}"/>
    <dgm:cxn modelId="{83C0263D-310D-4BD9-B507-DCCFFEFAF64F}" type="presOf" srcId="{B2976183-307F-4594-A4A6-E78FF206E9D4}" destId="{BAE42488-5BA9-48E1-BD4F-1DF5DE76FAED}" srcOrd="0" destOrd="0" presId="urn:microsoft.com/office/officeart/2005/8/layout/venn1"/>
    <dgm:cxn modelId="{2FCF6C79-505C-4754-9F2C-656400428386}" type="presOf" srcId="{0E667427-5848-4515-A031-ECEA2BC53572}" destId="{6B57FF16-D211-4AD9-BC50-AE09F0210615}" srcOrd="0" destOrd="1" presId="urn:microsoft.com/office/officeart/2005/8/layout/venn1"/>
    <dgm:cxn modelId="{E3299084-31EE-41EC-A353-B5FB88A5976A}" srcId="{E2F4883D-9621-4B10-B8A6-B554255C4F55}" destId="{0E667427-5848-4515-A031-ECEA2BC53572}" srcOrd="0" destOrd="0" parTransId="{AC065637-46F4-4373-8828-FF24A56E816A}" sibTransId="{F8B9CCEA-14E3-472C-9864-34FE7FBBC01F}"/>
    <dgm:cxn modelId="{C4874E8A-6CA2-4A36-A154-68B7950AD5B2}" type="presOf" srcId="{31E4C783-3083-483A-903B-FC4EA7B07309}" destId="{2C910D8B-DE83-4DAE-91BC-4C54EC7D3262}" srcOrd="0" destOrd="0" presId="urn:microsoft.com/office/officeart/2005/8/layout/venn1"/>
    <dgm:cxn modelId="{C5C182B5-4A26-4BF8-ABFC-017D5325CFF5}" srcId="{E2F4883D-9621-4B10-B8A6-B554255C4F55}" destId="{49B01C8D-AB39-4DA2-9BFA-89F05145D273}" srcOrd="1" destOrd="0" parTransId="{27CA3932-59C9-4C52-92DD-98AF0CAC0A68}" sibTransId="{7818C823-A377-494B-A804-A1A86A12BF8B}"/>
    <dgm:cxn modelId="{DC82E4BC-2AB4-4CB7-A5CB-72FFC634AD99}" srcId="{072C733F-5FE1-4C0E-A8EF-D7A6C593147D}" destId="{E2F4883D-9621-4B10-B8A6-B554255C4F55}" srcOrd="3" destOrd="0" parTransId="{693F66AC-3C20-4FE9-ABE0-3BEC4DDEF95F}" sibTransId="{A2B10273-6EF2-4343-A0AA-1C7B28999382}"/>
    <dgm:cxn modelId="{D138C8C0-AD34-4B4C-9D8C-75D63DAC1813}" type="presOf" srcId="{AC3ABCE8-678E-45DD-8C80-E9F6932BD08F}" destId="{115046DC-8FDF-4682-B9E7-E1EA1A898E7A}" srcOrd="0" destOrd="0" presId="urn:microsoft.com/office/officeart/2005/8/layout/venn1"/>
    <dgm:cxn modelId="{AD039DCE-5731-4E45-B1F0-DC18B1950489}" srcId="{072C733F-5FE1-4C0E-A8EF-D7A6C593147D}" destId="{31E4C783-3083-483A-903B-FC4EA7B07309}" srcOrd="4" destOrd="0" parTransId="{C66B4DBC-7ED8-4DA6-8D83-647F508E02AA}" sibTransId="{A6986805-3C8F-453E-BEA8-DE5896291361}"/>
    <dgm:cxn modelId="{5B00D1E1-3110-4E2F-A464-E2611EA21D1B}" type="presOf" srcId="{D8722FE6-B9AC-43CE-8552-87806BBFEBC3}" destId="{C6AFA8C0-C12C-4987-8D0B-CE48A91CC1BA}" srcOrd="0" destOrd="0" presId="urn:microsoft.com/office/officeart/2005/8/layout/venn1"/>
    <dgm:cxn modelId="{CA5C63F1-0639-4013-B9AA-0FB65B0DA70D}" srcId="{072C733F-5FE1-4C0E-A8EF-D7A6C593147D}" destId="{0B19FE67-7066-4C26-A1D5-C0F5D413731D}" srcOrd="5" destOrd="0" parTransId="{CBF0702D-4DA4-422E-8BE3-89F1CE8A76AF}" sibTransId="{35911072-66E1-4723-A34B-51B343104802}"/>
    <dgm:cxn modelId="{B30D8AF6-880D-4A95-9FA0-35B8FF66B981}" type="presOf" srcId="{072C733F-5FE1-4C0E-A8EF-D7A6C593147D}" destId="{62258B5F-31A5-4ED5-8A20-2F224AC2DA9E}" srcOrd="0" destOrd="0" presId="urn:microsoft.com/office/officeart/2005/8/layout/venn1"/>
    <dgm:cxn modelId="{3AEEE5FE-F3E0-4A5A-88E5-FFE60312D839}" type="presOf" srcId="{C189B530-63CF-4ADE-B92B-536D6369EBCA}" destId="{FE96EB48-9F85-4910-8988-3A0AA710D7AD}" srcOrd="0" destOrd="0" presId="urn:microsoft.com/office/officeart/2005/8/layout/venn1"/>
    <dgm:cxn modelId="{EBCA690B-41BA-4DEC-ABE5-6E4056FCB792}" type="presParOf" srcId="{62258B5F-31A5-4ED5-8A20-2F224AC2DA9E}" destId="{9C48A8D3-FCC7-45C5-A045-49CB86F5EFA8}" srcOrd="0" destOrd="0" presId="urn:microsoft.com/office/officeart/2005/8/layout/venn1"/>
    <dgm:cxn modelId="{98F0890F-9370-4E09-A135-FB7C75D5BA52}" type="presParOf" srcId="{62258B5F-31A5-4ED5-8A20-2F224AC2DA9E}" destId="{FE96EB48-9F85-4910-8988-3A0AA710D7AD}" srcOrd="1" destOrd="0" presId="urn:microsoft.com/office/officeart/2005/8/layout/venn1"/>
    <dgm:cxn modelId="{31B7539A-BDBB-4B99-9F47-D0F6B966375D}" type="presParOf" srcId="{62258B5F-31A5-4ED5-8A20-2F224AC2DA9E}" destId="{A64A58E8-A03A-4D8C-B7B0-03C549EE4649}" srcOrd="2" destOrd="0" presId="urn:microsoft.com/office/officeart/2005/8/layout/venn1"/>
    <dgm:cxn modelId="{E4C34541-42B2-416D-BD6F-5D4C1F22BE69}" type="presParOf" srcId="{62258B5F-31A5-4ED5-8A20-2F224AC2DA9E}" destId="{BAE42488-5BA9-48E1-BD4F-1DF5DE76FAED}" srcOrd="3" destOrd="0" presId="urn:microsoft.com/office/officeart/2005/8/layout/venn1"/>
    <dgm:cxn modelId="{59445A3A-972C-45A9-A3B3-D2A59ED3C846}" type="presParOf" srcId="{62258B5F-31A5-4ED5-8A20-2F224AC2DA9E}" destId="{9B5EDE38-80F6-4F76-AB45-F0FC6E6AEC94}" srcOrd="4" destOrd="0" presId="urn:microsoft.com/office/officeart/2005/8/layout/venn1"/>
    <dgm:cxn modelId="{D6288A4C-B3EE-4938-B3F5-616FA90B4B4A}" type="presParOf" srcId="{62258B5F-31A5-4ED5-8A20-2F224AC2DA9E}" destId="{C6AFA8C0-C12C-4987-8D0B-CE48A91CC1BA}" srcOrd="5" destOrd="0" presId="urn:microsoft.com/office/officeart/2005/8/layout/venn1"/>
    <dgm:cxn modelId="{83EF5FC2-9DE4-418E-90FF-4ACCD63076C7}" type="presParOf" srcId="{62258B5F-31A5-4ED5-8A20-2F224AC2DA9E}" destId="{1DBB1079-7304-46F9-94EF-CB41E22345BC}" srcOrd="6" destOrd="0" presId="urn:microsoft.com/office/officeart/2005/8/layout/venn1"/>
    <dgm:cxn modelId="{848EBE28-E61D-4038-BAC4-37767154400C}" type="presParOf" srcId="{62258B5F-31A5-4ED5-8A20-2F224AC2DA9E}" destId="{6B57FF16-D211-4AD9-BC50-AE09F0210615}" srcOrd="7" destOrd="0" presId="urn:microsoft.com/office/officeart/2005/8/layout/venn1"/>
    <dgm:cxn modelId="{0DCC8805-C746-48AB-B834-D4595D22C90F}" type="presParOf" srcId="{62258B5F-31A5-4ED5-8A20-2F224AC2DA9E}" destId="{CA0AB2AA-07E7-454C-84A0-206BF1822B22}" srcOrd="8" destOrd="0" presId="urn:microsoft.com/office/officeart/2005/8/layout/venn1"/>
    <dgm:cxn modelId="{69A0DFAF-72F2-4F87-AADC-84A103B20F7E}" type="presParOf" srcId="{62258B5F-31A5-4ED5-8A20-2F224AC2DA9E}" destId="{2C910D8B-DE83-4DAE-91BC-4C54EC7D3262}" srcOrd="9" destOrd="0" presId="urn:microsoft.com/office/officeart/2005/8/layout/venn1"/>
    <dgm:cxn modelId="{7A9B7A3D-3AAF-4FDE-A7AB-EF546F6EBD8E}" type="presParOf" srcId="{62258B5F-31A5-4ED5-8A20-2F224AC2DA9E}" destId="{42B34CC6-03A0-42B6-81D3-C7CA7448D9BA}" srcOrd="10" destOrd="0" presId="urn:microsoft.com/office/officeart/2005/8/layout/venn1"/>
    <dgm:cxn modelId="{017749E9-1BE9-4BCF-B98E-86D991D1F239}" type="presParOf" srcId="{62258B5F-31A5-4ED5-8A20-2F224AC2DA9E}" destId="{D92FF974-EBFB-4765-BB71-1352F8B53CAB}" srcOrd="11" destOrd="0" presId="urn:microsoft.com/office/officeart/2005/8/layout/venn1"/>
    <dgm:cxn modelId="{4FA75A2C-FFC0-4C4D-A784-923E76E105D0}" type="presParOf" srcId="{62258B5F-31A5-4ED5-8A20-2F224AC2DA9E}" destId="{16DBED2C-E430-4F26-A050-03A6E5151F75}" srcOrd="12" destOrd="0" presId="urn:microsoft.com/office/officeart/2005/8/layout/venn1"/>
    <dgm:cxn modelId="{D1BD4C18-40E2-4B1F-B086-9FEDD8C212D5}" type="presParOf" srcId="{62258B5F-31A5-4ED5-8A20-2F224AC2DA9E}" destId="{115046DC-8FDF-4682-B9E7-E1EA1A898E7A}" srcOrd="1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72C733F-5FE1-4C0E-A8EF-D7A6C593147D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BE"/>
        </a:p>
      </dgm:t>
    </dgm:pt>
    <dgm:pt modelId="{C189B530-63CF-4ADE-B92B-536D6369EBCA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Data summary / description</a:t>
          </a:r>
          <a:endParaRPr lang="en-BE" sz="1400" b="0" dirty="0">
            <a:solidFill>
              <a:schemeClr val="bg1">
                <a:lumMod val="65000"/>
              </a:schemeClr>
            </a:solidFill>
          </a:endParaRPr>
        </a:p>
      </dgm:t>
    </dgm:pt>
    <dgm:pt modelId="{A993A2A5-D8EB-48A7-9B6E-2972DDB427AC}" type="parTrans" cxnId="{52CFFA39-685E-4611-8A16-8E4237EE0EDB}">
      <dgm:prSet/>
      <dgm:spPr/>
      <dgm:t>
        <a:bodyPr/>
        <a:lstStyle/>
        <a:p>
          <a:endParaRPr lang="en-BE" sz="4400"/>
        </a:p>
      </dgm:t>
    </dgm:pt>
    <dgm:pt modelId="{4FDE355A-9022-425C-A5A4-52A40CFF3128}" type="sibTrans" cxnId="{52CFFA39-685E-4611-8A16-8E4237EE0EDB}">
      <dgm:prSet/>
      <dgm:spPr/>
      <dgm:t>
        <a:bodyPr/>
        <a:lstStyle/>
        <a:p>
          <a:endParaRPr lang="en-BE" sz="4400"/>
        </a:p>
      </dgm:t>
    </dgm:pt>
    <dgm:pt modelId="{B2976183-307F-4594-A4A6-E78FF206E9D4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Ethical and legal issues</a:t>
          </a:r>
        </a:p>
      </dgm:t>
    </dgm:pt>
    <dgm:pt modelId="{FE0DE3C7-07E1-4C60-824D-8712E41D649B}" type="parTrans" cxnId="{21B0D923-7D25-47CE-8073-6ED625E1CFA1}">
      <dgm:prSet/>
      <dgm:spPr/>
      <dgm:t>
        <a:bodyPr/>
        <a:lstStyle/>
        <a:p>
          <a:endParaRPr lang="en-BE" sz="4400"/>
        </a:p>
      </dgm:t>
    </dgm:pt>
    <dgm:pt modelId="{D0719862-E605-47D6-8AB5-930EA9026E8A}" type="sibTrans" cxnId="{21B0D923-7D25-47CE-8073-6ED625E1CFA1}">
      <dgm:prSet/>
      <dgm:spPr/>
      <dgm:t>
        <a:bodyPr/>
        <a:lstStyle/>
        <a:p>
          <a:endParaRPr lang="en-BE" sz="4400"/>
        </a:p>
      </dgm:t>
    </dgm:pt>
    <dgm:pt modelId="{D8722FE6-B9AC-43CE-8552-87806BBFEBC3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Documentation and metadata</a:t>
          </a:r>
        </a:p>
      </dgm:t>
    </dgm:pt>
    <dgm:pt modelId="{47E6CA1B-4E01-481D-84D1-2EFBECAEC42C}" type="parTrans" cxnId="{AE3A5630-142D-4D80-BA81-58B55CC4C2ED}">
      <dgm:prSet/>
      <dgm:spPr/>
      <dgm:t>
        <a:bodyPr/>
        <a:lstStyle/>
        <a:p>
          <a:endParaRPr lang="en-BE" sz="4400"/>
        </a:p>
      </dgm:t>
    </dgm:pt>
    <dgm:pt modelId="{3C949B24-061D-4170-8BCD-5F9CD955B72F}" type="sibTrans" cxnId="{AE3A5630-142D-4D80-BA81-58B55CC4C2ED}">
      <dgm:prSet/>
      <dgm:spPr/>
      <dgm:t>
        <a:bodyPr/>
        <a:lstStyle/>
        <a:p>
          <a:endParaRPr lang="en-BE" sz="4400"/>
        </a:p>
      </dgm:t>
    </dgm:pt>
    <dgm:pt modelId="{E2F4883D-9621-4B10-B8A6-B554255C4F55}">
      <dgm:prSet custT="1"/>
      <dgm:spPr/>
      <dgm:t>
        <a:bodyPr/>
        <a:lstStyle/>
        <a:p>
          <a:pPr>
            <a:defRPr b="1"/>
          </a:pPr>
          <a:r>
            <a:rPr lang="en-US" sz="1400" b="1" dirty="0"/>
            <a:t>Resources and Responsibilities</a:t>
          </a:r>
        </a:p>
      </dgm:t>
    </dgm:pt>
    <dgm:pt modelId="{693F66AC-3C20-4FE9-ABE0-3BEC4DDEF95F}" type="parTrans" cxnId="{DC82E4BC-2AB4-4CB7-A5CB-72FFC634AD99}">
      <dgm:prSet/>
      <dgm:spPr/>
      <dgm:t>
        <a:bodyPr/>
        <a:lstStyle/>
        <a:p>
          <a:endParaRPr lang="en-BE" sz="4400"/>
        </a:p>
      </dgm:t>
    </dgm:pt>
    <dgm:pt modelId="{A2B10273-6EF2-4343-A0AA-1C7B28999382}" type="sibTrans" cxnId="{DC82E4BC-2AB4-4CB7-A5CB-72FFC634AD99}">
      <dgm:prSet/>
      <dgm:spPr/>
      <dgm:t>
        <a:bodyPr/>
        <a:lstStyle/>
        <a:p>
          <a:endParaRPr lang="en-BE" sz="4400"/>
        </a:p>
      </dgm:t>
    </dgm:pt>
    <dgm:pt modelId="{31E4C783-3083-483A-903B-FC4EA7B07309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Data sharing and reuse</a:t>
          </a:r>
        </a:p>
      </dgm:t>
    </dgm:pt>
    <dgm:pt modelId="{C66B4DBC-7ED8-4DA6-8D83-647F508E02AA}" type="parTrans" cxnId="{AD039DCE-5731-4E45-B1F0-DC18B1950489}">
      <dgm:prSet/>
      <dgm:spPr/>
      <dgm:t>
        <a:bodyPr/>
        <a:lstStyle/>
        <a:p>
          <a:endParaRPr lang="en-BE" sz="4400"/>
        </a:p>
      </dgm:t>
    </dgm:pt>
    <dgm:pt modelId="{A6986805-3C8F-453E-BEA8-DE5896291361}" type="sibTrans" cxnId="{AD039DCE-5731-4E45-B1F0-DC18B1950489}">
      <dgm:prSet/>
      <dgm:spPr/>
      <dgm:t>
        <a:bodyPr/>
        <a:lstStyle/>
        <a:p>
          <a:endParaRPr lang="en-BE" sz="4400"/>
        </a:p>
      </dgm:t>
    </dgm:pt>
    <dgm:pt modelId="{0B19FE67-7066-4C26-A1D5-C0F5D413731D}">
      <dgm:prSet custT="1"/>
      <dgm:spPr/>
      <dgm:t>
        <a:bodyPr/>
        <a:lstStyle/>
        <a:p>
          <a:pPr>
            <a:defRPr b="1"/>
          </a:pPr>
          <a:r>
            <a:rPr lang="en-US" sz="1400" dirty="0">
              <a:solidFill>
                <a:schemeClr val="bg1">
                  <a:lumMod val="65000"/>
                </a:schemeClr>
              </a:solidFill>
            </a:rPr>
            <a:t>Data storage during the project</a:t>
          </a:r>
        </a:p>
      </dgm:t>
    </dgm:pt>
    <dgm:pt modelId="{CBF0702D-4DA4-422E-8BE3-89F1CE8A76AF}" type="parTrans" cxnId="{CA5C63F1-0639-4013-B9AA-0FB65B0DA70D}">
      <dgm:prSet/>
      <dgm:spPr/>
      <dgm:t>
        <a:bodyPr/>
        <a:lstStyle/>
        <a:p>
          <a:endParaRPr lang="en-BE" sz="4400"/>
        </a:p>
      </dgm:t>
    </dgm:pt>
    <dgm:pt modelId="{35911072-66E1-4723-A34B-51B343104802}" type="sibTrans" cxnId="{CA5C63F1-0639-4013-B9AA-0FB65B0DA70D}">
      <dgm:prSet/>
      <dgm:spPr/>
      <dgm:t>
        <a:bodyPr/>
        <a:lstStyle/>
        <a:p>
          <a:endParaRPr lang="en-BE" sz="4400"/>
        </a:p>
      </dgm:t>
    </dgm:pt>
    <dgm:pt modelId="{AC3ABCE8-678E-45DD-8C80-E9F6932BD08F}">
      <dgm:prSet custT="1"/>
      <dgm:spPr/>
      <dgm:t>
        <a:bodyPr/>
        <a:lstStyle/>
        <a:p>
          <a:pPr>
            <a:defRPr b="1"/>
          </a:pPr>
          <a:r>
            <a:rPr lang="en-US" sz="1400" dirty="0">
              <a:solidFill>
                <a:schemeClr val="bg1">
                  <a:lumMod val="65000"/>
                </a:schemeClr>
              </a:solidFill>
            </a:rPr>
            <a:t>Long-term preservation</a:t>
          </a:r>
        </a:p>
      </dgm:t>
    </dgm:pt>
    <dgm:pt modelId="{FC0D5BC6-4C48-4069-85F7-84FBE4678524}" type="parTrans" cxnId="{711BE608-6474-42D1-937A-52B92F882D47}">
      <dgm:prSet/>
      <dgm:spPr/>
      <dgm:t>
        <a:bodyPr/>
        <a:lstStyle/>
        <a:p>
          <a:endParaRPr lang="en-BE" sz="4400"/>
        </a:p>
      </dgm:t>
    </dgm:pt>
    <dgm:pt modelId="{FD7D4E1F-89FD-4F4A-B0F8-F47A1A74A8AD}" type="sibTrans" cxnId="{711BE608-6474-42D1-937A-52B92F882D47}">
      <dgm:prSet/>
      <dgm:spPr/>
      <dgm:t>
        <a:bodyPr/>
        <a:lstStyle/>
        <a:p>
          <a:endParaRPr lang="en-BE" sz="4400"/>
        </a:p>
      </dgm:t>
    </dgm:pt>
    <dgm:pt modelId="{0E667427-5848-4515-A031-ECEA2BC53572}">
      <dgm:prSet custT="1"/>
      <dgm:spPr/>
      <dgm:t>
        <a:bodyPr/>
        <a:lstStyle/>
        <a:p>
          <a:r>
            <a:rPr lang="en-US" sz="1100" b="1" dirty="0"/>
            <a:t>Costs</a:t>
          </a:r>
        </a:p>
      </dgm:t>
    </dgm:pt>
    <dgm:pt modelId="{AC065637-46F4-4373-8828-FF24A56E816A}" type="parTrans" cxnId="{E3299084-31EE-41EC-A353-B5FB88A5976A}">
      <dgm:prSet/>
      <dgm:spPr/>
      <dgm:t>
        <a:bodyPr/>
        <a:lstStyle/>
        <a:p>
          <a:endParaRPr lang="en-BE" sz="4400"/>
        </a:p>
      </dgm:t>
    </dgm:pt>
    <dgm:pt modelId="{F8B9CCEA-14E3-472C-9864-34FE7FBBC01F}" type="sibTrans" cxnId="{E3299084-31EE-41EC-A353-B5FB88A5976A}">
      <dgm:prSet/>
      <dgm:spPr/>
      <dgm:t>
        <a:bodyPr/>
        <a:lstStyle/>
        <a:p>
          <a:endParaRPr lang="en-BE" sz="4400"/>
        </a:p>
      </dgm:t>
    </dgm:pt>
    <dgm:pt modelId="{49B01C8D-AB39-4DA2-9BFA-89F05145D273}">
      <dgm:prSet custT="1"/>
      <dgm:spPr/>
      <dgm:t>
        <a:bodyPr/>
        <a:lstStyle/>
        <a:p>
          <a:r>
            <a:rPr lang="en-US" sz="1100" b="1" dirty="0"/>
            <a:t>Owner and roles</a:t>
          </a:r>
        </a:p>
      </dgm:t>
    </dgm:pt>
    <dgm:pt modelId="{27CA3932-59C9-4C52-92DD-98AF0CAC0A68}" type="parTrans" cxnId="{C5C182B5-4A26-4BF8-ABFC-017D5325CFF5}">
      <dgm:prSet/>
      <dgm:spPr/>
      <dgm:t>
        <a:bodyPr/>
        <a:lstStyle/>
        <a:p>
          <a:endParaRPr lang="en-BE"/>
        </a:p>
      </dgm:t>
    </dgm:pt>
    <dgm:pt modelId="{7818C823-A377-494B-A804-A1A86A12BF8B}" type="sibTrans" cxnId="{C5C182B5-4A26-4BF8-ABFC-017D5325CFF5}">
      <dgm:prSet/>
      <dgm:spPr/>
      <dgm:t>
        <a:bodyPr/>
        <a:lstStyle/>
        <a:p>
          <a:endParaRPr lang="en-BE"/>
        </a:p>
      </dgm:t>
    </dgm:pt>
    <dgm:pt modelId="{62258B5F-31A5-4ED5-8A20-2F224AC2DA9E}" type="pres">
      <dgm:prSet presAssocID="{072C733F-5FE1-4C0E-A8EF-D7A6C593147D}" presName="compositeShape" presStyleCnt="0">
        <dgm:presLayoutVars>
          <dgm:chMax val="7"/>
          <dgm:dir/>
          <dgm:resizeHandles val="exact"/>
        </dgm:presLayoutVars>
      </dgm:prSet>
      <dgm:spPr/>
    </dgm:pt>
    <dgm:pt modelId="{9C48A8D3-FCC7-45C5-A045-49CB86F5EFA8}" type="pres">
      <dgm:prSet presAssocID="{C189B530-63CF-4ADE-B92B-536D6369EBCA}" presName="circ1" presStyleLbl="vennNode1" presStyleIdx="0" presStyleCnt="7"/>
      <dgm:spPr>
        <a:solidFill>
          <a:srgbClr val="01A2A6">
            <a:alpha val="5098"/>
          </a:srgbClr>
        </a:solidFill>
      </dgm:spPr>
    </dgm:pt>
    <dgm:pt modelId="{FE96EB48-9F85-4910-8988-3A0AA710D7AD}" type="pres">
      <dgm:prSet presAssocID="{C189B530-63CF-4ADE-B92B-536D6369EBCA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64A58E8-A03A-4D8C-B7B0-03C549EE4649}" type="pres">
      <dgm:prSet presAssocID="{B2976183-307F-4594-A4A6-E78FF206E9D4}" presName="circ2" presStyleLbl="vennNode1" presStyleIdx="1" presStyleCnt="7"/>
      <dgm:spPr>
        <a:solidFill>
          <a:srgbClr val="01A2A6">
            <a:alpha val="5098"/>
          </a:srgbClr>
        </a:solidFill>
      </dgm:spPr>
    </dgm:pt>
    <dgm:pt modelId="{BAE42488-5BA9-48E1-BD4F-1DF5DE76FAED}" type="pres">
      <dgm:prSet presAssocID="{B2976183-307F-4594-A4A6-E78FF206E9D4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B5EDE38-80F6-4F76-AB45-F0FC6E6AEC94}" type="pres">
      <dgm:prSet presAssocID="{D8722FE6-B9AC-43CE-8552-87806BBFEBC3}" presName="circ3" presStyleLbl="vennNode1" presStyleIdx="2" presStyleCnt="7"/>
      <dgm:spPr>
        <a:solidFill>
          <a:srgbClr val="01A2A6">
            <a:alpha val="5098"/>
          </a:srgbClr>
        </a:solidFill>
      </dgm:spPr>
    </dgm:pt>
    <dgm:pt modelId="{C6AFA8C0-C12C-4987-8D0B-CE48A91CC1BA}" type="pres">
      <dgm:prSet presAssocID="{D8722FE6-B9AC-43CE-8552-87806BBFEBC3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DBB1079-7304-46F9-94EF-CB41E22345BC}" type="pres">
      <dgm:prSet presAssocID="{E2F4883D-9621-4B10-B8A6-B554255C4F55}" presName="circ4" presStyleLbl="vennNode1" presStyleIdx="3" presStyleCnt="7"/>
      <dgm:spPr/>
    </dgm:pt>
    <dgm:pt modelId="{6B57FF16-D211-4AD9-BC50-AE09F0210615}" type="pres">
      <dgm:prSet presAssocID="{E2F4883D-9621-4B10-B8A6-B554255C4F55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A0AB2AA-07E7-454C-84A0-206BF1822B22}" type="pres">
      <dgm:prSet presAssocID="{31E4C783-3083-483A-903B-FC4EA7B07309}" presName="circ5" presStyleLbl="vennNode1" presStyleIdx="4" presStyleCnt="7"/>
      <dgm:spPr>
        <a:solidFill>
          <a:srgbClr val="01A2A6">
            <a:alpha val="5098"/>
          </a:srgbClr>
        </a:solidFill>
      </dgm:spPr>
    </dgm:pt>
    <dgm:pt modelId="{2C910D8B-DE83-4DAE-91BC-4C54EC7D3262}" type="pres">
      <dgm:prSet presAssocID="{31E4C783-3083-483A-903B-FC4EA7B07309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2B34CC6-03A0-42B6-81D3-C7CA7448D9BA}" type="pres">
      <dgm:prSet presAssocID="{0B19FE67-7066-4C26-A1D5-C0F5D413731D}" presName="circ6" presStyleLbl="vennNode1" presStyleIdx="5" presStyleCnt="7"/>
      <dgm:spPr>
        <a:solidFill>
          <a:srgbClr val="01A2A6">
            <a:alpha val="5098"/>
          </a:srgbClr>
        </a:solidFill>
      </dgm:spPr>
    </dgm:pt>
    <dgm:pt modelId="{D92FF974-EBFB-4765-BB71-1352F8B53CAB}" type="pres">
      <dgm:prSet presAssocID="{0B19FE67-7066-4C26-A1D5-C0F5D413731D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6DBED2C-E430-4F26-A050-03A6E5151F75}" type="pres">
      <dgm:prSet presAssocID="{AC3ABCE8-678E-45DD-8C80-E9F6932BD08F}" presName="circ7" presStyleLbl="vennNode1" presStyleIdx="6" presStyleCnt="7"/>
      <dgm:spPr>
        <a:solidFill>
          <a:srgbClr val="01A2A6">
            <a:alpha val="5098"/>
          </a:srgbClr>
        </a:solidFill>
      </dgm:spPr>
    </dgm:pt>
    <dgm:pt modelId="{115046DC-8FDF-4682-B9E7-E1EA1A898E7A}" type="pres">
      <dgm:prSet presAssocID="{AC3ABCE8-678E-45DD-8C80-E9F6932BD08F}" presName="circ7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8FE6EC02-2A65-4B5D-9199-0AD4565880FC}" type="presOf" srcId="{0B19FE67-7066-4C26-A1D5-C0F5D413731D}" destId="{D92FF974-EBFB-4765-BB71-1352F8B53CAB}" srcOrd="0" destOrd="0" presId="urn:microsoft.com/office/officeart/2005/8/layout/venn1"/>
    <dgm:cxn modelId="{711BE608-6474-42D1-937A-52B92F882D47}" srcId="{072C733F-5FE1-4C0E-A8EF-D7A6C593147D}" destId="{AC3ABCE8-678E-45DD-8C80-E9F6932BD08F}" srcOrd="6" destOrd="0" parTransId="{FC0D5BC6-4C48-4069-85F7-84FBE4678524}" sibTransId="{FD7D4E1F-89FD-4F4A-B0F8-F47A1A74A8AD}"/>
    <dgm:cxn modelId="{23653E1D-80F4-4011-BE92-039C94A654DE}" type="presOf" srcId="{49B01C8D-AB39-4DA2-9BFA-89F05145D273}" destId="{6B57FF16-D211-4AD9-BC50-AE09F0210615}" srcOrd="0" destOrd="2" presId="urn:microsoft.com/office/officeart/2005/8/layout/venn1"/>
    <dgm:cxn modelId="{743D681F-FF7F-40EC-B779-BE41893D5281}" type="presOf" srcId="{E2F4883D-9621-4B10-B8A6-B554255C4F55}" destId="{6B57FF16-D211-4AD9-BC50-AE09F0210615}" srcOrd="0" destOrd="0" presId="urn:microsoft.com/office/officeart/2005/8/layout/venn1"/>
    <dgm:cxn modelId="{21B0D923-7D25-47CE-8073-6ED625E1CFA1}" srcId="{072C733F-5FE1-4C0E-A8EF-D7A6C593147D}" destId="{B2976183-307F-4594-A4A6-E78FF206E9D4}" srcOrd="1" destOrd="0" parTransId="{FE0DE3C7-07E1-4C60-824D-8712E41D649B}" sibTransId="{D0719862-E605-47D6-8AB5-930EA9026E8A}"/>
    <dgm:cxn modelId="{AE3A5630-142D-4D80-BA81-58B55CC4C2ED}" srcId="{072C733F-5FE1-4C0E-A8EF-D7A6C593147D}" destId="{D8722FE6-B9AC-43CE-8552-87806BBFEBC3}" srcOrd="2" destOrd="0" parTransId="{47E6CA1B-4E01-481D-84D1-2EFBECAEC42C}" sibTransId="{3C949B24-061D-4170-8BCD-5F9CD955B72F}"/>
    <dgm:cxn modelId="{52CFFA39-685E-4611-8A16-8E4237EE0EDB}" srcId="{072C733F-5FE1-4C0E-A8EF-D7A6C593147D}" destId="{C189B530-63CF-4ADE-B92B-536D6369EBCA}" srcOrd="0" destOrd="0" parTransId="{A993A2A5-D8EB-48A7-9B6E-2972DDB427AC}" sibTransId="{4FDE355A-9022-425C-A5A4-52A40CFF3128}"/>
    <dgm:cxn modelId="{83C0263D-310D-4BD9-B507-DCCFFEFAF64F}" type="presOf" srcId="{B2976183-307F-4594-A4A6-E78FF206E9D4}" destId="{BAE42488-5BA9-48E1-BD4F-1DF5DE76FAED}" srcOrd="0" destOrd="0" presId="urn:microsoft.com/office/officeart/2005/8/layout/venn1"/>
    <dgm:cxn modelId="{2FCF6C79-505C-4754-9F2C-656400428386}" type="presOf" srcId="{0E667427-5848-4515-A031-ECEA2BC53572}" destId="{6B57FF16-D211-4AD9-BC50-AE09F0210615}" srcOrd="0" destOrd="1" presId="urn:microsoft.com/office/officeart/2005/8/layout/venn1"/>
    <dgm:cxn modelId="{E3299084-31EE-41EC-A353-B5FB88A5976A}" srcId="{E2F4883D-9621-4B10-B8A6-B554255C4F55}" destId="{0E667427-5848-4515-A031-ECEA2BC53572}" srcOrd="0" destOrd="0" parTransId="{AC065637-46F4-4373-8828-FF24A56E816A}" sibTransId="{F8B9CCEA-14E3-472C-9864-34FE7FBBC01F}"/>
    <dgm:cxn modelId="{C4874E8A-6CA2-4A36-A154-68B7950AD5B2}" type="presOf" srcId="{31E4C783-3083-483A-903B-FC4EA7B07309}" destId="{2C910D8B-DE83-4DAE-91BC-4C54EC7D3262}" srcOrd="0" destOrd="0" presId="urn:microsoft.com/office/officeart/2005/8/layout/venn1"/>
    <dgm:cxn modelId="{C5C182B5-4A26-4BF8-ABFC-017D5325CFF5}" srcId="{E2F4883D-9621-4B10-B8A6-B554255C4F55}" destId="{49B01C8D-AB39-4DA2-9BFA-89F05145D273}" srcOrd="1" destOrd="0" parTransId="{27CA3932-59C9-4C52-92DD-98AF0CAC0A68}" sibTransId="{7818C823-A377-494B-A804-A1A86A12BF8B}"/>
    <dgm:cxn modelId="{DC82E4BC-2AB4-4CB7-A5CB-72FFC634AD99}" srcId="{072C733F-5FE1-4C0E-A8EF-D7A6C593147D}" destId="{E2F4883D-9621-4B10-B8A6-B554255C4F55}" srcOrd="3" destOrd="0" parTransId="{693F66AC-3C20-4FE9-ABE0-3BEC4DDEF95F}" sibTransId="{A2B10273-6EF2-4343-A0AA-1C7B28999382}"/>
    <dgm:cxn modelId="{D138C8C0-AD34-4B4C-9D8C-75D63DAC1813}" type="presOf" srcId="{AC3ABCE8-678E-45DD-8C80-E9F6932BD08F}" destId="{115046DC-8FDF-4682-B9E7-E1EA1A898E7A}" srcOrd="0" destOrd="0" presId="urn:microsoft.com/office/officeart/2005/8/layout/venn1"/>
    <dgm:cxn modelId="{AD039DCE-5731-4E45-B1F0-DC18B1950489}" srcId="{072C733F-5FE1-4C0E-A8EF-D7A6C593147D}" destId="{31E4C783-3083-483A-903B-FC4EA7B07309}" srcOrd="4" destOrd="0" parTransId="{C66B4DBC-7ED8-4DA6-8D83-647F508E02AA}" sibTransId="{A6986805-3C8F-453E-BEA8-DE5896291361}"/>
    <dgm:cxn modelId="{5B00D1E1-3110-4E2F-A464-E2611EA21D1B}" type="presOf" srcId="{D8722FE6-B9AC-43CE-8552-87806BBFEBC3}" destId="{C6AFA8C0-C12C-4987-8D0B-CE48A91CC1BA}" srcOrd="0" destOrd="0" presId="urn:microsoft.com/office/officeart/2005/8/layout/venn1"/>
    <dgm:cxn modelId="{CA5C63F1-0639-4013-B9AA-0FB65B0DA70D}" srcId="{072C733F-5FE1-4C0E-A8EF-D7A6C593147D}" destId="{0B19FE67-7066-4C26-A1D5-C0F5D413731D}" srcOrd="5" destOrd="0" parTransId="{CBF0702D-4DA4-422E-8BE3-89F1CE8A76AF}" sibTransId="{35911072-66E1-4723-A34B-51B343104802}"/>
    <dgm:cxn modelId="{B30D8AF6-880D-4A95-9FA0-35B8FF66B981}" type="presOf" srcId="{072C733F-5FE1-4C0E-A8EF-D7A6C593147D}" destId="{62258B5F-31A5-4ED5-8A20-2F224AC2DA9E}" srcOrd="0" destOrd="0" presId="urn:microsoft.com/office/officeart/2005/8/layout/venn1"/>
    <dgm:cxn modelId="{3AEEE5FE-F3E0-4A5A-88E5-FFE60312D839}" type="presOf" srcId="{C189B530-63CF-4ADE-B92B-536D6369EBCA}" destId="{FE96EB48-9F85-4910-8988-3A0AA710D7AD}" srcOrd="0" destOrd="0" presId="urn:microsoft.com/office/officeart/2005/8/layout/venn1"/>
    <dgm:cxn modelId="{EBCA690B-41BA-4DEC-ABE5-6E4056FCB792}" type="presParOf" srcId="{62258B5F-31A5-4ED5-8A20-2F224AC2DA9E}" destId="{9C48A8D3-FCC7-45C5-A045-49CB86F5EFA8}" srcOrd="0" destOrd="0" presId="urn:microsoft.com/office/officeart/2005/8/layout/venn1"/>
    <dgm:cxn modelId="{98F0890F-9370-4E09-A135-FB7C75D5BA52}" type="presParOf" srcId="{62258B5F-31A5-4ED5-8A20-2F224AC2DA9E}" destId="{FE96EB48-9F85-4910-8988-3A0AA710D7AD}" srcOrd="1" destOrd="0" presId="urn:microsoft.com/office/officeart/2005/8/layout/venn1"/>
    <dgm:cxn modelId="{31B7539A-BDBB-4B99-9F47-D0F6B966375D}" type="presParOf" srcId="{62258B5F-31A5-4ED5-8A20-2F224AC2DA9E}" destId="{A64A58E8-A03A-4D8C-B7B0-03C549EE4649}" srcOrd="2" destOrd="0" presId="urn:microsoft.com/office/officeart/2005/8/layout/venn1"/>
    <dgm:cxn modelId="{E4C34541-42B2-416D-BD6F-5D4C1F22BE69}" type="presParOf" srcId="{62258B5F-31A5-4ED5-8A20-2F224AC2DA9E}" destId="{BAE42488-5BA9-48E1-BD4F-1DF5DE76FAED}" srcOrd="3" destOrd="0" presId="urn:microsoft.com/office/officeart/2005/8/layout/venn1"/>
    <dgm:cxn modelId="{59445A3A-972C-45A9-A3B3-D2A59ED3C846}" type="presParOf" srcId="{62258B5F-31A5-4ED5-8A20-2F224AC2DA9E}" destId="{9B5EDE38-80F6-4F76-AB45-F0FC6E6AEC94}" srcOrd="4" destOrd="0" presId="urn:microsoft.com/office/officeart/2005/8/layout/venn1"/>
    <dgm:cxn modelId="{D6288A4C-B3EE-4938-B3F5-616FA90B4B4A}" type="presParOf" srcId="{62258B5F-31A5-4ED5-8A20-2F224AC2DA9E}" destId="{C6AFA8C0-C12C-4987-8D0B-CE48A91CC1BA}" srcOrd="5" destOrd="0" presId="urn:microsoft.com/office/officeart/2005/8/layout/venn1"/>
    <dgm:cxn modelId="{83EF5FC2-9DE4-418E-90FF-4ACCD63076C7}" type="presParOf" srcId="{62258B5F-31A5-4ED5-8A20-2F224AC2DA9E}" destId="{1DBB1079-7304-46F9-94EF-CB41E22345BC}" srcOrd="6" destOrd="0" presId="urn:microsoft.com/office/officeart/2005/8/layout/venn1"/>
    <dgm:cxn modelId="{848EBE28-E61D-4038-BAC4-37767154400C}" type="presParOf" srcId="{62258B5F-31A5-4ED5-8A20-2F224AC2DA9E}" destId="{6B57FF16-D211-4AD9-BC50-AE09F0210615}" srcOrd="7" destOrd="0" presId="urn:microsoft.com/office/officeart/2005/8/layout/venn1"/>
    <dgm:cxn modelId="{0DCC8805-C746-48AB-B834-D4595D22C90F}" type="presParOf" srcId="{62258B5F-31A5-4ED5-8A20-2F224AC2DA9E}" destId="{CA0AB2AA-07E7-454C-84A0-206BF1822B22}" srcOrd="8" destOrd="0" presId="urn:microsoft.com/office/officeart/2005/8/layout/venn1"/>
    <dgm:cxn modelId="{69A0DFAF-72F2-4F87-AADC-84A103B20F7E}" type="presParOf" srcId="{62258B5F-31A5-4ED5-8A20-2F224AC2DA9E}" destId="{2C910D8B-DE83-4DAE-91BC-4C54EC7D3262}" srcOrd="9" destOrd="0" presId="urn:microsoft.com/office/officeart/2005/8/layout/venn1"/>
    <dgm:cxn modelId="{7A9B7A3D-3AAF-4FDE-A7AB-EF546F6EBD8E}" type="presParOf" srcId="{62258B5F-31A5-4ED5-8A20-2F224AC2DA9E}" destId="{42B34CC6-03A0-42B6-81D3-C7CA7448D9BA}" srcOrd="10" destOrd="0" presId="urn:microsoft.com/office/officeart/2005/8/layout/venn1"/>
    <dgm:cxn modelId="{017749E9-1BE9-4BCF-B98E-86D991D1F239}" type="presParOf" srcId="{62258B5F-31A5-4ED5-8A20-2F224AC2DA9E}" destId="{D92FF974-EBFB-4765-BB71-1352F8B53CAB}" srcOrd="11" destOrd="0" presId="urn:microsoft.com/office/officeart/2005/8/layout/venn1"/>
    <dgm:cxn modelId="{4FA75A2C-FFC0-4C4D-A784-923E76E105D0}" type="presParOf" srcId="{62258B5F-31A5-4ED5-8A20-2F224AC2DA9E}" destId="{16DBED2C-E430-4F26-A050-03A6E5151F75}" srcOrd="12" destOrd="0" presId="urn:microsoft.com/office/officeart/2005/8/layout/venn1"/>
    <dgm:cxn modelId="{D1BD4C18-40E2-4B1F-B086-9FEDD8C212D5}" type="presParOf" srcId="{62258B5F-31A5-4ED5-8A20-2F224AC2DA9E}" destId="{115046DC-8FDF-4682-B9E7-E1EA1A898E7A}" srcOrd="1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72C733F-5FE1-4C0E-A8EF-D7A6C593147D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BE"/>
        </a:p>
      </dgm:t>
    </dgm:pt>
    <dgm:pt modelId="{C189B530-63CF-4ADE-B92B-536D6369EBCA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Data summary / description</a:t>
          </a:r>
          <a:endParaRPr lang="en-BE" sz="1400" b="0" dirty="0">
            <a:solidFill>
              <a:schemeClr val="bg1">
                <a:lumMod val="65000"/>
              </a:schemeClr>
            </a:solidFill>
          </a:endParaRPr>
        </a:p>
      </dgm:t>
    </dgm:pt>
    <dgm:pt modelId="{A993A2A5-D8EB-48A7-9B6E-2972DDB427AC}" type="parTrans" cxnId="{52CFFA39-685E-4611-8A16-8E4237EE0EDB}">
      <dgm:prSet/>
      <dgm:spPr/>
      <dgm:t>
        <a:bodyPr/>
        <a:lstStyle/>
        <a:p>
          <a:endParaRPr lang="en-BE" sz="4400"/>
        </a:p>
      </dgm:t>
    </dgm:pt>
    <dgm:pt modelId="{4FDE355A-9022-425C-A5A4-52A40CFF3128}" type="sibTrans" cxnId="{52CFFA39-685E-4611-8A16-8E4237EE0EDB}">
      <dgm:prSet/>
      <dgm:spPr/>
      <dgm:t>
        <a:bodyPr/>
        <a:lstStyle/>
        <a:p>
          <a:endParaRPr lang="en-BE" sz="4400"/>
        </a:p>
      </dgm:t>
    </dgm:pt>
    <dgm:pt modelId="{B2976183-307F-4594-A4A6-E78FF206E9D4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Ethical and legal issues</a:t>
          </a:r>
        </a:p>
      </dgm:t>
    </dgm:pt>
    <dgm:pt modelId="{FE0DE3C7-07E1-4C60-824D-8712E41D649B}" type="parTrans" cxnId="{21B0D923-7D25-47CE-8073-6ED625E1CFA1}">
      <dgm:prSet/>
      <dgm:spPr/>
      <dgm:t>
        <a:bodyPr/>
        <a:lstStyle/>
        <a:p>
          <a:endParaRPr lang="en-BE" sz="4400"/>
        </a:p>
      </dgm:t>
    </dgm:pt>
    <dgm:pt modelId="{D0719862-E605-47D6-8AB5-930EA9026E8A}" type="sibTrans" cxnId="{21B0D923-7D25-47CE-8073-6ED625E1CFA1}">
      <dgm:prSet/>
      <dgm:spPr/>
      <dgm:t>
        <a:bodyPr/>
        <a:lstStyle/>
        <a:p>
          <a:endParaRPr lang="en-BE" sz="4400"/>
        </a:p>
      </dgm:t>
    </dgm:pt>
    <dgm:pt modelId="{D8722FE6-B9AC-43CE-8552-87806BBFEBC3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Documentation and metadata</a:t>
          </a:r>
        </a:p>
      </dgm:t>
    </dgm:pt>
    <dgm:pt modelId="{47E6CA1B-4E01-481D-84D1-2EFBECAEC42C}" type="parTrans" cxnId="{AE3A5630-142D-4D80-BA81-58B55CC4C2ED}">
      <dgm:prSet/>
      <dgm:spPr/>
      <dgm:t>
        <a:bodyPr/>
        <a:lstStyle/>
        <a:p>
          <a:endParaRPr lang="en-BE" sz="4400"/>
        </a:p>
      </dgm:t>
    </dgm:pt>
    <dgm:pt modelId="{3C949B24-061D-4170-8BCD-5F9CD955B72F}" type="sibTrans" cxnId="{AE3A5630-142D-4D80-BA81-58B55CC4C2ED}">
      <dgm:prSet/>
      <dgm:spPr/>
      <dgm:t>
        <a:bodyPr/>
        <a:lstStyle/>
        <a:p>
          <a:endParaRPr lang="en-BE" sz="4400"/>
        </a:p>
      </dgm:t>
    </dgm:pt>
    <dgm:pt modelId="{E2F4883D-9621-4B10-B8A6-B554255C4F55}">
      <dgm:prSet custT="1"/>
      <dgm:spPr/>
      <dgm:t>
        <a:bodyPr/>
        <a:lstStyle/>
        <a:p>
          <a:pPr>
            <a:defRPr b="1"/>
          </a:pPr>
          <a:r>
            <a:rPr lang="en-US" sz="1400" b="0">
              <a:solidFill>
                <a:schemeClr val="bg1">
                  <a:lumMod val="65000"/>
                </a:schemeClr>
              </a:solidFill>
            </a:rPr>
            <a:t>Resources and Responsibilities</a:t>
          </a:r>
          <a:endParaRPr lang="en-US" sz="1400" b="0" dirty="0">
            <a:solidFill>
              <a:schemeClr val="bg1">
                <a:lumMod val="65000"/>
              </a:schemeClr>
            </a:solidFill>
          </a:endParaRPr>
        </a:p>
      </dgm:t>
    </dgm:pt>
    <dgm:pt modelId="{693F66AC-3C20-4FE9-ABE0-3BEC4DDEF95F}" type="parTrans" cxnId="{DC82E4BC-2AB4-4CB7-A5CB-72FFC634AD99}">
      <dgm:prSet/>
      <dgm:spPr/>
      <dgm:t>
        <a:bodyPr/>
        <a:lstStyle/>
        <a:p>
          <a:endParaRPr lang="en-BE" sz="4400"/>
        </a:p>
      </dgm:t>
    </dgm:pt>
    <dgm:pt modelId="{A2B10273-6EF2-4343-A0AA-1C7B28999382}" type="sibTrans" cxnId="{DC82E4BC-2AB4-4CB7-A5CB-72FFC634AD99}">
      <dgm:prSet/>
      <dgm:spPr/>
      <dgm:t>
        <a:bodyPr/>
        <a:lstStyle/>
        <a:p>
          <a:endParaRPr lang="en-BE" sz="4400"/>
        </a:p>
      </dgm:t>
    </dgm:pt>
    <dgm:pt modelId="{31E4C783-3083-483A-903B-FC4EA7B07309}">
      <dgm:prSet custT="1"/>
      <dgm:spPr/>
      <dgm:t>
        <a:bodyPr/>
        <a:lstStyle/>
        <a:p>
          <a:pPr>
            <a:defRPr b="1"/>
          </a:pPr>
          <a:r>
            <a:rPr lang="en-US" sz="1400" b="1" dirty="0"/>
            <a:t>Data sharing and reuse</a:t>
          </a:r>
        </a:p>
      </dgm:t>
    </dgm:pt>
    <dgm:pt modelId="{C66B4DBC-7ED8-4DA6-8D83-647F508E02AA}" type="parTrans" cxnId="{AD039DCE-5731-4E45-B1F0-DC18B1950489}">
      <dgm:prSet/>
      <dgm:spPr/>
      <dgm:t>
        <a:bodyPr/>
        <a:lstStyle/>
        <a:p>
          <a:endParaRPr lang="en-BE" sz="4400"/>
        </a:p>
      </dgm:t>
    </dgm:pt>
    <dgm:pt modelId="{A6986805-3C8F-453E-BEA8-DE5896291361}" type="sibTrans" cxnId="{AD039DCE-5731-4E45-B1F0-DC18B1950489}">
      <dgm:prSet/>
      <dgm:spPr/>
      <dgm:t>
        <a:bodyPr/>
        <a:lstStyle/>
        <a:p>
          <a:endParaRPr lang="en-BE" sz="4400"/>
        </a:p>
      </dgm:t>
    </dgm:pt>
    <dgm:pt modelId="{0B19FE67-7066-4C26-A1D5-C0F5D413731D}">
      <dgm:prSet custT="1"/>
      <dgm:spPr/>
      <dgm:t>
        <a:bodyPr/>
        <a:lstStyle/>
        <a:p>
          <a:pPr>
            <a:defRPr b="1"/>
          </a:pPr>
          <a:r>
            <a:rPr lang="en-US" sz="1400" dirty="0">
              <a:solidFill>
                <a:schemeClr val="bg1">
                  <a:lumMod val="65000"/>
                </a:schemeClr>
              </a:solidFill>
            </a:rPr>
            <a:t>Data storage during the project</a:t>
          </a:r>
        </a:p>
      </dgm:t>
    </dgm:pt>
    <dgm:pt modelId="{CBF0702D-4DA4-422E-8BE3-89F1CE8A76AF}" type="parTrans" cxnId="{CA5C63F1-0639-4013-B9AA-0FB65B0DA70D}">
      <dgm:prSet/>
      <dgm:spPr/>
      <dgm:t>
        <a:bodyPr/>
        <a:lstStyle/>
        <a:p>
          <a:endParaRPr lang="en-BE" sz="4400"/>
        </a:p>
      </dgm:t>
    </dgm:pt>
    <dgm:pt modelId="{35911072-66E1-4723-A34B-51B343104802}" type="sibTrans" cxnId="{CA5C63F1-0639-4013-B9AA-0FB65B0DA70D}">
      <dgm:prSet/>
      <dgm:spPr/>
      <dgm:t>
        <a:bodyPr/>
        <a:lstStyle/>
        <a:p>
          <a:endParaRPr lang="en-BE" sz="4400"/>
        </a:p>
      </dgm:t>
    </dgm:pt>
    <dgm:pt modelId="{AC3ABCE8-678E-45DD-8C80-E9F6932BD08F}">
      <dgm:prSet custT="1"/>
      <dgm:spPr/>
      <dgm:t>
        <a:bodyPr/>
        <a:lstStyle/>
        <a:p>
          <a:pPr>
            <a:defRPr b="1"/>
          </a:pPr>
          <a:r>
            <a:rPr lang="en-US" sz="1400" dirty="0">
              <a:solidFill>
                <a:schemeClr val="bg1">
                  <a:lumMod val="65000"/>
                </a:schemeClr>
              </a:solidFill>
            </a:rPr>
            <a:t>Long-term preservation</a:t>
          </a:r>
        </a:p>
      </dgm:t>
    </dgm:pt>
    <dgm:pt modelId="{FC0D5BC6-4C48-4069-85F7-84FBE4678524}" type="parTrans" cxnId="{711BE608-6474-42D1-937A-52B92F882D47}">
      <dgm:prSet/>
      <dgm:spPr/>
      <dgm:t>
        <a:bodyPr/>
        <a:lstStyle/>
        <a:p>
          <a:endParaRPr lang="en-BE" sz="4400"/>
        </a:p>
      </dgm:t>
    </dgm:pt>
    <dgm:pt modelId="{FD7D4E1F-89FD-4F4A-B0F8-F47A1A74A8AD}" type="sibTrans" cxnId="{711BE608-6474-42D1-937A-52B92F882D47}">
      <dgm:prSet/>
      <dgm:spPr/>
      <dgm:t>
        <a:bodyPr/>
        <a:lstStyle/>
        <a:p>
          <a:endParaRPr lang="en-BE" sz="4400"/>
        </a:p>
      </dgm:t>
    </dgm:pt>
    <dgm:pt modelId="{D488BA4A-22DE-487C-A0CB-3AD83F27295C}">
      <dgm:prSet custT="1"/>
      <dgm:spPr/>
      <dgm:t>
        <a:bodyPr/>
        <a:lstStyle/>
        <a:p>
          <a:r>
            <a:rPr lang="en-US" sz="1100" b="1" dirty="0"/>
            <a:t>Repositories, terms, contracts, licenses</a:t>
          </a:r>
        </a:p>
      </dgm:t>
    </dgm:pt>
    <dgm:pt modelId="{7C6F5B6C-1BEC-40AA-8478-7391AC353093}" type="parTrans" cxnId="{100FA9FB-38DC-4F47-BFE6-52830AB49CF7}">
      <dgm:prSet/>
      <dgm:spPr/>
      <dgm:t>
        <a:bodyPr/>
        <a:lstStyle/>
        <a:p>
          <a:endParaRPr lang="en-BE" sz="4400"/>
        </a:p>
      </dgm:t>
    </dgm:pt>
    <dgm:pt modelId="{945C7A21-F349-4464-805E-412AA35AFB6D}" type="sibTrans" cxnId="{100FA9FB-38DC-4F47-BFE6-52830AB49CF7}">
      <dgm:prSet/>
      <dgm:spPr/>
      <dgm:t>
        <a:bodyPr/>
        <a:lstStyle/>
        <a:p>
          <a:endParaRPr lang="en-BE" sz="4400"/>
        </a:p>
      </dgm:t>
    </dgm:pt>
    <dgm:pt modelId="{62258B5F-31A5-4ED5-8A20-2F224AC2DA9E}" type="pres">
      <dgm:prSet presAssocID="{072C733F-5FE1-4C0E-A8EF-D7A6C593147D}" presName="compositeShape" presStyleCnt="0">
        <dgm:presLayoutVars>
          <dgm:chMax val="7"/>
          <dgm:dir/>
          <dgm:resizeHandles val="exact"/>
        </dgm:presLayoutVars>
      </dgm:prSet>
      <dgm:spPr/>
    </dgm:pt>
    <dgm:pt modelId="{9C48A8D3-FCC7-45C5-A045-49CB86F5EFA8}" type="pres">
      <dgm:prSet presAssocID="{C189B530-63CF-4ADE-B92B-536D6369EBCA}" presName="circ1" presStyleLbl="vennNode1" presStyleIdx="0" presStyleCnt="7"/>
      <dgm:spPr>
        <a:solidFill>
          <a:srgbClr val="01A2A6">
            <a:alpha val="5098"/>
          </a:srgbClr>
        </a:solidFill>
      </dgm:spPr>
    </dgm:pt>
    <dgm:pt modelId="{FE96EB48-9F85-4910-8988-3A0AA710D7AD}" type="pres">
      <dgm:prSet presAssocID="{C189B530-63CF-4ADE-B92B-536D6369EBCA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64A58E8-A03A-4D8C-B7B0-03C549EE4649}" type="pres">
      <dgm:prSet presAssocID="{B2976183-307F-4594-A4A6-E78FF206E9D4}" presName="circ2" presStyleLbl="vennNode1" presStyleIdx="1" presStyleCnt="7"/>
      <dgm:spPr>
        <a:solidFill>
          <a:srgbClr val="01A2A6">
            <a:alpha val="5098"/>
          </a:srgbClr>
        </a:solidFill>
      </dgm:spPr>
    </dgm:pt>
    <dgm:pt modelId="{BAE42488-5BA9-48E1-BD4F-1DF5DE76FAED}" type="pres">
      <dgm:prSet presAssocID="{B2976183-307F-4594-A4A6-E78FF206E9D4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B5EDE38-80F6-4F76-AB45-F0FC6E6AEC94}" type="pres">
      <dgm:prSet presAssocID="{D8722FE6-B9AC-43CE-8552-87806BBFEBC3}" presName="circ3" presStyleLbl="vennNode1" presStyleIdx="2" presStyleCnt="7"/>
      <dgm:spPr>
        <a:solidFill>
          <a:srgbClr val="01A2A6">
            <a:alpha val="5098"/>
          </a:srgbClr>
        </a:solidFill>
      </dgm:spPr>
    </dgm:pt>
    <dgm:pt modelId="{C6AFA8C0-C12C-4987-8D0B-CE48A91CC1BA}" type="pres">
      <dgm:prSet presAssocID="{D8722FE6-B9AC-43CE-8552-87806BBFEBC3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DBB1079-7304-46F9-94EF-CB41E22345BC}" type="pres">
      <dgm:prSet presAssocID="{E2F4883D-9621-4B10-B8A6-B554255C4F55}" presName="circ4" presStyleLbl="vennNode1" presStyleIdx="3" presStyleCnt="7"/>
      <dgm:spPr>
        <a:solidFill>
          <a:srgbClr val="01A2A6">
            <a:alpha val="5098"/>
          </a:srgbClr>
        </a:solidFill>
      </dgm:spPr>
    </dgm:pt>
    <dgm:pt modelId="{6B57FF16-D211-4AD9-BC50-AE09F0210615}" type="pres">
      <dgm:prSet presAssocID="{E2F4883D-9621-4B10-B8A6-B554255C4F55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A0AB2AA-07E7-454C-84A0-206BF1822B22}" type="pres">
      <dgm:prSet presAssocID="{31E4C783-3083-483A-903B-FC4EA7B07309}" presName="circ5" presStyleLbl="vennNode1" presStyleIdx="4" presStyleCnt="7"/>
      <dgm:spPr/>
    </dgm:pt>
    <dgm:pt modelId="{2C910D8B-DE83-4DAE-91BC-4C54EC7D3262}" type="pres">
      <dgm:prSet presAssocID="{31E4C783-3083-483A-903B-FC4EA7B07309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2B34CC6-03A0-42B6-81D3-C7CA7448D9BA}" type="pres">
      <dgm:prSet presAssocID="{0B19FE67-7066-4C26-A1D5-C0F5D413731D}" presName="circ6" presStyleLbl="vennNode1" presStyleIdx="5" presStyleCnt="7"/>
      <dgm:spPr>
        <a:solidFill>
          <a:srgbClr val="01A2A6">
            <a:alpha val="5098"/>
          </a:srgbClr>
        </a:solidFill>
      </dgm:spPr>
    </dgm:pt>
    <dgm:pt modelId="{D92FF974-EBFB-4765-BB71-1352F8B53CAB}" type="pres">
      <dgm:prSet presAssocID="{0B19FE67-7066-4C26-A1D5-C0F5D413731D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6DBED2C-E430-4F26-A050-03A6E5151F75}" type="pres">
      <dgm:prSet presAssocID="{AC3ABCE8-678E-45DD-8C80-E9F6932BD08F}" presName="circ7" presStyleLbl="vennNode1" presStyleIdx="6" presStyleCnt="7"/>
      <dgm:spPr>
        <a:solidFill>
          <a:srgbClr val="01A2A6">
            <a:alpha val="5098"/>
          </a:srgbClr>
        </a:solidFill>
      </dgm:spPr>
    </dgm:pt>
    <dgm:pt modelId="{115046DC-8FDF-4682-B9E7-E1EA1A898E7A}" type="pres">
      <dgm:prSet presAssocID="{AC3ABCE8-678E-45DD-8C80-E9F6932BD08F}" presName="circ7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8FE6EC02-2A65-4B5D-9199-0AD4565880FC}" type="presOf" srcId="{0B19FE67-7066-4C26-A1D5-C0F5D413731D}" destId="{D92FF974-EBFB-4765-BB71-1352F8B53CAB}" srcOrd="0" destOrd="0" presId="urn:microsoft.com/office/officeart/2005/8/layout/venn1"/>
    <dgm:cxn modelId="{711BE608-6474-42D1-937A-52B92F882D47}" srcId="{072C733F-5FE1-4C0E-A8EF-D7A6C593147D}" destId="{AC3ABCE8-678E-45DD-8C80-E9F6932BD08F}" srcOrd="6" destOrd="0" parTransId="{FC0D5BC6-4C48-4069-85F7-84FBE4678524}" sibTransId="{FD7D4E1F-89FD-4F4A-B0F8-F47A1A74A8AD}"/>
    <dgm:cxn modelId="{B66A450D-EAB5-4DEA-B8FC-698BD916DBB5}" type="presOf" srcId="{D488BA4A-22DE-487C-A0CB-3AD83F27295C}" destId="{2C910D8B-DE83-4DAE-91BC-4C54EC7D3262}" srcOrd="0" destOrd="1" presId="urn:microsoft.com/office/officeart/2005/8/layout/venn1"/>
    <dgm:cxn modelId="{743D681F-FF7F-40EC-B779-BE41893D5281}" type="presOf" srcId="{E2F4883D-9621-4B10-B8A6-B554255C4F55}" destId="{6B57FF16-D211-4AD9-BC50-AE09F0210615}" srcOrd="0" destOrd="0" presId="urn:microsoft.com/office/officeart/2005/8/layout/venn1"/>
    <dgm:cxn modelId="{21B0D923-7D25-47CE-8073-6ED625E1CFA1}" srcId="{072C733F-5FE1-4C0E-A8EF-D7A6C593147D}" destId="{B2976183-307F-4594-A4A6-E78FF206E9D4}" srcOrd="1" destOrd="0" parTransId="{FE0DE3C7-07E1-4C60-824D-8712E41D649B}" sibTransId="{D0719862-E605-47D6-8AB5-930EA9026E8A}"/>
    <dgm:cxn modelId="{AE3A5630-142D-4D80-BA81-58B55CC4C2ED}" srcId="{072C733F-5FE1-4C0E-A8EF-D7A6C593147D}" destId="{D8722FE6-B9AC-43CE-8552-87806BBFEBC3}" srcOrd="2" destOrd="0" parTransId="{47E6CA1B-4E01-481D-84D1-2EFBECAEC42C}" sibTransId="{3C949B24-061D-4170-8BCD-5F9CD955B72F}"/>
    <dgm:cxn modelId="{52CFFA39-685E-4611-8A16-8E4237EE0EDB}" srcId="{072C733F-5FE1-4C0E-A8EF-D7A6C593147D}" destId="{C189B530-63CF-4ADE-B92B-536D6369EBCA}" srcOrd="0" destOrd="0" parTransId="{A993A2A5-D8EB-48A7-9B6E-2972DDB427AC}" sibTransId="{4FDE355A-9022-425C-A5A4-52A40CFF3128}"/>
    <dgm:cxn modelId="{83C0263D-310D-4BD9-B507-DCCFFEFAF64F}" type="presOf" srcId="{B2976183-307F-4594-A4A6-E78FF206E9D4}" destId="{BAE42488-5BA9-48E1-BD4F-1DF5DE76FAED}" srcOrd="0" destOrd="0" presId="urn:microsoft.com/office/officeart/2005/8/layout/venn1"/>
    <dgm:cxn modelId="{C4874E8A-6CA2-4A36-A154-68B7950AD5B2}" type="presOf" srcId="{31E4C783-3083-483A-903B-FC4EA7B07309}" destId="{2C910D8B-DE83-4DAE-91BC-4C54EC7D3262}" srcOrd="0" destOrd="0" presId="urn:microsoft.com/office/officeart/2005/8/layout/venn1"/>
    <dgm:cxn modelId="{DC82E4BC-2AB4-4CB7-A5CB-72FFC634AD99}" srcId="{072C733F-5FE1-4C0E-A8EF-D7A6C593147D}" destId="{E2F4883D-9621-4B10-B8A6-B554255C4F55}" srcOrd="3" destOrd="0" parTransId="{693F66AC-3C20-4FE9-ABE0-3BEC4DDEF95F}" sibTransId="{A2B10273-6EF2-4343-A0AA-1C7B28999382}"/>
    <dgm:cxn modelId="{D138C8C0-AD34-4B4C-9D8C-75D63DAC1813}" type="presOf" srcId="{AC3ABCE8-678E-45DD-8C80-E9F6932BD08F}" destId="{115046DC-8FDF-4682-B9E7-E1EA1A898E7A}" srcOrd="0" destOrd="0" presId="urn:microsoft.com/office/officeart/2005/8/layout/venn1"/>
    <dgm:cxn modelId="{AD039DCE-5731-4E45-B1F0-DC18B1950489}" srcId="{072C733F-5FE1-4C0E-A8EF-D7A6C593147D}" destId="{31E4C783-3083-483A-903B-FC4EA7B07309}" srcOrd="4" destOrd="0" parTransId="{C66B4DBC-7ED8-4DA6-8D83-647F508E02AA}" sibTransId="{A6986805-3C8F-453E-BEA8-DE5896291361}"/>
    <dgm:cxn modelId="{5B00D1E1-3110-4E2F-A464-E2611EA21D1B}" type="presOf" srcId="{D8722FE6-B9AC-43CE-8552-87806BBFEBC3}" destId="{C6AFA8C0-C12C-4987-8D0B-CE48A91CC1BA}" srcOrd="0" destOrd="0" presId="urn:microsoft.com/office/officeart/2005/8/layout/venn1"/>
    <dgm:cxn modelId="{CA5C63F1-0639-4013-B9AA-0FB65B0DA70D}" srcId="{072C733F-5FE1-4C0E-A8EF-D7A6C593147D}" destId="{0B19FE67-7066-4C26-A1D5-C0F5D413731D}" srcOrd="5" destOrd="0" parTransId="{CBF0702D-4DA4-422E-8BE3-89F1CE8A76AF}" sibTransId="{35911072-66E1-4723-A34B-51B343104802}"/>
    <dgm:cxn modelId="{B30D8AF6-880D-4A95-9FA0-35B8FF66B981}" type="presOf" srcId="{072C733F-5FE1-4C0E-A8EF-D7A6C593147D}" destId="{62258B5F-31A5-4ED5-8A20-2F224AC2DA9E}" srcOrd="0" destOrd="0" presId="urn:microsoft.com/office/officeart/2005/8/layout/venn1"/>
    <dgm:cxn modelId="{100FA9FB-38DC-4F47-BFE6-52830AB49CF7}" srcId="{31E4C783-3083-483A-903B-FC4EA7B07309}" destId="{D488BA4A-22DE-487C-A0CB-3AD83F27295C}" srcOrd="0" destOrd="0" parTransId="{7C6F5B6C-1BEC-40AA-8478-7391AC353093}" sibTransId="{945C7A21-F349-4464-805E-412AA35AFB6D}"/>
    <dgm:cxn modelId="{3AEEE5FE-F3E0-4A5A-88E5-FFE60312D839}" type="presOf" srcId="{C189B530-63CF-4ADE-B92B-536D6369EBCA}" destId="{FE96EB48-9F85-4910-8988-3A0AA710D7AD}" srcOrd="0" destOrd="0" presId="urn:microsoft.com/office/officeart/2005/8/layout/venn1"/>
    <dgm:cxn modelId="{EBCA690B-41BA-4DEC-ABE5-6E4056FCB792}" type="presParOf" srcId="{62258B5F-31A5-4ED5-8A20-2F224AC2DA9E}" destId="{9C48A8D3-FCC7-45C5-A045-49CB86F5EFA8}" srcOrd="0" destOrd="0" presId="urn:microsoft.com/office/officeart/2005/8/layout/venn1"/>
    <dgm:cxn modelId="{98F0890F-9370-4E09-A135-FB7C75D5BA52}" type="presParOf" srcId="{62258B5F-31A5-4ED5-8A20-2F224AC2DA9E}" destId="{FE96EB48-9F85-4910-8988-3A0AA710D7AD}" srcOrd="1" destOrd="0" presId="urn:microsoft.com/office/officeart/2005/8/layout/venn1"/>
    <dgm:cxn modelId="{31B7539A-BDBB-4B99-9F47-D0F6B966375D}" type="presParOf" srcId="{62258B5F-31A5-4ED5-8A20-2F224AC2DA9E}" destId="{A64A58E8-A03A-4D8C-B7B0-03C549EE4649}" srcOrd="2" destOrd="0" presId="urn:microsoft.com/office/officeart/2005/8/layout/venn1"/>
    <dgm:cxn modelId="{E4C34541-42B2-416D-BD6F-5D4C1F22BE69}" type="presParOf" srcId="{62258B5F-31A5-4ED5-8A20-2F224AC2DA9E}" destId="{BAE42488-5BA9-48E1-BD4F-1DF5DE76FAED}" srcOrd="3" destOrd="0" presId="urn:microsoft.com/office/officeart/2005/8/layout/venn1"/>
    <dgm:cxn modelId="{59445A3A-972C-45A9-A3B3-D2A59ED3C846}" type="presParOf" srcId="{62258B5F-31A5-4ED5-8A20-2F224AC2DA9E}" destId="{9B5EDE38-80F6-4F76-AB45-F0FC6E6AEC94}" srcOrd="4" destOrd="0" presId="urn:microsoft.com/office/officeart/2005/8/layout/venn1"/>
    <dgm:cxn modelId="{D6288A4C-B3EE-4938-B3F5-616FA90B4B4A}" type="presParOf" srcId="{62258B5F-31A5-4ED5-8A20-2F224AC2DA9E}" destId="{C6AFA8C0-C12C-4987-8D0B-CE48A91CC1BA}" srcOrd="5" destOrd="0" presId="urn:microsoft.com/office/officeart/2005/8/layout/venn1"/>
    <dgm:cxn modelId="{83EF5FC2-9DE4-418E-90FF-4ACCD63076C7}" type="presParOf" srcId="{62258B5F-31A5-4ED5-8A20-2F224AC2DA9E}" destId="{1DBB1079-7304-46F9-94EF-CB41E22345BC}" srcOrd="6" destOrd="0" presId="urn:microsoft.com/office/officeart/2005/8/layout/venn1"/>
    <dgm:cxn modelId="{848EBE28-E61D-4038-BAC4-37767154400C}" type="presParOf" srcId="{62258B5F-31A5-4ED5-8A20-2F224AC2DA9E}" destId="{6B57FF16-D211-4AD9-BC50-AE09F0210615}" srcOrd="7" destOrd="0" presId="urn:microsoft.com/office/officeart/2005/8/layout/venn1"/>
    <dgm:cxn modelId="{0DCC8805-C746-48AB-B834-D4595D22C90F}" type="presParOf" srcId="{62258B5F-31A5-4ED5-8A20-2F224AC2DA9E}" destId="{CA0AB2AA-07E7-454C-84A0-206BF1822B22}" srcOrd="8" destOrd="0" presId="urn:microsoft.com/office/officeart/2005/8/layout/venn1"/>
    <dgm:cxn modelId="{69A0DFAF-72F2-4F87-AADC-84A103B20F7E}" type="presParOf" srcId="{62258B5F-31A5-4ED5-8A20-2F224AC2DA9E}" destId="{2C910D8B-DE83-4DAE-91BC-4C54EC7D3262}" srcOrd="9" destOrd="0" presId="urn:microsoft.com/office/officeart/2005/8/layout/venn1"/>
    <dgm:cxn modelId="{7A9B7A3D-3AAF-4FDE-A7AB-EF546F6EBD8E}" type="presParOf" srcId="{62258B5F-31A5-4ED5-8A20-2F224AC2DA9E}" destId="{42B34CC6-03A0-42B6-81D3-C7CA7448D9BA}" srcOrd="10" destOrd="0" presId="urn:microsoft.com/office/officeart/2005/8/layout/venn1"/>
    <dgm:cxn modelId="{017749E9-1BE9-4BCF-B98E-86D991D1F239}" type="presParOf" srcId="{62258B5F-31A5-4ED5-8A20-2F224AC2DA9E}" destId="{D92FF974-EBFB-4765-BB71-1352F8B53CAB}" srcOrd="11" destOrd="0" presId="urn:microsoft.com/office/officeart/2005/8/layout/venn1"/>
    <dgm:cxn modelId="{4FA75A2C-FFC0-4C4D-A784-923E76E105D0}" type="presParOf" srcId="{62258B5F-31A5-4ED5-8A20-2F224AC2DA9E}" destId="{16DBED2C-E430-4F26-A050-03A6E5151F75}" srcOrd="12" destOrd="0" presId="urn:microsoft.com/office/officeart/2005/8/layout/venn1"/>
    <dgm:cxn modelId="{D1BD4C18-40E2-4B1F-B086-9FEDD8C212D5}" type="presParOf" srcId="{62258B5F-31A5-4ED5-8A20-2F224AC2DA9E}" destId="{115046DC-8FDF-4682-B9E7-E1EA1A898E7A}" srcOrd="1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72C733F-5FE1-4C0E-A8EF-D7A6C593147D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BE"/>
        </a:p>
      </dgm:t>
    </dgm:pt>
    <dgm:pt modelId="{C189B530-63CF-4ADE-B92B-536D6369EBCA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Data summary / description</a:t>
          </a:r>
          <a:endParaRPr lang="en-BE" sz="1400" b="0" dirty="0">
            <a:solidFill>
              <a:schemeClr val="bg1">
                <a:lumMod val="65000"/>
              </a:schemeClr>
            </a:solidFill>
          </a:endParaRPr>
        </a:p>
      </dgm:t>
    </dgm:pt>
    <dgm:pt modelId="{A993A2A5-D8EB-48A7-9B6E-2972DDB427AC}" type="parTrans" cxnId="{52CFFA39-685E-4611-8A16-8E4237EE0EDB}">
      <dgm:prSet/>
      <dgm:spPr/>
      <dgm:t>
        <a:bodyPr/>
        <a:lstStyle/>
        <a:p>
          <a:endParaRPr lang="en-BE" sz="4400"/>
        </a:p>
      </dgm:t>
    </dgm:pt>
    <dgm:pt modelId="{4FDE355A-9022-425C-A5A4-52A40CFF3128}" type="sibTrans" cxnId="{52CFFA39-685E-4611-8A16-8E4237EE0EDB}">
      <dgm:prSet/>
      <dgm:spPr/>
      <dgm:t>
        <a:bodyPr/>
        <a:lstStyle/>
        <a:p>
          <a:endParaRPr lang="en-BE" sz="4400"/>
        </a:p>
      </dgm:t>
    </dgm:pt>
    <dgm:pt modelId="{B2976183-307F-4594-A4A6-E78FF206E9D4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Ethical and legal issues</a:t>
          </a:r>
        </a:p>
      </dgm:t>
    </dgm:pt>
    <dgm:pt modelId="{FE0DE3C7-07E1-4C60-824D-8712E41D649B}" type="parTrans" cxnId="{21B0D923-7D25-47CE-8073-6ED625E1CFA1}">
      <dgm:prSet/>
      <dgm:spPr/>
      <dgm:t>
        <a:bodyPr/>
        <a:lstStyle/>
        <a:p>
          <a:endParaRPr lang="en-BE" sz="4400"/>
        </a:p>
      </dgm:t>
    </dgm:pt>
    <dgm:pt modelId="{D0719862-E605-47D6-8AB5-930EA9026E8A}" type="sibTrans" cxnId="{21B0D923-7D25-47CE-8073-6ED625E1CFA1}">
      <dgm:prSet/>
      <dgm:spPr/>
      <dgm:t>
        <a:bodyPr/>
        <a:lstStyle/>
        <a:p>
          <a:endParaRPr lang="en-BE" sz="4400"/>
        </a:p>
      </dgm:t>
    </dgm:pt>
    <dgm:pt modelId="{D8722FE6-B9AC-43CE-8552-87806BBFEBC3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Documentation and metadata</a:t>
          </a:r>
        </a:p>
      </dgm:t>
    </dgm:pt>
    <dgm:pt modelId="{47E6CA1B-4E01-481D-84D1-2EFBECAEC42C}" type="parTrans" cxnId="{AE3A5630-142D-4D80-BA81-58B55CC4C2ED}">
      <dgm:prSet/>
      <dgm:spPr/>
      <dgm:t>
        <a:bodyPr/>
        <a:lstStyle/>
        <a:p>
          <a:endParaRPr lang="en-BE" sz="4400"/>
        </a:p>
      </dgm:t>
    </dgm:pt>
    <dgm:pt modelId="{3C949B24-061D-4170-8BCD-5F9CD955B72F}" type="sibTrans" cxnId="{AE3A5630-142D-4D80-BA81-58B55CC4C2ED}">
      <dgm:prSet/>
      <dgm:spPr/>
      <dgm:t>
        <a:bodyPr/>
        <a:lstStyle/>
        <a:p>
          <a:endParaRPr lang="en-BE" sz="4400"/>
        </a:p>
      </dgm:t>
    </dgm:pt>
    <dgm:pt modelId="{E2F4883D-9621-4B10-B8A6-B554255C4F55}">
      <dgm:prSet custT="1"/>
      <dgm:spPr/>
      <dgm:t>
        <a:bodyPr/>
        <a:lstStyle/>
        <a:p>
          <a:pPr>
            <a:defRPr b="1"/>
          </a:pPr>
          <a:r>
            <a:rPr lang="en-US" sz="1400" b="0">
              <a:solidFill>
                <a:schemeClr val="bg1">
                  <a:lumMod val="65000"/>
                </a:schemeClr>
              </a:solidFill>
            </a:rPr>
            <a:t>Resources and Responsibilities</a:t>
          </a:r>
          <a:endParaRPr lang="en-US" sz="1400" b="0" dirty="0">
            <a:solidFill>
              <a:schemeClr val="bg1">
                <a:lumMod val="65000"/>
              </a:schemeClr>
            </a:solidFill>
          </a:endParaRPr>
        </a:p>
      </dgm:t>
    </dgm:pt>
    <dgm:pt modelId="{693F66AC-3C20-4FE9-ABE0-3BEC4DDEF95F}" type="parTrans" cxnId="{DC82E4BC-2AB4-4CB7-A5CB-72FFC634AD99}">
      <dgm:prSet/>
      <dgm:spPr/>
      <dgm:t>
        <a:bodyPr/>
        <a:lstStyle/>
        <a:p>
          <a:endParaRPr lang="en-BE" sz="4400"/>
        </a:p>
      </dgm:t>
    </dgm:pt>
    <dgm:pt modelId="{A2B10273-6EF2-4343-A0AA-1C7B28999382}" type="sibTrans" cxnId="{DC82E4BC-2AB4-4CB7-A5CB-72FFC634AD99}">
      <dgm:prSet/>
      <dgm:spPr/>
      <dgm:t>
        <a:bodyPr/>
        <a:lstStyle/>
        <a:p>
          <a:endParaRPr lang="en-BE" sz="4400"/>
        </a:p>
      </dgm:t>
    </dgm:pt>
    <dgm:pt modelId="{31E4C783-3083-483A-903B-FC4EA7B07309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Data sharing and reuse</a:t>
          </a:r>
        </a:p>
      </dgm:t>
    </dgm:pt>
    <dgm:pt modelId="{C66B4DBC-7ED8-4DA6-8D83-647F508E02AA}" type="parTrans" cxnId="{AD039DCE-5731-4E45-B1F0-DC18B1950489}">
      <dgm:prSet/>
      <dgm:spPr/>
      <dgm:t>
        <a:bodyPr/>
        <a:lstStyle/>
        <a:p>
          <a:endParaRPr lang="en-BE" sz="4400"/>
        </a:p>
      </dgm:t>
    </dgm:pt>
    <dgm:pt modelId="{A6986805-3C8F-453E-BEA8-DE5896291361}" type="sibTrans" cxnId="{AD039DCE-5731-4E45-B1F0-DC18B1950489}">
      <dgm:prSet/>
      <dgm:spPr/>
      <dgm:t>
        <a:bodyPr/>
        <a:lstStyle/>
        <a:p>
          <a:endParaRPr lang="en-BE" sz="4400"/>
        </a:p>
      </dgm:t>
    </dgm:pt>
    <dgm:pt modelId="{0B19FE67-7066-4C26-A1D5-C0F5D413731D}">
      <dgm:prSet custT="1"/>
      <dgm:spPr/>
      <dgm:t>
        <a:bodyPr/>
        <a:lstStyle/>
        <a:p>
          <a:pPr>
            <a:defRPr b="1"/>
          </a:pPr>
          <a:r>
            <a:rPr lang="en-US" sz="1400" dirty="0"/>
            <a:t>Data storage during the project</a:t>
          </a:r>
        </a:p>
      </dgm:t>
    </dgm:pt>
    <dgm:pt modelId="{CBF0702D-4DA4-422E-8BE3-89F1CE8A76AF}" type="parTrans" cxnId="{CA5C63F1-0639-4013-B9AA-0FB65B0DA70D}">
      <dgm:prSet/>
      <dgm:spPr/>
      <dgm:t>
        <a:bodyPr/>
        <a:lstStyle/>
        <a:p>
          <a:endParaRPr lang="en-BE" sz="4400"/>
        </a:p>
      </dgm:t>
    </dgm:pt>
    <dgm:pt modelId="{35911072-66E1-4723-A34B-51B343104802}" type="sibTrans" cxnId="{CA5C63F1-0639-4013-B9AA-0FB65B0DA70D}">
      <dgm:prSet/>
      <dgm:spPr/>
      <dgm:t>
        <a:bodyPr/>
        <a:lstStyle/>
        <a:p>
          <a:endParaRPr lang="en-BE" sz="4400"/>
        </a:p>
      </dgm:t>
    </dgm:pt>
    <dgm:pt modelId="{AC3ABCE8-678E-45DD-8C80-E9F6932BD08F}">
      <dgm:prSet custT="1"/>
      <dgm:spPr/>
      <dgm:t>
        <a:bodyPr/>
        <a:lstStyle/>
        <a:p>
          <a:pPr>
            <a:defRPr b="1"/>
          </a:pPr>
          <a:r>
            <a:rPr lang="en-US" sz="1400" dirty="0">
              <a:solidFill>
                <a:schemeClr val="bg1">
                  <a:lumMod val="65000"/>
                </a:schemeClr>
              </a:solidFill>
            </a:rPr>
            <a:t>Long-term preservation</a:t>
          </a:r>
        </a:p>
      </dgm:t>
    </dgm:pt>
    <dgm:pt modelId="{FC0D5BC6-4C48-4069-85F7-84FBE4678524}" type="parTrans" cxnId="{711BE608-6474-42D1-937A-52B92F882D47}">
      <dgm:prSet/>
      <dgm:spPr/>
      <dgm:t>
        <a:bodyPr/>
        <a:lstStyle/>
        <a:p>
          <a:endParaRPr lang="en-BE" sz="4400"/>
        </a:p>
      </dgm:t>
    </dgm:pt>
    <dgm:pt modelId="{FD7D4E1F-89FD-4F4A-B0F8-F47A1A74A8AD}" type="sibTrans" cxnId="{711BE608-6474-42D1-937A-52B92F882D47}">
      <dgm:prSet/>
      <dgm:spPr/>
      <dgm:t>
        <a:bodyPr/>
        <a:lstStyle/>
        <a:p>
          <a:endParaRPr lang="en-BE" sz="4400"/>
        </a:p>
      </dgm:t>
    </dgm:pt>
    <dgm:pt modelId="{CD586A6D-C1D5-401F-8A1C-BEE69FAE3EC7}">
      <dgm:prSet custT="1"/>
      <dgm:spPr/>
      <dgm:t>
        <a:bodyPr/>
        <a:lstStyle/>
        <a:p>
          <a:r>
            <a:rPr lang="en-US" sz="1100" dirty="0"/>
            <a:t>Security, back-up, transfer &amp; access</a:t>
          </a:r>
        </a:p>
      </dgm:t>
    </dgm:pt>
    <dgm:pt modelId="{C96CA754-9EFE-4F36-ABF5-2073F0834325}" type="parTrans" cxnId="{E1AACCFC-218A-4FE4-9DBF-2EC1C471A356}">
      <dgm:prSet/>
      <dgm:spPr/>
      <dgm:t>
        <a:bodyPr/>
        <a:lstStyle/>
        <a:p>
          <a:endParaRPr lang="en-BE" sz="4400"/>
        </a:p>
      </dgm:t>
    </dgm:pt>
    <dgm:pt modelId="{6F43A78A-EE33-47C4-8F85-16DDDFC03445}" type="sibTrans" cxnId="{E1AACCFC-218A-4FE4-9DBF-2EC1C471A356}">
      <dgm:prSet/>
      <dgm:spPr/>
      <dgm:t>
        <a:bodyPr/>
        <a:lstStyle/>
        <a:p>
          <a:endParaRPr lang="en-BE" sz="4400"/>
        </a:p>
      </dgm:t>
    </dgm:pt>
    <dgm:pt modelId="{62258B5F-31A5-4ED5-8A20-2F224AC2DA9E}" type="pres">
      <dgm:prSet presAssocID="{072C733F-5FE1-4C0E-A8EF-D7A6C593147D}" presName="compositeShape" presStyleCnt="0">
        <dgm:presLayoutVars>
          <dgm:chMax val="7"/>
          <dgm:dir/>
          <dgm:resizeHandles val="exact"/>
        </dgm:presLayoutVars>
      </dgm:prSet>
      <dgm:spPr/>
    </dgm:pt>
    <dgm:pt modelId="{9C48A8D3-FCC7-45C5-A045-49CB86F5EFA8}" type="pres">
      <dgm:prSet presAssocID="{C189B530-63CF-4ADE-B92B-536D6369EBCA}" presName="circ1" presStyleLbl="vennNode1" presStyleIdx="0" presStyleCnt="7"/>
      <dgm:spPr>
        <a:solidFill>
          <a:srgbClr val="01A2A6">
            <a:alpha val="5098"/>
          </a:srgbClr>
        </a:solidFill>
      </dgm:spPr>
    </dgm:pt>
    <dgm:pt modelId="{FE96EB48-9F85-4910-8988-3A0AA710D7AD}" type="pres">
      <dgm:prSet presAssocID="{C189B530-63CF-4ADE-B92B-536D6369EBCA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64A58E8-A03A-4D8C-B7B0-03C549EE4649}" type="pres">
      <dgm:prSet presAssocID="{B2976183-307F-4594-A4A6-E78FF206E9D4}" presName="circ2" presStyleLbl="vennNode1" presStyleIdx="1" presStyleCnt="7"/>
      <dgm:spPr>
        <a:solidFill>
          <a:srgbClr val="01A2A6">
            <a:alpha val="5098"/>
          </a:srgbClr>
        </a:solidFill>
      </dgm:spPr>
    </dgm:pt>
    <dgm:pt modelId="{BAE42488-5BA9-48E1-BD4F-1DF5DE76FAED}" type="pres">
      <dgm:prSet presAssocID="{B2976183-307F-4594-A4A6-E78FF206E9D4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B5EDE38-80F6-4F76-AB45-F0FC6E6AEC94}" type="pres">
      <dgm:prSet presAssocID="{D8722FE6-B9AC-43CE-8552-87806BBFEBC3}" presName="circ3" presStyleLbl="vennNode1" presStyleIdx="2" presStyleCnt="7"/>
      <dgm:spPr>
        <a:solidFill>
          <a:srgbClr val="01A2A6">
            <a:alpha val="5098"/>
          </a:srgbClr>
        </a:solidFill>
      </dgm:spPr>
    </dgm:pt>
    <dgm:pt modelId="{C6AFA8C0-C12C-4987-8D0B-CE48A91CC1BA}" type="pres">
      <dgm:prSet presAssocID="{D8722FE6-B9AC-43CE-8552-87806BBFEBC3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DBB1079-7304-46F9-94EF-CB41E22345BC}" type="pres">
      <dgm:prSet presAssocID="{E2F4883D-9621-4B10-B8A6-B554255C4F55}" presName="circ4" presStyleLbl="vennNode1" presStyleIdx="3" presStyleCnt="7"/>
      <dgm:spPr>
        <a:solidFill>
          <a:srgbClr val="01A2A6">
            <a:alpha val="5098"/>
          </a:srgbClr>
        </a:solidFill>
      </dgm:spPr>
    </dgm:pt>
    <dgm:pt modelId="{6B57FF16-D211-4AD9-BC50-AE09F0210615}" type="pres">
      <dgm:prSet presAssocID="{E2F4883D-9621-4B10-B8A6-B554255C4F55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A0AB2AA-07E7-454C-84A0-206BF1822B22}" type="pres">
      <dgm:prSet presAssocID="{31E4C783-3083-483A-903B-FC4EA7B07309}" presName="circ5" presStyleLbl="vennNode1" presStyleIdx="4" presStyleCnt="7"/>
      <dgm:spPr>
        <a:solidFill>
          <a:srgbClr val="01A2A6">
            <a:alpha val="5098"/>
          </a:srgbClr>
        </a:solidFill>
      </dgm:spPr>
    </dgm:pt>
    <dgm:pt modelId="{2C910D8B-DE83-4DAE-91BC-4C54EC7D3262}" type="pres">
      <dgm:prSet presAssocID="{31E4C783-3083-483A-903B-FC4EA7B07309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2B34CC6-03A0-42B6-81D3-C7CA7448D9BA}" type="pres">
      <dgm:prSet presAssocID="{0B19FE67-7066-4C26-A1D5-C0F5D413731D}" presName="circ6" presStyleLbl="vennNode1" presStyleIdx="5" presStyleCnt="7"/>
      <dgm:spPr/>
    </dgm:pt>
    <dgm:pt modelId="{D92FF974-EBFB-4765-BB71-1352F8B53CAB}" type="pres">
      <dgm:prSet presAssocID="{0B19FE67-7066-4C26-A1D5-C0F5D413731D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6DBED2C-E430-4F26-A050-03A6E5151F75}" type="pres">
      <dgm:prSet presAssocID="{AC3ABCE8-678E-45DD-8C80-E9F6932BD08F}" presName="circ7" presStyleLbl="vennNode1" presStyleIdx="6" presStyleCnt="7"/>
      <dgm:spPr>
        <a:solidFill>
          <a:srgbClr val="01A2A6">
            <a:alpha val="5098"/>
          </a:srgbClr>
        </a:solidFill>
      </dgm:spPr>
    </dgm:pt>
    <dgm:pt modelId="{115046DC-8FDF-4682-B9E7-E1EA1A898E7A}" type="pres">
      <dgm:prSet presAssocID="{AC3ABCE8-678E-45DD-8C80-E9F6932BD08F}" presName="circ7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8FE6EC02-2A65-4B5D-9199-0AD4565880FC}" type="presOf" srcId="{0B19FE67-7066-4C26-A1D5-C0F5D413731D}" destId="{D92FF974-EBFB-4765-BB71-1352F8B53CAB}" srcOrd="0" destOrd="0" presId="urn:microsoft.com/office/officeart/2005/8/layout/venn1"/>
    <dgm:cxn modelId="{711BE608-6474-42D1-937A-52B92F882D47}" srcId="{072C733F-5FE1-4C0E-A8EF-D7A6C593147D}" destId="{AC3ABCE8-678E-45DD-8C80-E9F6932BD08F}" srcOrd="6" destOrd="0" parTransId="{FC0D5BC6-4C48-4069-85F7-84FBE4678524}" sibTransId="{FD7D4E1F-89FD-4F4A-B0F8-F47A1A74A8AD}"/>
    <dgm:cxn modelId="{743D681F-FF7F-40EC-B779-BE41893D5281}" type="presOf" srcId="{E2F4883D-9621-4B10-B8A6-B554255C4F55}" destId="{6B57FF16-D211-4AD9-BC50-AE09F0210615}" srcOrd="0" destOrd="0" presId="urn:microsoft.com/office/officeart/2005/8/layout/venn1"/>
    <dgm:cxn modelId="{21B0D923-7D25-47CE-8073-6ED625E1CFA1}" srcId="{072C733F-5FE1-4C0E-A8EF-D7A6C593147D}" destId="{B2976183-307F-4594-A4A6-E78FF206E9D4}" srcOrd="1" destOrd="0" parTransId="{FE0DE3C7-07E1-4C60-824D-8712E41D649B}" sibTransId="{D0719862-E605-47D6-8AB5-930EA9026E8A}"/>
    <dgm:cxn modelId="{AE3A5630-142D-4D80-BA81-58B55CC4C2ED}" srcId="{072C733F-5FE1-4C0E-A8EF-D7A6C593147D}" destId="{D8722FE6-B9AC-43CE-8552-87806BBFEBC3}" srcOrd="2" destOrd="0" parTransId="{47E6CA1B-4E01-481D-84D1-2EFBECAEC42C}" sibTransId="{3C949B24-061D-4170-8BCD-5F9CD955B72F}"/>
    <dgm:cxn modelId="{D1B73B32-5306-4379-8457-05900DFA95A9}" type="presOf" srcId="{CD586A6D-C1D5-401F-8A1C-BEE69FAE3EC7}" destId="{D92FF974-EBFB-4765-BB71-1352F8B53CAB}" srcOrd="0" destOrd="1" presId="urn:microsoft.com/office/officeart/2005/8/layout/venn1"/>
    <dgm:cxn modelId="{52CFFA39-685E-4611-8A16-8E4237EE0EDB}" srcId="{072C733F-5FE1-4C0E-A8EF-D7A6C593147D}" destId="{C189B530-63CF-4ADE-B92B-536D6369EBCA}" srcOrd="0" destOrd="0" parTransId="{A993A2A5-D8EB-48A7-9B6E-2972DDB427AC}" sibTransId="{4FDE355A-9022-425C-A5A4-52A40CFF3128}"/>
    <dgm:cxn modelId="{83C0263D-310D-4BD9-B507-DCCFFEFAF64F}" type="presOf" srcId="{B2976183-307F-4594-A4A6-E78FF206E9D4}" destId="{BAE42488-5BA9-48E1-BD4F-1DF5DE76FAED}" srcOrd="0" destOrd="0" presId="urn:microsoft.com/office/officeart/2005/8/layout/venn1"/>
    <dgm:cxn modelId="{C4874E8A-6CA2-4A36-A154-68B7950AD5B2}" type="presOf" srcId="{31E4C783-3083-483A-903B-FC4EA7B07309}" destId="{2C910D8B-DE83-4DAE-91BC-4C54EC7D3262}" srcOrd="0" destOrd="0" presId="urn:microsoft.com/office/officeart/2005/8/layout/venn1"/>
    <dgm:cxn modelId="{DC82E4BC-2AB4-4CB7-A5CB-72FFC634AD99}" srcId="{072C733F-5FE1-4C0E-A8EF-D7A6C593147D}" destId="{E2F4883D-9621-4B10-B8A6-B554255C4F55}" srcOrd="3" destOrd="0" parTransId="{693F66AC-3C20-4FE9-ABE0-3BEC4DDEF95F}" sibTransId="{A2B10273-6EF2-4343-A0AA-1C7B28999382}"/>
    <dgm:cxn modelId="{D138C8C0-AD34-4B4C-9D8C-75D63DAC1813}" type="presOf" srcId="{AC3ABCE8-678E-45DD-8C80-E9F6932BD08F}" destId="{115046DC-8FDF-4682-B9E7-E1EA1A898E7A}" srcOrd="0" destOrd="0" presId="urn:microsoft.com/office/officeart/2005/8/layout/venn1"/>
    <dgm:cxn modelId="{AD039DCE-5731-4E45-B1F0-DC18B1950489}" srcId="{072C733F-5FE1-4C0E-A8EF-D7A6C593147D}" destId="{31E4C783-3083-483A-903B-FC4EA7B07309}" srcOrd="4" destOrd="0" parTransId="{C66B4DBC-7ED8-4DA6-8D83-647F508E02AA}" sibTransId="{A6986805-3C8F-453E-BEA8-DE5896291361}"/>
    <dgm:cxn modelId="{5B00D1E1-3110-4E2F-A464-E2611EA21D1B}" type="presOf" srcId="{D8722FE6-B9AC-43CE-8552-87806BBFEBC3}" destId="{C6AFA8C0-C12C-4987-8D0B-CE48A91CC1BA}" srcOrd="0" destOrd="0" presId="urn:microsoft.com/office/officeart/2005/8/layout/venn1"/>
    <dgm:cxn modelId="{CA5C63F1-0639-4013-B9AA-0FB65B0DA70D}" srcId="{072C733F-5FE1-4C0E-A8EF-D7A6C593147D}" destId="{0B19FE67-7066-4C26-A1D5-C0F5D413731D}" srcOrd="5" destOrd="0" parTransId="{CBF0702D-4DA4-422E-8BE3-89F1CE8A76AF}" sibTransId="{35911072-66E1-4723-A34B-51B343104802}"/>
    <dgm:cxn modelId="{B30D8AF6-880D-4A95-9FA0-35B8FF66B981}" type="presOf" srcId="{072C733F-5FE1-4C0E-A8EF-D7A6C593147D}" destId="{62258B5F-31A5-4ED5-8A20-2F224AC2DA9E}" srcOrd="0" destOrd="0" presId="urn:microsoft.com/office/officeart/2005/8/layout/venn1"/>
    <dgm:cxn modelId="{E1AACCFC-218A-4FE4-9DBF-2EC1C471A356}" srcId="{0B19FE67-7066-4C26-A1D5-C0F5D413731D}" destId="{CD586A6D-C1D5-401F-8A1C-BEE69FAE3EC7}" srcOrd="0" destOrd="0" parTransId="{C96CA754-9EFE-4F36-ABF5-2073F0834325}" sibTransId="{6F43A78A-EE33-47C4-8F85-16DDDFC03445}"/>
    <dgm:cxn modelId="{3AEEE5FE-F3E0-4A5A-88E5-FFE60312D839}" type="presOf" srcId="{C189B530-63CF-4ADE-B92B-536D6369EBCA}" destId="{FE96EB48-9F85-4910-8988-3A0AA710D7AD}" srcOrd="0" destOrd="0" presId="urn:microsoft.com/office/officeart/2005/8/layout/venn1"/>
    <dgm:cxn modelId="{EBCA690B-41BA-4DEC-ABE5-6E4056FCB792}" type="presParOf" srcId="{62258B5F-31A5-4ED5-8A20-2F224AC2DA9E}" destId="{9C48A8D3-FCC7-45C5-A045-49CB86F5EFA8}" srcOrd="0" destOrd="0" presId="urn:microsoft.com/office/officeart/2005/8/layout/venn1"/>
    <dgm:cxn modelId="{98F0890F-9370-4E09-A135-FB7C75D5BA52}" type="presParOf" srcId="{62258B5F-31A5-4ED5-8A20-2F224AC2DA9E}" destId="{FE96EB48-9F85-4910-8988-3A0AA710D7AD}" srcOrd="1" destOrd="0" presId="urn:microsoft.com/office/officeart/2005/8/layout/venn1"/>
    <dgm:cxn modelId="{31B7539A-BDBB-4B99-9F47-D0F6B966375D}" type="presParOf" srcId="{62258B5F-31A5-4ED5-8A20-2F224AC2DA9E}" destId="{A64A58E8-A03A-4D8C-B7B0-03C549EE4649}" srcOrd="2" destOrd="0" presId="urn:microsoft.com/office/officeart/2005/8/layout/venn1"/>
    <dgm:cxn modelId="{E4C34541-42B2-416D-BD6F-5D4C1F22BE69}" type="presParOf" srcId="{62258B5F-31A5-4ED5-8A20-2F224AC2DA9E}" destId="{BAE42488-5BA9-48E1-BD4F-1DF5DE76FAED}" srcOrd="3" destOrd="0" presId="urn:microsoft.com/office/officeart/2005/8/layout/venn1"/>
    <dgm:cxn modelId="{59445A3A-972C-45A9-A3B3-D2A59ED3C846}" type="presParOf" srcId="{62258B5F-31A5-4ED5-8A20-2F224AC2DA9E}" destId="{9B5EDE38-80F6-4F76-AB45-F0FC6E6AEC94}" srcOrd="4" destOrd="0" presId="urn:microsoft.com/office/officeart/2005/8/layout/venn1"/>
    <dgm:cxn modelId="{D6288A4C-B3EE-4938-B3F5-616FA90B4B4A}" type="presParOf" srcId="{62258B5F-31A5-4ED5-8A20-2F224AC2DA9E}" destId="{C6AFA8C0-C12C-4987-8D0B-CE48A91CC1BA}" srcOrd="5" destOrd="0" presId="urn:microsoft.com/office/officeart/2005/8/layout/venn1"/>
    <dgm:cxn modelId="{83EF5FC2-9DE4-418E-90FF-4ACCD63076C7}" type="presParOf" srcId="{62258B5F-31A5-4ED5-8A20-2F224AC2DA9E}" destId="{1DBB1079-7304-46F9-94EF-CB41E22345BC}" srcOrd="6" destOrd="0" presId="urn:microsoft.com/office/officeart/2005/8/layout/venn1"/>
    <dgm:cxn modelId="{848EBE28-E61D-4038-BAC4-37767154400C}" type="presParOf" srcId="{62258B5F-31A5-4ED5-8A20-2F224AC2DA9E}" destId="{6B57FF16-D211-4AD9-BC50-AE09F0210615}" srcOrd="7" destOrd="0" presId="urn:microsoft.com/office/officeart/2005/8/layout/venn1"/>
    <dgm:cxn modelId="{0DCC8805-C746-48AB-B834-D4595D22C90F}" type="presParOf" srcId="{62258B5F-31A5-4ED5-8A20-2F224AC2DA9E}" destId="{CA0AB2AA-07E7-454C-84A0-206BF1822B22}" srcOrd="8" destOrd="0" presId="urn:microsoft.com/office/officeart/2005/8/layout/venn1"/>
    <dgm:cxn modelId="{69A0DFAF-72F2-4F87-AADC-84A103B20F7E}" type="presParOf" srcId="{62258B5F-31A5-4ED5-8A20-2F224AC2DA9E}" destId="{2C910D8B-DE83-4DAE-91BC-4C54EC7D3262}" srcOrd="9" destOrd="0" presId="urn:microsoft.com/office/officeart/2005/8/layout/venn1"/>
    <dgm:cxn modelId="{7A9B7A3D-3AAF-4FDE-A7AB-EF546F6EBD8E}" type="presParOf" srcId="{62258B5F-31A5-4ED5-8A20-2F224AC2DA9E}" destId="{42B34CC6-03A0-42B6-81D3-C7CA7448D9BA}" srcOrd="10" destOrd="0" presId="urn:microsoft.com/office/officeart/2005/8/layout/venn1"/>
    <dgm:cxn modelId="{017749E9-1BE9-4BCF-B98E-86D991D1F239}" type="presParOf" srcId="{62258B5F-31A5-4ED5-8A20-2F224AC2DA9E}" destId="{D92FF974-EBFB-4765-BB71-1352F8B53CAB}" srcOrd="11" destOrd="0" presId="urn:microsoft.com/office/officeart/2005/8/layout/venn1"/>
    <dgm:cxn modelId="{4FA75A2C-FFC0-4C4D-A784-923E76E105D0}" type="presParOf" srcId="{62258B5F-31A5-4ED5-8A20-2F224AC2DA9E}" destId="{16DBED2C-E430-4F26-A050-03A6E5151F75}" srcOrd="12" destOrd="0" presId="urn:microsoft.com/office/officeart/2005/8/layout/venn1"/>
    <dgm:cxn modelId="{D1BD4C18-40E2-4B1F-B086-9FEDD8C212D5}" type="presParOf" srcId="{62258B5F-31A5-4ED5-8A20-2F224AC2DA9E}" destId="{115046DC-8FDF-4682-B9E7-E1EA1A898E7A}" srcOrd="1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72C733F-5FE1-4C0E-A8EF-D7A6C593147D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BE"/>
        </a:p>
      </dgm:t>
    </dgm:pt>
    <dgm:pt modelId="{C189B530-63CF-4ADE-B92B-536D6369EBCA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Data summary / description</a:t>
          </a:r>
          <a:endParaRPr lang="en-BE" sz="1400" b="0" dirty="0">
            <a:solidFill>
              <a:schemeClr val="bg1">
                <a:lumMod val="65000"/>
              </a:schemeClr>
            </a:solidFill>
          </a:endParaRPr>
        </a:p>
      </dgm:t>
    </dgm:pt>
    <dgm:pt modelId="{A993A2A5-D8EB-48A7-9B6E-2972DDB427AC}" type="parTrans" cxnId="{52CFFA39-685E-4611-8A16-8E4237EE0EDB}">
      <dgm:prSet/>
      <dgm:spPr/>
      <dgm:t>
        <a:bodyPr/>
        <a:lstStyle/>
        <a:p>
          <a:endParaRPr lang="en-BE" sz="4400"/>
        </a:p>
      </dgm:t>
    </dgm:pt>
    <dgm:pt modelId="{4FDE355A-9022-425C-A5A4-52A40CFF3128}" type="sibTrans" cxnId="{52CFFA39-685E-4611-8A16-8E4237EE0EDB}">
      <dgm:prSet/>
      <dgm:spPr/>
      <dgm:t>
        <a:bodyPr/>
        <a:lstStyle/>
        <a:p>
          <a:endParaRPr lang="en-BE" sz="4400"/>
        </a:p>
      </dgm:t>
    </dgm:pt>
    <dgm:pt modelId="{B2976183-307F-4594-A4A6-E78FF206E9D4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Ethical and legal issues</a:t>
          </a:r>
        </a:p>
      </dgm:t>
    </dgm:pt>
    <dgm:pt modelId="{FE0DE3C7-07E1-4C60-824D-8712E41D649B}" type="parTrans" cxnId="{21B0D923-7D25-47CE-8073-6ED625E1CFA1}">
      <dgm:prSet/>
      <dgm:spPr/>
      <dgm:t>
        <a:bodyPr/>
        <a:lstStyle/>
        <a:p>
          <a:endParaRPr lang="en-BE" sz="4400"/>
        </a:p>
      </dgm:t>
    </dgm:pt>
    <dgm:pt modelId="{D0719862-E605-47D6-8AB5-930EA9026E8A}" type="sibTrans" cxnId="{21B0D923-7D25-47CE-8073-6ED625E1CFA1}">
      <dgm:prSet/>
      <dgm:spPr/>
      <dgm:t>
        <a:bodyPr/>
        <a:lstStyle/>
        <a:p>
          <a:endParaRPr lang="en-BE" sz="4400"/>
        </a:p>
      </dgm:t>
    </dgm:pt>
    <dgm:pt modelId="{D8722FE6-B9AC-43CE-8552-87806BBFEBC3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Documentation and metadata</a:t>
          </a:r>
        </a:p>
      </dgm:t>
    </dgm:pt>
    <dgm:pt modelId="{47E6CA1B-4E01-481D-84D1-2EFBECAEC42C}" type="parTrans" cxnId="{AE3A5630-142D-4D80-BA81-58B55CC4C2ED}">
      <dgm:prSet/>
      <dgm:spPr/>
      <dgm:t>
        <a:bodyPr/>
        <a:lstStyle/>
        <a:p>
          <a:endParaRPr lang="en-BE" sz="4400"/>
        </a:p>
      </dgm:t>
    </dgm:pt>
    <dgm:pt modelId="{3C949B24-061D-4170-8BCD-5F9CD955B72F}" type="sibTrans" cxnId="{AE3A5630-142D-4D80-BA81-58B55CC4C2ED}">
      <dgm:prSet/>
      <dgm:spPr/>
      <dgm:t>
        <a:bodyPr/>
        <a:lstStyle/>
        <a:p>
          <a:endParaRPr lang="en-BE" sz="4400"/>
        </a:p>
      </dgm:t>
    </dgm:pt>
    <dgm:pt modelId="{E2F4883D-9621-4B10-B8A6-B554255C4F55}">
      <dgm:prSet custT="1"/>
      <dgm:spPr/>
      <dgm:t>
        <a:bodyPr/>
        <a:lstStyle/>
        <a:p>
          <a:pPr>
            <a:defRPr b="1"/>
          </a:pPr>
          <a:r>
            <a:rPr lang="en-US" sz="1400" b="0">
              <a:solidFill>
                <a:schemeClr val="bg1">
                  <a:lumMod val="65000"/>
                </a:schemeClr>
              </a:solidFill>
            </a:rPr>
            <a:t>Resources and Responsibilities</a:t>
          </a:r>
          <a:endParaRPr lang="en-US" sz="1400" b="0" dirty="0">
            <a:solidFill>
              <a:schemeClr val="bg1">
                <a:lumMod val="65000"/>
              </a:schemeClr>
            </a:solidFill>
          </a:endParaRPr>
        </a:p>
      </dgm:t>
    </dgm:pt>
    <dgm:pt modelId="{693F66AC-3C20-4FE9-ABE0-3BEC4DDEF95F}" type="parTrans" cxnId="{DC82E4BC-2AB4-4CB7-A5CB-72FFC634AD99}">
      <dgm:prSet/>
      <dgm:spPr/>
      <dgm:t>
        <a:bodyPr/>
        <a:lstStyle/>
        <a:p>
          <a:endParaRPr lang="en-BE" sz="4400"/>
        </a:p>
      </dgm:t>
    </dgm:pt>
    <dgm:pt modelId="{A2B10273-6EF2-4343-A0AA-1C7B28999382}" type="sibTrans" cxnId="{DC82E4BC-2AB4-4CB7-A5CB-72FFC634AD99}">
      <dgm:prSet/>
      <dgm:spPr/>
      <dgm:t>
        <a:bodyPr/>
        <a:lstStyle/>
        <a:p>
          <a:endParaRPr lang="en-BE" sz="4400"/>
        </a:p>
      </dgm:t>
    </dgm:pt>
    <dgm:pt modelId="{31E4C783-3083-483A-903B-FC4EA7B07309}">
      <dgm:prSet custT="1"/>
      <dgm:spPr/>
      <dgm:t>
        <a:bodyPr/>
        <a:lstStyle/>
        <a:p>
          <a:pPr>
            <a:defRPr b="1"/>
          </a:pPr>
          <a:r>
            <a:rPr lang="en-US" sz="1400" b="0" dirty="0">
              <a:solidFill>
                <a:schemeClr val="bg1">
                  <a:lumMod val="65000"/>
                </a:schemeClr>
              </a:solidFill>
            </a:rPr>
            <a:t>Data sharing and reuse</a:t>
          </a:r>
        </a:p>
      </dgm:t>
    </dgm:pt>
    <dgm:pt modelId="{C66B4DBC-7ED8-4DA6-8D83-647F508E02AA}" type="parTrans" cxnId="{AD039DCE-5731-4E45-B1F0-DC18B1950489}">
      <dgm:prSet/>
      <dgm:spPr/>
      <dgm:t>
        <a:bodyPr/>
        <a:lstStyle/>
        <a:p>
          <a:endParaRPr lang="en-BE" sz="4400"/>
        </a:p>
      </dgm:t>
    </dgm:pt>
    <dgm:pt modelId="{A6986805-3C8F-453E-BEA8-DE5896291361}" type="sibTrans" cxnId="{AD039DCE-5731-4E45-B1F0-DC18B1950489}">
      <dgm:prSet/>
      <dgm:spPr/>
      <dgm:t>
        <a:bodyPr/>
        <a:lstStyle/>
        <a:p>
          <a:endParaRPr lang="en-BE" sz="4400"/>
        </a:p>
      </dgm:t>
    </dgm:pt>
    <dgm:pt modelId="{0B19FE67-7066-4C26-A1D5-C0F5D413731D}">
      <dgm:prSet custT="1"/>
      <dgm:spPr/>
      <dgm:t>
        <a:bodyPr/>
        <a:lstStyle/>
        <a:p>
          <a:pPr>
            <a:defRPr b="1"/>
          </a:pPr>
          <a:r>
            <a:rPr lang="en-US" sz="1400" dirty="0">
              <a:solidFill>
                <a:schemeClr val="bg1">
                  <a:lumMod val="65000"/>
                </a:schemeClr>
              </a:solidFill>
            </a:rPr>
            <a:t>Data storage during the project</a:t>
          </a:r>
        </a:p>
      </dgm:t>
    </dgm:pt>
    <dgm:pt modelId="{CBF0702D-4DA4-422E-8BE3-89F1CE8A76AF}" type="parTrans" cxnId="{CA5C63F1-0639-4013-B9AA-0FB65B0DA70D}">
      <dgm:prSet/>
      <dgm:spPr/>
      <dgm:t>
        <a:bodyPr/>
        <a:lstStyle/>
        <a:p>
          <a:endParaRPr lang="en-BE" sz="4400"/>
        </a:p>
      </dgm:t>
    </dgm:pt>
    <dgm:pt modelId="{35911072-66E1-4723-A34B-51B343104802}" type="sibTrans" cxnId="{CA5C63F1-0639-4013-B9AA-0FB65B0DA70D}">
      <dgm:prSet/>
      <dgm:spPr/>
      <dgm:t>
        <a:bodyPr/>
        <a:lstStyle/>
        <a:p>
          <a:endParaRPr lang="en-BE" sz="4400"/>
        </a:p>
      </dgm:t>
    </dgm:pt>
    <dgm:pt modelId="{AC3ABCE8-678E-45DD-8C80-E9F6932BD08F}">
      <dgm:prSet custT="1"/>
      <dgm:spPr/>
      <dgm:t>
        <a:bodyPr/>
        <a:lstStyle/>
        <a:p>
          <a:pPr>
            <a:defRPr b="1"/>
          </a:pPr>
          <a:r>
            <a:rPr lang="en-US" sz="1400" dirty="0"/>
            <a:t>Long-term preservation</a:t>
          </a:r>
        </a:p>
      </dgm:t>
    </dgm:pt>
    <dgm:pt modelId="{FC0D5BC6-4C48-4069-85F7-84FBE4678524}" type="parTrans" cxnId="{711BE608-6474-42D1-937A-52B92F882D47}">
      <dgm:prSet/>
      <dgm:spPr/>
      <dgm:t>
        <a:bodyPr/>
        <a:lstStyle/>
        <a:p>
          <a:endParaRPr lang="en-BE" sz="4400"/>
        </a:p>
      </dgm:t>
    </dgm:pt>
    <dgm:pt modelId="{FD7D4E1F-89FD-4F4A-B0F8-F47A1A74A8AD}" type="sibTrans" cxnId="{711BE608-6474-42D1-937A-52B92F882D47}">
      <dgm:prSet/>
      <dgm:spPr/>
      <dgm:t>
        <a:bodyPr/>
        <a:lstStyle/>
        <a:p>
          <a:endParaRPr lang="en-BE" sz="4400"/>
        </a:p>
      </dgm:t>
    </dgm:pt>
    <dgm:pt modelId="{77764EDF-E6E8-4438-8C85-D3A48CE2454F}">
      <dgm:prSet custT="1"/>
      <dgm:spPr/>
      <dgm:t>
        <a:bodyPr/>
        <a:lstStyle/>
        <a:p>
          <a:r>
            <a:rPr lang="en-US" sz="1100" dirty="0"/>
            <a:t>What, where, restrictions?</a:t>
          </a:r>
        </a:p>
      </dgm:t>
    </dgm:pt>
    <dgm:pt modelId="{A9ED5BFD-7CC1-4171-97BA-AE9F5E5490AE}" type="parTrans" cxnId="{114B187A-5110-4748-B2EB-721F37184574}">
      <dgm:prSet/>
      <dgm:spPr/>
      <dgm:t>
        <a:bodyPr/>
        <a:lstStyle/>
        <a:p>
          <a:endParaRPr lang="en-BE" sz="4400"/>
        </a:p>
      </dgm:t>
    </dgm:pt>
    <dgm:pt modelId="{A5F56536-E0B8-420A-A682-06E3AEBD7B52}" type="sibTrans" cxnId="{114B187A-5110-4748-B2EB-721F37184574}">
      <dgm:prSet/>
      <dgm:spPr/>
      <dgm:t>
        <a:bodyPr/>
        <a:lstStyle/>
        <a:p>
          <a:endParaRPr lang="en-BE" sz="4400"/>
        </a:p>
      </dgm:t>
    </dgm:pt>
    <dgm:pt modelId="{62258B5F-31A5-4ED5-8A20-2F224AC2DA9E}" type="pres">
      <dgm:prSet presAssocID="{072C733F-5FE1-4C0E-A8EF-D7A6C593147D}" presName="compositeShape" presStyleCnt="0">
        <dgm:presLayoutVars>
          <dgm:chMax val="7"/>
          <dgm:dir/>
          <dgm:resizeHandles val="exact"/>
        </dgm:presLayoutVars>
      </dgm:prSet>
      <dgm:spPr/>
    </dgm:pt>
    <dgm:pt modelId="{9C48A8D3-FCC7-45C5-A045-49CB86F5EFA8}" type="pres">
      <dgm:prSet presAssocID="{C189B530-63CF-4ADE-B92B-536D6369EBCA}" presName="circ1" presStyleLbl="vennNode1" presStyleIdx="0" presStyleCnt="7"/>
      <dgm:spPr>
        <a:solidFill>
          <a:srgbClr val="01A2A6">
            <a:alpha val="5098"/>
          </a:srgbClr>
        </a:solidFill>
      </dgm:spPr>
    </dgm:pt>
    <dgm:pt modelId="{FE96EB48-9F85-4910-8988-3A0AA710D7AD}" type="pres">
      <dgm:prSet presAssocID="{C189B530-63CF-4ADE-B92B-536D6369EBCA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64A58E8-A03A-4D8C-B7B0-03C549EE4649}" type="pres">
      <dgm:prSet presAssocID="{B2976183-307F-4594-A4A6-E78FF206E9D4}" presName="circ2" presStyleLbl="vennNode1" presStyleIdx="1" presStyleCnt="7"/>
      <dgm:spPr>
        <a:solidFill>
          <a:srgbClr val="01A2A6">
            <a:alpha val="5098"/>
          </a:srgbClr>
        </a:solidFill>
      </dgm:spPr>
    </dgm:pt>
    <dgm:pt modelId="{BAE42488-5BA9-48E1-BD4F-1DF5DE76FAED}" type="pres">
      <dgm:prSet presAssocID="{B2976183-307F-4594-A4A6-E78FF206E9D4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B5EDE38-80F6-4F76-AB45-F0FC6E6AEC94}" type="pres">
      <dgm:prSet presAssocID="{D8722FE6-B9AC-43CE-8552-87806BBFEBC3}" presName="circ3" presStyleLbl="vennNode1" presStyleIdx="2" presStyleCnt="7"/>
      <dgm:spPr>
        <a:solidFill>
          <a:srgbClr val="01A2A6">
            <a:alpha val="5098"/>
          </a:srgbClr>
        </a:solidFill>
      </dgm:spPr>
    </dgm:pt>
    <dgm:pt modelId="{C6AFA8C0-C12C-4987-8D0B-CE48A91CC1BA}" type="pres">
      <dgm:prSet presAssocID="{D8722FE6-B9AC-43CE-8552-87806BBFEBC3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DBB1079-7304-46F9-94EF-CB41E22345BC}" type="pres">
      <dgm:prSet presAssocID="{E2F4883D-9621-4B10-B8A6-B554255C4F55}" presName="circ4" presStyleLbl="vennNode1" presStyleIdx="3" presStyleCnt="7"/>
      <dgm:spPr>
        <a:solidFill>
          <a:srgbClr val="01A2A6">
            <a:alpha val="5098"/>
          </a:srgbClr>
        </a:solidFill>
      </dgm:spPr>
    </dgm:pt>
    <dgm:pt modelId="{6B57FF16-D211-4AD9-BC50-AE09F0210615}" type="pres">
      <dgm:prSet presAssocID="{E2F4883D-9621-4B10-B8A6-B554255C4F55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A0AB2AA-07E7-454C-84A0-206BF1822B22}" type="pres">
      <dgm:prSet presAssocID="{31E4C783-3083-483A-903B-FC4EA7B07309}" presName="circ5" presStyleLbl="vennNode1" presStyleIdx="4" presStyleCnt="7"/>
      <dgm:spPr>
        <a:solidFill>
          <a:srgbClr val="01A2A6">
            <a:alpha val="5098"/>
          </a:srgbClr>
        </a:solidFill>
      </dgm:spPr>
    </dgm:pt>
    <dgm:pt modelId="{2C910D8B-DE83-4DAE-91BC-4C54EC7D3262}" type="pres">
      <dgm:prSet presAssocID="{31E4C783-3083-483A-903B-FC4EA7B07309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2B34CC6-03A0-42B6-81D3-C7CA7448D9BA}" type="pres">
      <dgm:prSet presAssocID="{0B19FE67-7066-4C26-A1D5-C0F5D413731D}" presName="circ6" presStyleLbl="vennNode1" presStyleIdx="5" presStyleCnt="7"/>
      <dgm:spPr>
        <a:solidFill>
          <a:srgbClr val="01A2A6">
            <a:alpha val="5098"/>
          </a:srgbClr>
        </a:solidFill>
      </dgm:spPr>
    </dgm:pt>
    <dgm:pt modelId="{D92FF974-EBFB-4765-BB71-1352F8B53CAB}" type="pres">
      <dgm:prSet presAssocID="{0B19FE67-7066-4C26-A1D5-C0F5D413731D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6DBED2C-E430-4F26-A050-03A6E5151F75}" type="pres">
      <dgm:prSet presAssocID="{AC3ABCE8-678E-45DD-8C80-E9F6932BD08F}" presName="circ7" presStyleLbl="vennNode1" presStyleIdx="6" presStyleCnt="7"/>
      <dgm:spPr/>
    </dgm:pt>
    <dgm:pt modelId="{115046DC-8FDF-4682-B9E7-E1EA1A898E7A}" type="pres">
      <dgm:prSet presAssocID="{AC3ABCE8-678E-45DD-8C80-E9F6932BD08F}" presName="circ7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8FE6EC02-2A65-4B5D-9199-0AD4565880FC}" type="presOf" srcId="{0B19FE67-7066-4C26-A1D5-C0F5D413731D}" destId="{D92FF974-EBFB-4765-BB71-1352F8B53CAB}" srcOrd="0" destOrd="0" presId="urn:microsoft.com/office/officeart/2005/8/layout/venn1"/>
    <dgm:cxn modelId="{711BE608-6474-42D1-937A-52B92F882D47}" srcId="{072C733F-5FE1-4C0E-A8EF-D7A6C593147D}" destId="{AC3ABCE8-678E-45DD-8C80-E9F6932BD08F}" srcOrd="6" destOrd="0" parTransId="{FC0D5BC6-4C48-4069-85F7-84FBE4678524}" sibTransId="{FD7D4E1F-89FD-4F4A-B0F8-F47A1A74A8AD}"/>
    <dgm:cxn modelId="{F5D83012-F9FC-4D9A-AD2B-55B307DBF9E0}" type="presOf" srcId="{77764EDF-E6E8-4438-8C85-D3A48CE2454F}" destId="{115046DC-8FDF-4682-B9E7-E1EA1A898E7A}" srcOrd="0" destOrd="1" presId="urn:microsoft.com/office/officeart/2005/8/layout/venn1"/>
    <dgm:cxn modelId="{743D681F-FF7F-40EC-B779-BE41893D5281}" type="presOf" srcId="{E2F4883D-9621-4B10-B8A6-B554255C4F55}" destId="{6B57FF16-D211-4AD9-BC50-AE09F0210615}" srcOrd="0" destOrd="0" presId="urn:microsoft.com/office/officeart/2005/8/layout/venn1"/>
    <dgm:cxn modelId="{21B0D923-7D25-47CE-8073-6ED625E1CFA1}" srcId="{072C733F-5FE1-4C0E-A8EF-D7A6C593147D}" destId="{B2976183-307F-4594-A4A6-E78FF206E9D4}" srcOrd="1" destOrd="0" parTransId="{FE0DE3C7-07E1-4C60-824D-8712E41D649B}" sibTransId="{D0719862-E605-47D6-8AB5-930EA9026E8A}"/>
    <dgm:cxn modelId="{AE3A5630-142D-4D80-BA81-58B55CC4C2ED}" srcId="{072C733F-5FE1-4C0E-A8EF-D7A6C593147D}" destId="{D8722FE6-B9AC-43CE-8552-87806BBFEBC3}" srcOrd="2" destOrd="0" parTransId="{47E6CA1B-4E01-481D-84D1-2EFBECAEC42C}" sibTransId="{3C949B24-061D-4170-8BCD-5F9CD955B72F}"/>
    <dgm:cxn modelId="{52CFFA39-685E-4611-8A16-8E4237EE0EDB}" srcId="{072C733F-5FE1-4C0E-A8EF-D7A6C593147D}" destId="{C189B530-63CF-4ADE-B92B-536D6369EBCA}" srcOrd="0" destOrd="0" parTransId="{A993A2A5-D8EB-48A7-9B6E-2972DDB427AC}" sibTransId="{4FDE355A-9022-425C-A5A4-52A40CFF3128}"/>
    <dgm:cxn modelId="{83C0263D-310D-4BD9-B507-DCCFFEFAF64F}" type="presOf" srcId="{B2976183-307F-4594-A4A6-E78FF206E9D4}" destId="{BAE42488-5BA9-48E1-BD4F-1DF5DE76FAED}" srcOrd="0" destOrd="0" presId="urn:microsoft.com/office/officeart/2005/8/layout/venn1"/>
    <dgm:cxn modelId="{114B187A-5110-4748-B2EB-721F37184574}" srcId="{AC3ABCE8-678E-45DD-8C80-E9F6932BD08F}" destId="{77764EDF-E6E8-4438-8C85-D3A48CE2454F}" srcOrd="0" destOrd="0" parTransId="{A9ED5BFD-7CC1-4171-97BA-AE9F5E5490AE}" sibTransId="{A5F56536-E0B8-420A-A682-06E3AEBD7B52}"/>
    <dgm:cxn modelId="{C4874E8A-6CA2-4A36-A154-68B7950AD5B2}" type="presOf" srcId="{31E4C783-3083-483A-903B-FC4EA7B07309}" destId="{2C910D8B-DE83-4DAE-91BC-4C54EC7D3262}" srcOrd="0" destOrd="0" presId="urn:microsoft.com/office/officeart/2005/8/layout/venn1"/>
    <dgm:cxn modelId="{DC82E4BC-2AB4-4CB7-A5CB-72FFC634AD99}" srcId="{072C733F-5FE1-4C0E-A8EF-D7A6C593147D}" destId="{E2F4883D-9621-4B10-B8A6-B554255C4F55}" srcOrd="3" destOrd="0" parTransId="{693F66AC-3C20-4FE9-ABE0-3BEC4DDEF95F}" sibTransId="{A2B10273-6EF2-4343-A0AA-1C7B28999382}"/>
    <dgm:cxn modelId="{D138C8C0-AD34-4B4C-9D8C-75D63DAC1813}" type="presOf" srcId="{AC3ABCE8-678E-45DD-8C80-E9F6932BD08F}" destId="{115046DC-8FDF-4682-B9E7-E1EA1A898E7A}" srcOrd="0" destOrd="0" presId="urn:microsoft.com/office/officeart/2005/8/layout/venn1"/>
    <dgm:cxn modelId="{AD039DCE-5731-4E45-B1F0-DC18B1950489}" srcId="{072C733F-5FE1-4C0E-A8EF-D7A6C593147D}" destId="{31E4C783-3083-483A-903B-FC4EA7B07309}" srcOrd="4" destOrd="0" parTransId="{C66B4DBC-7ED8-4DA6-8D83-647F508E02AA}" sibTransId="{A6986805-3C8F-453E-BEA8-DE5896291361}"/>
    <dgm:cxn modelId="{5B00D1E1-3110-4E2F-A464-E2611EA21D1B}" type="presOf" srcId="{D8722FE6-B9AC-43CE-8552-87806BBFEBC3}" destId="{C6AFA8C0-C12C-4987-8D0B-CE48A91CC1BA}" srcOrd="0" destOrd="0" presId="urn:microsoft.com/office/officeart/2005/8/layout/venn1"/>
    <dgm:cxn modelId="{CA5C63F1-0639-4013-B9AA-0FB65B0DA70D}" srcId="{072C733F-5FE1-4C0E-A8EF-D7A6C593147D}" destId="{0B19FE67-7066-4C26-A1D5-C0F5D413731D}" srcOrd="5" destOrd="0" parTransId="{CBF0702D-4DA4-422E-8BE3-89F1CE8A76AF}" sibTransId="{35911072-66E1-4723-A34B-51B343104802}"/>
    <dgm:cxn modelId="{B30D8AF6-880D-4A95-9FA0-35B8FF66B981}" type="presOf" srcId="{072C733F-5FE1-4C0E-A8EF-D7A6C593147D}" destId="{62258B5F-31A5-4ED5-8A20-2F224AC2DA9E}" srcOrd="0" destOrd="0" presId="urn:microsoft.com/office/officeart/2005/8/layout/venn1"/>
    <dgm:cxn modelId="{3AEEE5FE-F3E0-4A5A-88E5-FFE60312D839}" type="presOf" srcId="{C189B530-63CF-4ADE-B92B-536D6369EBCA}" destId="{FE96EB48-9F85-4910-8988-3A0AA710D7AD}" srcOrd="0" destOrd="0" presId="urn:microsoft.com/office/officeart/2005/8/layout/venn1"/>
    <dgm:cxn modelId="{EBCA690B-41BA-4DEC-ABE5-6E4056FCB792}" type="presParOf" srcId="{62258B5F-31A5-4ED5-8A20-2F224AC2DA9E}" destId="{9C48A8D3-FCC7-45C5-A045-49CB86F5EFA8}" srcOrd="0" destOrd="0" presId="urn:microsoft.com/office/officeart/2005/8/layout/venn1"/>
    <dgm:cxn modelId="{98F0890F-9370-4E09-A135-FB7C75D5BA52}" type="presParOf" srcId="{62258B5F-31A5-4ED5-8A20-2F224AC2DA9E}" destId="{FE96EB48-9F85-4910-8988-3A0AA710D7AD}" srcOrd="1" destOrd="0" presId="urn:microsoft.com/office/officeart/2005/8/layout/venn1"/>
    <dgm:cxn modelId="{31B7539A-BDBB-4B99-9F47-D0F6B966375D}" type="presParOf" srcId="{62258B5F-31A5-4ED5-8A20-2F224AC2DA9E}" destId="{A64A58E8-A03A-4D8C-B7B0-03C549EE4649}" srcOrd="2" destOrd="0" presId="urn:microsoft.com/office/officeart/2005/8/layout/venn1"/>
    <dgm:cxn modelId="{E4C34541-42B2-416D-BD6F-5D4C1F22BE69}" type="presParOf" srcId="{62258B5F-31A5-4ED5-8A20-2F224AC2DA9E}" destId="{BAE42488-5BA9-48E1-BD4F-1DF5DE76FAED}" srcOrd="3" destOrd="0" presId="urn:microsoft.com/office/officeart/2005/8/layout/venn1"/>
    <dgm:cxn modelId="{59445A3A-972C-45A9-A3B3-D2A59ED3C846}" type="presParOf" srcId="{62258B5F-31A5-4ED5-8A20-2F224AC2DA9E}" destId="{9B5EDE38-80F6-4F76-AB45-F0FC6E6AEC94}" srcOrd="4" destOrd="0" presId="urn:microsoft.com/office/officeart/2005/8/layout/venn1"/>
    <dgm:cxn modelId="{D6288A4C-B3EE-4938-B3F5-616FA90B4B4A}" type="presParOf" srcId="{62258B5F-31A5-4ED5-8A20-2F224AC2DA9E}" destId="{C6AFA8C0-C12C-4987-8D0B-CE48A91CC1BA}" srcOrd="5" destOrd="0" presId="urn:microsoft.com/office/officeart/2005/8/layout/venn1"/>
    <dgm:cxn modelId="{83EF5FC2-9DE4-418E-90FF-4ACCD63076C7}" type="presParOf" srcId="{62258B5F-31A5-4ED5-8A20-2F224AC2DA9E}" destId="{1DBB1079-7304-46F9-94EF-CB41E22345BC}" srcOrd="6" destOrd="0" presId="urn:microsoft.com/office/officeart/2005/8/layout/venn1"/>
    <dgm:cxn modelId="{848EBE28-E61D-4038-BAC4-37767154400C}" type="presParOf" srcId="{62258B5F-31A5-4ED5-8A20-2F224AC2DA9E}" destId="{6B57FF16-D211-4AD9-BC50-AE09F0210615}" srcOrd="7" destOrd="0" presId="urn:microsoft.com/office/officeart/2005/8/layout/venn1"/>
    <dgm:cxn modelId="{0DCC8805-C746-48AB-B834-D4595D22C90F}" type="presParOf" srcId="{62258B5F-31A5-4ED5-8A20-2F224AC2DA9E}" destId="{CA0AB2AA-07E7-454C-84A0-206BF1822B22}" srcOrd="8" destOrd="0" presId="urn:microsoft.com/office/officeart/2005/8/layout/venn1"/>
    <dgm:cxn modelId="{69A0DFAF-72F2-4F87-AADC-84A103B20F7E}" type="presParOf" srcId="{62258B5F-31A5-4ED5-8A20-2F224AC2DA9E}" destId="{2C910D8B-DE83-4DAE-91BC-4C54EC7D3262}" srcOrd="9" destOrd="0" presId="urn:microsoft.com/office/officeart/2005/8/layout/venn1"/>
    <dgm:cxn modelId="{7A9B7A3D-3AAF-4FDE-A7AB-EF546F6EBD8E}" type="presParOf" srcId="{62258B5F-31A5-4ED5-8A20-2F224AC2DA9E}" destId="{42B34CC6-03A0-42B6-81D3-C7CA7448D9BA}" srcOrd="10" destOrd="0" presId="urn:microsoft.com/office/officeart/2005/8/layout/venn1"/>
    <dgm:cxn modelId="{017749E9-1BE9-4BCF-B98E-86D991D1F239}" type="presParOf" srcId="{62258B5F-31A5-4ED5-8A20-2F224AC2DA9E}" destId="{D92FF974-EBFB-4765-BB71-1352F8B53CAB}" srcOrd="11" destOrd="0" presId="urn:microsoft.com/office/officeart/2005/8/layout/venn1"/>
    <dgm:cxn modelId="{4FA75A2C-FFC0-4C4D-A784-923E76E105D0}" type="presParOf" srcId="{62258B5F-31A5-4ED5-8A20-2F224AC2DA9E}" destId="{16DBED2C-E430-4F26-A050-03A6E5151F75}" srcOrd="12" destOrd="0" presId="urn:microsoft.com/office/officeart/2005/8/layout/venn1"/>
    <dgm:cxn modelId="{D1BD4C18-40E2-4B1F-B086-9FEDD8C212D5}" type="presParOf" srcId="{62258B5F-31A5-4ED5-8A20-2F224AC2DA9E}" destId="{115046DC-8FDF-4682-B9E7-E1EA1A898E7A}" srcOrd="1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72C733F-5FE1-4C0E-A8EF-D7A6C593147D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BE"/>
        </a:p>
      </dgm:t>
    </dgm:pt>
    <dgm:pt modelId="{C189B530-63CF-4ADE-B92B-536D6369EBCA}">
      <dgm:prSet custT="1"/>
      <dgm:spPr/>
      <dgm:t>
        <a:bodyPr/>
        <a:lstStyle/>
        <a:p>
          <a:pPr>
            <a:defRPr b="1"/>
          </a:pPr>
          <a:r>
            <a:rPr lang="en-US" sz="1400" b="1" dirty="0"/>
            <a:t>Data summary / description</a:t>
          </a:r>
          <a:endParaRPr lang="en-BE" sz="1400" b="1" dirty="0"/>
        </a:p>
      </dgm:t>
    </dgm:pt>
    <dgm:pt modelId="{A993A2A5-D8EB-48A7-9B6E-2972DDB427AC}" type="parTrans" cxnId="{52CFFA39-685E-4611-8A16-8E4237EE0EDB}">
      <dgm:prSet/>
      <dgm:spPr/>
      <dgm:t>
        <a:bodyPr/>
        <a:lstStyle/>
        <a:p>
          <a:endParaRPr lang="en-BE" sz="4400"/>
        </a:p>
      </dgm:t>
    </dgm:pt>
    <dgm:pt modelId="{4FDE355A-9022-425C-A5A4-52A40CFF3128}" type="sibTrans" cxnId="{52CFFA39-685E-4611-8A16-8E4237EE0EDB}">
      <dgm:prSet/>
      <dgm:spPr/>
      <dgm:t>
        <a:bodyPr/>
        <a:lstStyle/>
        <a:p>
          <a:endParaRPr lang="en-BE" sz="4400"/>
        </a:p>
      </dgm:t>
    </dgm:pt>
    <dgm:pt modelId="{B2976183-307F-4594-A4A6-E78FF206E9D4}">
      <dgm:prSet custT="1"/>
      <dgm:spPr/>
      <dgm:t>
        <a:bodyPr/>
        <a:lstStyle/>
        <a:p>
          <a:pPr>
            <a:defRPr b="1"/>
          </a:pPr>
          <a:r>
            <a:rPr lang="en-US" sz="1400" b="1" dirty="0"/>
            <a:t>Ethical and legal issues</a:t>
          </a:r>
        </a:p>
      </dgm:t>
    </dgm:pt>
    <dgm:pt modelId="{FE0DE3C7-07E1-4C60-824D-8712E41D649B}" type="parTrans" cxnId="{21B0D923-7D25-47CE-8073-6ED625E1CFA1}">
      <dgm:prSet/>
      <dgm:spPr/>
      <dgm:t>
        <a:bodyPr/>
        <a:lstStyle/>
        <a:p>
          <a:endParaRPr lang="en-BE" sz="4400"/>
        </a:p>
      </dgm:t>
    </dgm:pt>
    <dgm:pt modelId="{D0719862-E605-47D6-8AB5-930EA9026E8A}" type="sibTrans" cxnId="{21B0D923-7D25-47CE-8073-6ED625E1CFA1}">
      <dgm:prSet/>
      <dgm:spPr/>
      <dgm:t>
        <a:bodyPr/>
        <a:lstStyle/>
        <a:p>
          <a:endParaRPr lang="en-BE" sz="4400"/>
        </a:p>
      </dgm:t>
    </dgm:pt>
    <dgm:pt modelId="{D8722FE6-B9AC-43CE-8552-87806BBFEBC3}">
      <dgm:prSet custT="1"/>
      <dgm:spPr/>
      <dgm:t>
        <a:bodyPr/>
        <a:lstStyle/>
        <a:p>
          <a:pPr>
            <a:defRPr b="1"/>
          </a:pPr>
          <a:r>
            <a:rPr lang="en-US" sz="1400" b="1" dirty="0"/>
            <a:t>Documentation and metadata</a:t>
          </a:r>
        </a:p>
      </dgm:t>
    </dgm:pt>
    <dgm:pt modelId="{47E6CA1B-4E01-481D-84D1-2EFBECAEC42C}" type="parTrans" cxnId="{AE3A5630-142D-4D80-BA81-58B55CC4C2ED}">
      <dgm:prSet/>
      <dgm:spPr/>
      <dgm:t>
        <a:bodyPr/>
        <a:lstStyle/>
        <a:p>
          <a:endParaRPr lang="en-BE" sz="4400"/>
        </a:p>
      </dgm:t>
    </dgm:pt>
    <dgm:pt modelId="{3C949B24-061D-4170-8BCD-5F9CD955B72F}" type="sibTrans" cxnId="{AE3A5630-142D-4D80-BA81-58B55CC4C2ED}">
      <dgm:prSet/>
      <dgm:spPr/>
      <dgm:t>
        <a:bodyPr/>
        <a:lstStyle/>
        <a:p>
          <a:endParaRPr lang="en-BE" sz="4400"/>
        </a:p>
      </dgm:t>
    </dgm:pt>
    <dgm:pt modelId="{E2F4883D-9621-4B10-B8A6-B554255C4F55}">
      <dgm:prSet custT="1"/>
      <dgm:spPr/>
      <dgm:t>
        <a:bodyPr/>
        <a:lstStyle/>
        <a:p>
          <a:pPr>
            <a:defRPr b="1"/>
          </a:pPr>
          <a:r>
            <a:rPr lang="en-US" sz="1400" b="1" dirty="0"/>
            <a:t>Resources and Responsibilities</a:t>
          </a:r>
        </a:p>
      </dgm:t>
    </dgm:pt>
    <dgm:pt modelId="{693F66AC-3C20-4FE9-ABE0-3BEC4DDEF95F}" type="parTrans" cxnId="{DC82E4BC-2AB4-4CB7-A5CB-72FFC634AD99}">
      <dgm:prSet/>
      <dgm:spPr/>
      <dgm:t>
        <a:bodyPr/>
        <a:lstStyle/>
        <a:p>
          <a:endParaRPr lang="en-BE" sz="4400"/>
        </a:p>
      </dgm:t>
    </dgm:pt>
    <dgm:pt modelId="{A2B10273-6EF2-4343-A0AA-1C7B28999382}" type="sibTrans" cxnId="{DC82E4BC-2AB4-4CB7-A5CB-72FFC634AD99}">
      <dgm:prSet/>
      <dgm:spPr/>
      <dgm:t>
        <a:bodyPr/>
        <a:lstStyle/>
        <a:p>
          <a:endParaRPr lang="en-BE" sz="4400"/>
        </a:p>
      </dgm:t>
    </dgm:pt>
    <dgm:pt modelId="{31E4C783-3083-483A-903B-FC4EA7B07309}">
      <dgm:prSet custT="1"/>
      <dgm:spPr/>
      <dgm:t>
        <a:bodyPr/>
        <a:lstStyle/>
        <a:p>
          <a:pPr>
            <a:defRPr b="1"/>
          </a:pPr>
          <a:r>
            <a:rPr lang="en-US" sz="1400" b="1" dirty="0"/>
            <a:t>Data sharing and reuse</a:t>
          </a:r>
        </a:p>
      </dgm:t>
    </dgm:pt>
    <dgm:pt modelId="{C66B4DBC-7ED8-4DA6-8D83-647F508E02AA}" type="parTrans" cxnId="{AD039DCE-5731-4E45-B1F0-DC18B1950489}">
      <dgm:prSet/>
      <dgm:spPr/>
      <dgm:t>
        <a:bodyPr/>
        <a:lstStyle/>
        <a:p>
          <a:endParaRPr lang="en-BE" sz="4400"/>
        </a:p>
      </dgm:t>
    </dgm:pt>
    <dgm:pt modelId="{A6986805-3C8F-453E-BEA8-DE5896291361}" type="sibTrans" cxnId="{AD039DCE-5731-4E45-B1F0-DC18B1950489}">
      <dgm:prSet/>
      <dgm:spPr/>
      <dgm:t>
        <a:bodyPr/>
        <a:lstStyle/>
        <a:p>
          <a:endParaRPr lang="en-BE" sz="4400"/>
        </a:p>
      </dgm:t>
    </dgm:pt>
    <dgm:pt modelId="{0B19FE67-7066-4C26-A1D5-C0F5D413731D}">
      <dgm:prSet custT="1"/>
      <dgm:spPr/>
      <dgm:t>
        <a:bodyPr/>
        <a:lstStyle/>
        <a:p>
          <a:pPr>
            <a:defRPr b="1"/>
          </a:pPr>
          <a:r>
            <a:rPr lang="en-US" sz="1400" dirty="0"/>
            <a:t>Data storage during the project</a:t>
          </a:r>
        </a:p>
      </dgm:t>
    </dgm:pt>
    <dgm:pt modelId="{CBF0702D-4DA4-422E-8BE3-89F1CE8A76AF}" type="parTrans" cxnId="{CA5C63F1-0639-4013-B9AA-0FB65B0DA70D}">
      <dgm:prSet/>
      <dgm:spPr/>
      <dgm:t>
        <a:bodyPr/>
        <a:lstStyle/>
        <a:p>
          <a:endParaRPr lang="en-BE" sz="4400"/>
        </a:p>
      </dgm:t>
    </dgm:pt>
    <dgm:pt modelId="{35911072-66E1-4723-A34B-51B343104802}" type="sibTrans" cxnId="{CA5C63F1-0639-4013-B9AA-0FB65B0DA70D}">
      <dgm:prSet/>
      <dgm:spPr/>
      <dgm:t>
        <a:bodyPr/>
        <a:lstStyle/>
        <a:p>
          <a:endParaRPr lang="en-BE" sz="4400"/>
        </a:p>
      </dgm:t>
    </dgm:pt>
    <dgm:pt modelId="{AC3ABCE8-678E-45DD-8C80-E9F6932BD08F}">
      <dgm:prSet custT="1"/>
      <dgm:spPr/>
      <dgm:t>
        <a:bodyPr/>
        <a:lstStyle/>
        <a:p>
          <a:pPr>
            <a:defRPr b="1"/>
          </a:pPr>
          <a:r>
            <a:rPr lang="en-US" sz="1400" dirty="0"/>
            <a:t>Long-term preservation</a:t>
          </a:r>
        </a:p>
      </dgm:t>
    </dgm:pt>
    <dgm:pt modelId="{FC0D5BC6-4C48-4069-85F7-84FBE4678524}" type="parTrans" cxnId="{711BE608-6474-42D1-937A-52B92F882D47}">
      <dgm:prSet/>
      <dgm:spPr/>
      <dgm:t>
        <a:bodyPr/>
        <a:lstStyle/>
        <a:p>
          <a:endParaRPr lang="en-BE" sz="4400"/>
        </a:p>
      </dgm:t>
    </dgm:pt>
    <dgm:pt modelId="{FD7D4E1F-89FD-4F4A-B0F8-F47A1A74A8AD}" type="sibTrans" cxnId="{711BE608-6474-42D1-937A-52B92F882D47}">
      <dgm:prSet/>
      <dgm:spPr/>
      <dgm:t>
        <a:bodyPr/>
        <a:lstStyle/>
        <a:p>
          <a:endParaRPr lang="en-BE" sz="4400"/>
        </a:p>
      </dgm:t>
    </dgm:pt>
    <dgm:pt modelId="{77764EDF-E6E8-4438-8C85-D3A48CE2454F}">
      <dgm:prSet custT="1"/>
      <dgm:spPr/>
      <dgm:t>
        <a:bodyPr/>
        <a:lstStyle/>
        <a:p>
          <a:r>
            <a:rPr lang="en-US" sz="1100" dirty="0"/>
            <a:t>What, where, restrictions?</a:t>
          </a:r>
        </a:p>
      </dgm:t>
    </dgm:pt>
    <dgm:pt modelId="{A9ED5BFD-7CC1-4171-97BA-AE9F5E5490AE}" type="parTrans" cxnId="{114B187A-5110-4748-B2EB-721F37184574}">
      <dgm:prSet/>
      <dgm:spPr/>
      <dgm:t>
        <a:bodyPr/>
        <a:lstStyle/>
        <a:p>
          <a:endParaRPr lang="en-BE" sz="4400"/>
        </a:p>
      </dgm:t>
    </dgm:pt>
    <dgm:pt modelId="{A5F56536-E0B8-420A-A682-06E3AEBD7B52}" type="sibTrans" cxnId="{114B187A-5110-4748-B2EB-721F37184574}">
      <dgm:prSet/>
      <dgm:spPr/>
      <dgm:t>
        <a:bodyPr/>
        <a:lstStyle/>
        <a:p>
          <a:endParaRPr lang="en-BE" sz="4400"/>
        </a:p>
      </dgm:t>
    </dgm:pt>
    <dgm:pt modelId="{9CB1B734-E494-42CC-A909-2F66B488BFB5}">
      <dgm:prSet custT="1"/>
      <dgm:spPr/>
      <dgm:t>
        <a:bodyPr/>
        <a:lstStyle/>
        <a:p>
          <a:r>
            <a:rPr lang="en-US" sz="1100" b="1" dirty="0"/>
            <a:t>Purpose, origin, type, format &amp; volume of the data</a:t>
          </a:r>
        </a:p>
      </dgm:t>
    </dgm:pt>
    <dgm:pt modelId="{F80B47B3-2F68-464A-AF6D-7F51294A42EA}" type="parTrans" cxnId="{39804EB1-0F14-45C2-8ED6-E70C6091FF27}">
      <dgm:prSet/>
      <dgm:spPr/>
      <dgm:t>
        <a:bodyPr/>
        <a:lstStyle/>
        <a:p>
          <a:endParaRPr lang="en-BE" sz="4400"/>
        </a:p>
      </dgm:t>
    </dgm:pt>
    <dgm:pt modelId="{CC2054BA-9C63-48C9-9F3D-C5BBCE96C406}" type="sibTrans" cxnId="{39804EB1-0F14-45C2-8ED6-E70C6091FF27}">
      <dgm:prSet/>
      <dgm:spPr/>
      <dgm:t>
        <a:bodyPr/>
        <a:lstStyle/>
        <a:p>
          <a:endParaRPr lang="en-BE" sz="4400"/>
        </a:p>
      </dgm:t>
    </dgm:pt>
    <dgm:pt modelId="{121D7AFD-7E31-4AB1-8862-8A1CC22BAC4A}">
      <dgm:prSet custT="1"/>
      <dgm:spPr/>
      <dgm:t>
        <a:bodyPr/>
        <a:lstStyle/>
        <a:p>
          <a:r>
            <a:rPr lang="en-US" sz="1100" b="1" dirty="0"/>
            <a:t>IRB approval, IP, GDPR</a:t>
          </a:r>
        </a:p>
      </dgm:t>
    </dgm:pt>
    <dgm:pt modelId="{4BC827FD-BF9E-4085-BEE6-1EB114DE75B7}" type="parTrans" cxnId="{4A63757C-7B55-4949-A945-C10D0B7CA6F6}">
      <dgm:prSet/>
      <dgm:spPr/>
      <dgm:t>
        <a:bodyPr/>
        <a:lstStyle/>
        <a:p>
          <a:endParaRPr lang="en-BE" sz="4400"/>
        </a:p>
      </dgm:t>
    </dgm:pt>
    <dgm:pt modelId="{E5BE7050-C80B-49E6-B5B1-9E813CAF1D3E}" type="sibTrans" cxnId="{4A63757C-7B55-4949-A945-C10D0B7CA6F6}">
      <dgm:prSet/>
      <dgm:spPr/>
      <dgm:t>
        <a:bodyPr/>
        <a:lstStyle/>
        <a:p>
          <a:endParaRPr lang="en-BE" sz="4400"/>
        </a:p>
      </dgm:t>
    </dgm:pt>
    <dgm:pt modelId="{DB0064B8-2323-4D9C-9569-16CF482ECA67}">
      <dgm:prSet custT="1"/>
      <dgm:spPr/>
      <dgm:t>
        <a:bodyPr/>
        <a:lstStyle/>
        <a:p>
          <a:r>
            <a:rPr lang="en-US" sz="1100" b="1" dirty="0"/>
            <a:t>Where and how, standards, ontologies, vocabularies</a:t>
          </a:r>
        </a:p>
      </dgm:t>
    </dgm:pt>
    <dgm:pt modelId="{DD8CC967-B14E-4F86-9A01-2616A5C8DEF4}" type="parTrans" cxnId="{EA83EE60-8F61-4411-A32D-79741A6CFB11}">
      <dgm:prSet/>
      <dgm:spPr/>
      <dgm:t>
        <a:bodyPr/>
        <a:lstStyle/>
        <a:p>
          <a:endParaRPr lang="en-BE" sz="4400"/>
        </a:p>
      </dgm:t>
    </dgm:pt>
    <dgm:pt modelId="{011BA436-68E4-4A85-AFD5-9E79EBD7EAAD}" type="sibTrans" cxnId="{EA83EE60-8F61-4411-A32D-79741A6CFB11}">
      <dgm:prSet/>
      <dgm:spPr/>
      <dgm:t>
        <a:bodyPr/>
        <a:lstStyle/>
        <a:p>
          <a:endParaRPr lang="en-BE" sz="4400"/>
        </a:p>
      </dgm:t>
    </dgm:pt>
    <dgm:pt modelId="{0E667427-5848-4515-A031-ECEA2BC53572}">
      <dgm:prSet custT="1"/>
      <dgm:spPr/>
      <dgm:t>
        <a:bodyPr/>
        <a:lstStyle/>
        <a:p>
          <a:r>
            <a:rPr lang="en-US" sz="1100" b="1" dirty="0"/>
            <a:t>Costs</a:t>
          </a:r>
        </a:p>
      </dgm:t>
    </dgm:pt>
    <dgm:pt modelId="{AC065637-46F4-4373-8828-FF24A56E816A}" type="parTrans" cxnId="{E3299084-31EE-41EC-A353-B5FB88A5976A}">
      <dgm:prSet/>
      <dgm:spPr/>
      <dgm:t>
        <a:bodyPr/>
        <a:lstStyle/>
        <a:p>
          <a:endParaRPr lang="en-BE" sz="4400"/>
        </a:p>
      </dgm:t>
    </dgm:pt>
    <dgm:pt modelId="{F8B9CCEA-14E3-472C-9864-34FE7FBBC01F}" type="sibTrans" cxnId="{E3299084-31EE-41EC-A353-B5FB88A5976A}">
      <dgm:prSet/>
      <dgm:spPr/>
      <dgm:t>
        <a:bodyPr/>
        <a:lstStyle/>
        <a:p>
          <a:endParaRPr lang="en-BE" sz="4400"/>
        </a:p>
      </dgm:t>
    </dgm:pt>
    <dgm:pt modelId="{D488BA4A-22DE-487C-A0CB-3AD83F27295C}">
      <dgm:prSet custT="1"/>
      <dgm:spPr/>
      <dgm:t>
        <a:bodyPr/>
        <a:lstStyle/>
        <a:p>
          <a:r>
            <a:rPr lang="en-US" sz="1100" b="1" dirty="0"/>
            <a:t>Repositories, terms, contracts, licenses</a:t>
          </a:r>
        </a:p>
      </dgm:t>
    </dgm:pt>
    <dgm:pt modelId="{7C6F5B6C-1BEC-40AA-8478-7391AC353093}" type="parTrans" cxnId="{100FA9FB-38DC-4F47-BFE6-52830AB49CF7}">
      <dgm:prSet/>
      <dgm:spPr/>
      <dgm:t>
        <a:bodyPr/>
        <a:lstStyle/>
        <a:p>
          <a:endParaRPr lang="en-BE" sz="4400"/>
        </a:p>
      </dgm:t>
    </dgm:pt>
    <dgm:pt modelId="{945C7A21-F349-4464-805E-412AA35AFB6D}" type="sibTrans" cxnId="{100FA9FB-38DC-4F47-BFE6-52830AB49CF7}">
      <dgm:prSet/>
      <dgm:spPr/>
      <dgm:t>
        <a:bodyPr/>
        <a:lstStyle/>
        <a:p>
          <a:endParaRPr lang="en-BE" sz="4400"/>
        </a:p>
      </dgm:t>
    </dgm:pt>
    <dgm:pt modelId="{CD586A6D-C1D5-401F-8A1C-BEE69FAE3EC7}">
      <dgm:prSet custT="1"/>
      <dgm:spPr/>
      <dgm:t>
        <a:bodyPr/>
        <a:lstStyle/>
        <a:p>
          <a:r>
            <a:rPr lang="en-US" sz="1100" dirty="0"/>
            <a:t>Security, back-up, transfer &amp; access</a:t>
          </a:r>
        </a:p>
      </dgm:t>
    </dgm:pt>
    <dgm:pt modelId="{C96CA754-9EFE-4F36-ABF5-2073F0834325}" type="parTrans" cxnId="{E1AACCFC-218A-4FE4-9DBF-2EC1C471A356}">
      <dgm:prSet/>
      <dgm:spPr/>
      <dgm:t>
        <a:bodyPr/>
        <a:lstStyle/>
        <a:p>
          <a:endParaRPr lang="en-BE" sz="4400"/>
        </a:p>
      </dgm:t>
    </dgm:pt>
    <dgm:pt modelId="{6F43A78A-EE33-47C4-8F85-16DDDFC03445}" type="sibTrans" cxnId="{E1AACCFC-218A-4FE4-9DBF-2EC1C471A356}">
      <dgm:prSet/>
      <dgm:spPr/>
      <dgm:t>
        <a:bodyPr/>
        <a:lstStyle/>
        <a:p>
          <a:endParaRPr lang="en-BE" sz="4400"/>
        </a:p>
      </dgm:t>
    </dgm:pt>
    <dgm:pt modelId="{C3DBA506-DF36-4372-BC5F-781035510750}">
      <dgm:prSet custT="1"/>
      <dgm:spPr/>
      <dgm:t>
        <a:bodyPr/>
        <a:lstStyle/>
        <a:p>
          <a:r>
            <a:rPr lang="en-US" sz="1100" b="1" dirty="0"/>
            <a:t>Owner and roles</a:t>
          </a:r>
        </a:p>
      </dgm:t>
    </dgm:pt>
    <dgm:pt modelId="{2929A621-329F-4FA4-B9DA-B5952B0D6413}" type="parTrans" cxnId="{7CDD5EF5-74CD-49F1-8715-F86A714E26E1}">
      <dgm:prSet/>
      <dgm:spPr/>
      <dgm:t>
        <a:bodyPr/>
        <a:lstStyle/>
        <a:p>
          <a:endParaRPr lang="en-BE"/>
        </a:p>
      </dgm:t>
    </dgm:pt>
    <dgm:pt modelId="{BB87FD6B-8B5C-4C29-84D7-93EC4123ED07}" type="sibTrans" cxnId="{7CDD5EF5-74CD-49F1-8715-F86A714E26E1}">
      <dgm:prSet/>
      <dgm:spPr/>
      <dgm:t>
        <a:bodyPr/>
        <a:lstStyle/>
        <a:p>
          <a:endParaRPr lang="en-BE"/>
        </a:p>
      </dgm:t>
    </dgm:pt>
    <dgm:pt modelId="{62258B5F-31A5-4ED5-8A20-2F224AC2DA9E}" type="pres">
      <dgm:prSet presAssocID="{072C733F-5FE1-4C0E-A8EF-D7A6C593147D}" presName="compositeShape" presStyleCnt="0">
        <dgm:presLayoutVars>
          <dgm:chMax val="7"/>
          <dgm:dir/>
          <dgm:resizeHandles val="exact"/>
        </dgm:presLayoutVars>
      </dgm:prSet>
      <dgm:spPr/>
    </dgm:pt>
    <dgm:pt modelId="{9C48A8D3-FCC7-45C5-A045-49CB86F5EFA8}" type="pres">
      <dgm:prSet presAssocID="{C189B530-63CF-4ADE-B92B-536D6369EBCA}" presName="circ1" presStyleLbl="vennNode1" presStyleIdx="0" presStyleCnt="7"/>
      <dgm:spPr/>
    </dgm:pt>
    <dgm:pt modelId="{FE96EB48-9F85-4910-8988-3A0AA710D7AD}" type="pres">
      <dgm:prSet presAssocID="{C189B530-63CF-4ADE-B92B-536D6369EBCA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64A58E8-A03A-4D8C-B7B0-03C549EE4649}" type="pres">
      <dgm:prSet presAssocID="{B2976183-307F-4594-A4A6-E78FF206E9D4}" presName="circ2" presStyleLbl="vennNode1" presStyleIdx="1" presStyleCnt="7"/>
      <dgm:spPr/>
    </dgm:pt>
    <dgm:pt modelId="{BAE42488-5BA9-48E1-BD4F-1DF5DE76FAED}" type="pres">
      <dgm:prSet presAssocID="{B2976183-307F-4594-A4A6-E78FF206E9D4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B5EDE38-80F6-4F76-AB45-F0FC6E6AEC94}" type="pres">
      <dgm:prSet presAssocID="{D8722FE6-B9AC-43CE-8552-87806BBFEBC3}" presName="circ3" presStyleLbl="vennNode1" presStyleIdx="2" presStyleCnt="7"/>
      <dgm:spPr/>
    </dgm:pt>
    <dgm:pt modelId="{C6AFA8C0-C12C-4987-8D0B-CE48A91CC1BA}" type="pres">
      <dgm:prSet presAssocID="{D8722FE6-B9AC-43CE-8552-87806BBFEBC3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DBB1079-7304-46F9-94EF-CB41E22345BC}" type="pres">
      <dgm:prSet presAssocID="{E2F4883D-9621-4B10-B8A6-B554255C4F55}" presName="circ4" presStyleLbl="vennNode1" presStyleIdx="3" presStyleCnt="7"/>
      <dgm:spPr/>
    </dgm:pt>
    <dgm:pt modelId="{6B57FF16-D211-4AD9-BC50-AE09F0210615}" type="pres">
      <dgm:prSet presAssocID="{E2F4883D-9621-4B10-B8A6-B554255C4F55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A0AB2AA-07E7-454C-84A0-206BF1822B22}" type="pres">
      <dgm:prSet presAssocID="{31E4C783-3083-483A-903B-FC4EA7B07309}" presName="circ5" presStyleLbl="vennNode1" presStyleIdx="4" presStyleCnt="7"/>
      <dgm:spPr/>
    </dgm:pt>
    <dgm:pt modelId="{2C910D8B-DE83-4DAE-91BC-4C54EC7D3262}" type="pres">
      <dgm:prSet presAssocID="{31E4C783-3083-483A-903B-FC4EA7B07309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2B34CC6-03A0-42B6-81D3-C7CA7448D9BA}" type="pres">
      <dgm:prSet presAssocID="{0B19FE67-7066-4C26-A1D5-C0F5D413731D}" presName="circ6" presStyleLbl="vennNode1" presStyleIdx="5" presStyleCnt="7"/>
      <dgm:spPr/>
    </dgm:pt>
    <dgm:pt modelId="{D92FF974-EBFB-4765-BB71-1352F8B53CAB}" type="pres">
      <dgm:prSet presAssocID="{0B19FE67-7066-4C26-A1D5-C0F5D413731D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6DBED2C-E430-4F26-A050-03A6E5151F75}" type="pres">
      <dgm:prSet presAssocID="{AC3ABCE8-678E-45DD-8C80-E9F6932BD08F}" presName="circ7" presStyleLbl="vennNode1" presStyleIdx="6" presStyleCnt="7"/>
      <dgm:spPr/>
    </dgm:pt>
    <dgm:pt modelId="{115046DC-8FDF-4682-B9E7-E1EA1A898E7A}" type="pres">
      <dgm:prSet presAssocID="{AC3ABCE8-678E-45DD-8C80-E9F6932BD08F}" presName="circ7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8FE6EC02-2A65-4B5D-9199-0AD4565880FC}" type="presOf" srcId="{0B19FE67-7066-4C26-A1D5-C0F5D413731D}" destId="{D92FF974-EBFB-4765-BB71-1352F8B53CAB}" srcOrd="0" destOrd="0" presId="urn:microsoft.com/office/officeart/2005/8/layout/venn1"/>
    <dgm:cxn modelId="{711BE608-6474-42D1-937A-52B92F882D47}" srcId="{072C733F-5FE1-4C0E-A8EF-D7A6C593147D}" destId="{AC3ABCE8-678E-45DD-8C80-E9F6932BD08F}" srcOrd="6" destOrd="0" parTransId="{FC0D5BC6-4C48-4069-85F7-84FBE4678524}" sibTransId="{FD7D4E1F-89FD-4F4A-B0F8-F47A1A74A8AD}"/>
    <dgm:cxn modelId="{B66A450D-EAB5-4DEA-B8FC-698BD916DBB5}" type="presOf" srcId="{D488BA4A-22DE-487C-A0CB-3AD83F27295C}" destId="{2C910D8B-DE83-4DAE-91BC-4C54EC7D3262}" srcOrd="0" destOrd="1" presId="urn:microsoft.com/office/officeart/2005/8/layout/venn1"/>
    <dgm:cxn modelId="{F5D83012-F9FC-4D9A-AD2B-55B307DBF9E0}" type="presOf" srcId="{77764EDF-E6E8-4438-8C85-D3A48CE2454F}" destId="{115046DC-8FDF-4682-B9E7-E1EA1A898E7A}" srcOrd="0" destOrd="1" presId="urn:microsoft.com/office/officeart/2005/8/layout/venn1"/>
    <dgm:cxn modelId="{743D681F-FF7F-40EC-B779-BE41893D5281}" type="presOf" srcId="{E2F4883D-9621-4B10-B8A6-B554255C4F55}" destId="{6B57FF16-D211-4AD9-BC50-AE09F0210615}" srcOrd="0" destOrd="0" presId="urn:microsoft.com/office/officeart/2005/8/layout/venn1"/>
    <dgm:cxn modelId="{21B0D923-7D25-47CE-8073-6ED625E1CFA1}" srcId="{072C733F-5FE1-4C0E-A8EF-D7A6C593147D}" destId="{B2976183-307F-4594-A4A6-E78FF206E9D4}" srcOrd="1" destOrd="0" parTransId="{FE0DE3C7-07E1-4C60-824D-8712E41D649B}" sibTransId="{D0719862-E605-47D6-8AB5-930EA9026E8A}"/>
    <dgm:cxn modelId="{AE3A5630-142D-4D80-BA81-58B55CC4C2ED}" srcId="{072C733F-5FE1-4C0E-A8EF-D7A6C593147D}" destId="{D8722FE6-B9AC-43CE-8552-87806BBFEBC3}" srcOrd="2" destOrd="0" parTransId="{47E6CA1B-4E01-481D-84D1-2EFBECAEC42C}" sibTransId="{3C949B24-061D-4170-8BCD-5F9CD955B72F}"/>
    <dgm:cxn modelId="{D1B73B32-5306-4379-8457-05900DFA95A9}" type="presOf" srcId="{CD586A6D-C1D5-401F-8A1C-BEE69FAE3EC7}" destId="{D92FF974-EBFB-4765-BB71-1352F8B53CAB}" srcOrd="0" destOrd="1" presId="urn:microsoft.com/office/officeart/2005/8/layout/venn1"/>
    <dgm:cxn modelId="{52CFFA39-685E-4611-8A16-8E4237EE0EDB}" srcId="{072C733F-5FE1-4C0E-A8EF-D7A6C593147D}" destId="{C189B530-63CF-4ADE-B92B-536D6369EBCA}" srcOrd="0" destOrd="0" parTransId="{A993A2A5-D8EB-48A7-9B6E-2972DDB427AC}" sibTransId="{4FDE355A-9022-425C-A5A4-52A40CFF3128}"/>
    <dgm:cxn modelId="{83C0263D-310D-4BD9-B507-DCCFFEFAF64F}" type="presOf" srcId="{B2976183-307F-4594-A4A6-E78FF206E9D4}" destId="{BAE42488-5BA9-48E1-BD4F-1DF5DE76FAED}" srcOrd="0" destOrd="0" presId="urn:microsoft.com/office/officeart/2005/8/layout/venn1"/>
    <dgm:cxn modelId="{EA83EE60-8F61-4411-A32D-79741A6CFB11}" srcId="{D8722FE6-B9AC-43CE-8552-87806BBFEBC3}" destId="{DB0064B8-2323-4D9C-9569-16CF482ECA67}" srcOrd="0" destOrd="0" parTransId="{DD8CC967-B14E-4F86-9A01-2616A5C8DEF4}" sibTransId="{011BA436-68E4-4A85-AFD5-9E79EBD7EAAD}"/>
    <dgm:cxn modelId="{FA7F0D79-1A0B-49CB-85F4-4694E27B0E4F}" type="presOf" srcId="{9CB1B734-E494-42CC-A909-2F66B488BFB5}" destId="{FE96EB48-9F85-4910-8988-3A0AA710D7AD}" srcOrd="0" destOrd="1" presId="urn:microsoft.com/office/officeart/2005/8/layout/venn1"/>
    <dgm:cxn modelId="{D5734C79-3556-4171-9D8A-1F70891247B9}" type="presOf" srcId="{C3DBA506-DF36-4372-BC5F-781035510750}" destId="{6B57FF16-D211-4AD9-BC50-AE09F0210615}" srcOrd="0" destOrd="2" presId="urn:microsoft.com/office/officeart/2005/8/layout/venn1"/>
    <dgm:cxn modelId="{2FCF6C79-505C-4754-9F2C-656400428386}" type="presOf" srcId="{0E667427-5848-4515-A031-ECEA2BC53572}" destId="{6B57FF16-D211-4AD9-BC50-AE09F0210615}" srcOrd="0" destOrd="1" presId="urn:microsoft.com/office/officeart/2005/8/layout/venn1"/>
    <dgm:cxn modelId="{114B187A-5110-4748-B2EB-721F37184574}" srcId="{AC3ABCE8-678E-45DD-8C80-E9F6932BD08F}" destId="{77764EDF-E6E8-4438-8C85-D3A48CE2454F}" srcOrd="0" destOrd="0" parTransId="{A9ED5BFD-7CC1-4171-97BA-AE9F5E5490AE}" sibTransId="{A5F56536-E0B8-420A-A682-06E3AEBD7B52}"/>
    <dgm:cxn modelId="{4A63757C-7B55-4949-A945-C10D0B7CA6F6}" srcId="{B2976183-307F-4594-A4A6-E78FF206E9D4}" destId="{121D7AFD-7E31-4AB1-8862-8A1CC22BAC4A}" srcOrd="0" destOrd="0" parTransId="{4BC827FD-BF9E-4085-BEE6-1EB114DE75B7}" sibTransId="{E5BE7050-C80B-49E6-B5B1-9E813CAF1D3E}"/>
    <dgm:cxn modelId="{E3299084-31EE-41EC-A353-B5FB88A5976A}" srcId="{E2F4883D-9621-4B10-B8A6-B554255C4F55}" destId="{0E667427-5848-4515-A031-ECEA2BC53572}" srcOrd="0" destOrd="0" parTransId="{AC065637-46F4-4373-8828-FF24A56E816A}" sibTransId="{F8B9CCEA-14E3-472C-9864-34FE7FBBC01F}"/>
    <dgm:cxn modelId="{C4874E8A-6CA2-4A36-A154-68B7950AD5B2}" type="presOf" srcId="{31E4C783-3083-483A-903B-FC4EA7B07309}" destId="{2C910D8B-DE83-4DAE-91BC-4C54EC7D3262}" srcOrd="0" destOrd="0" presId="urn:microsoft.com/office/officeart/2005/8/layout/venn1"/>
    <dgm:cxn modelId="{743D94AD-3480-45F4-A4BC-B8C6C058A49B}" type="presOf" srcId="{DB0064B8-2323-4D9C-9569-16CF482ECA67}" destId="{C6AFA8C0-C12C-4987-8D0B-CE48A91CC1BA}" srcOrd="0" destOrd="1" presId="urn:microsoft.com/office/officeart/2005/8/layout/venn1"/>
    <dgm:cxn modelId="{39804EB1-0F14-45C2-8ED6-E70C6091FF27}" srcId="{C189B530-63CF-4ADE-B92B-536D6369EBCA}" destId="{9CB1B734-E494-42CC-A909-2F66B488BFB5}" srcOrd="0" destOrd="0" parTransId="{F80B47B3-2F68-464A-AF6D-7F51294A42EA}" sibTransId="{CC2054BA-9C63-48C9-9F3D-C5BBCE96C406}"/>
    <dgm:cxn modelId="{DC82E4BC-2AB4-4CB7-A5CB-72FFC634AD99}" srcId="{072C733F-5FE1-4C0E-A8EF-D7A6C593147D}" destId="{E2F4883D-9621-4B10-B8A6-B554255C4F55}" srcOrd="3" destOrd="0" parTransId="{693F66AC-3C20-4FE9-ABE0-3BEC4DDEF95F}" sibTransId="{A2B10273-6EF2-4343-A0AA-1C7B28999382}"/>
    <dgm:cxn modelId="{D138C8C0-AD34-4B4C-9D8C-75D63DAC1813}" type="presOf" srcId="{AC3ABCE8-678E-45DD-8C80-E9F6932BD08F}" destId="{115046DC-8FDF-4682-B9E7-E1EA1A898E7A}" srcOrd="0" destOrd="0" presId="urn:microsoft.com/office/officeart/2005/8/layout/venn1"/>
    <dgm:cxn modelId="{AD039DCE-5731-4E45-B1F0-DC18B1950489}" srcId="{072C733F-5FE1-4C0E-A8EF-D7A6C593147D}" destId="{31E4C783-3083-483A-903B-FC4EA7B07309}" srcOrd="4" destOrd="0" parTransId="{C66B4DBC-7ED8-4DA6-8D83-647F508E02AA}" sibTransId="{A6986805-3C8F-453E-BEA8-DE5896291361}"/>
    <dgm:cxn modelId="{A6FEAEDB-8DCE-4442-919B-A120A0A7B60F}" type="presOf" srcId="{121D7AFD-7E31-4AB1-8862-8A1CC22BAC4A}" destId="{BAE42488-5BA9-48E1-BD4F-1DF5DE76FAED}" srcOrd="0" destOrd="1" presId="urn:microsoft.com/office/officeart/2005/8/layout/venn1"/>
    <dgm:cxn modelId="{5B00D1E1-3110-4E2F-A464-E2611EA21D1B}" type="presOf" srcId="{D8722FE6-B9AC-43CE-8552-87806BBFEBC3}" destId="{C6AFA8C0-C12C-4987-8D0B-CE48A91CC1BA}" srcOrd="0" destOrd="0" presId="urn:microsoft.com/office/officeart/2005/8/layout/venn1"/>
    <dgm:cxn modelId="{CA5C63F1-0639-4013-B9AA-0FB65B0DA70D}" srcId="{072C733F-5FE1-4C0E-A8EF-D7A6C593147D}" destId="{0B19FE67-7066-4C26-A1D5-C0F5D413731D}" srcOrd="5" destOrd="0" parTransId="{CBF0702D-4DA4-422E-8BE3-89F1CE8A76AF}" sibTransId="{35911072-66E1-4723-A34B-51B343104802}"/>
    <dgm:cxn modelId="{7CDD5EF5-74CD-49F1-8715-F86A714E26E1}" srcId="{E2F4883D-9621-4B10-B8A6-B554255C4F55}" destId="{C3DBA506-DF36-4372-BC5F-781035510750}" srcOrd="1" destOrd="0" parTransId="{2929A621-329F-4FA4-B9DA-B5952B0D6413}" sibTransId="{BB87FD6B-8B5C-4C29-84D7-93EC4123ED07}"/>
    <dgm:cxn modelId="{B30D8AF6-880D-4A95-9FA0-35B8FF66B981}" type="presOf" srcId="{072C733F-5FE1-4C0E-A8EF-D7A6C593147D}" destId="{62258B5F-31A5-4ED5-8A20-2F224AC2DA9E}" srcOrd="0" destOrd="0" presId="urn:microsoft.com/office/officeart/2005/8/layout/venn1"/>
    <dgm:cxn modelId="{100FA9FB-38DC-4F47-BFE6-52830AB49CF7}" srcId="{31E4C783-3083-483A-903B-FC4EA7B07309}" destId="{D488BA4A-22DE-487C-A0CB-3AD83F27295C}" srcOrd="0" destOrd="0" parTransId="{7C6F5B6C-1BEC-40AA-8478-7391AC353093}" sibTransId="{945C7A21-F349-4464-805E-412AA35AFB6D}"/>
    <dgm:cxn modelId="{E1AACCFC-218A-4FE4-9DBF-2EC1C471A356}" srcId="{0B19FE67-7066-4C26-A1D5-C0F5D413731D}" destId="{CD586A6D-C1D5-401F-8A1C-BEE69FAE3EC7}" srcOrd="0" destOrd="0" parTransId="{C96CA754-9EFE-4F36-ABF5-2073F0834325}" sibTransId="{6F43A78A-EE33-47C4-8F85-16DDDFC03445}"/>
    <dgm:cxn modelId="{3AEEE5FE-F3E0-4A5A-88E5-FFE60312D839}" type="presOf" srcId="{C189B530-63CF-4ADE-B92B-536D6369EBCA}" destId="{FE96EB48-9F85-4910-8988-3A0AA710D7AD}" srcOrd="0" destOrd="0" presId="urn:microsoft.com/office/officeart/2005/8/layout/venn1"/>
    <dgm:cxn modelId="{EBCA690B-41BA-4DEC-ABE5-6E4056FCB792}" type="presParOf" srcId="{62258B5F-31A5-4ED5-8A20-2F224AC2DA9E}" destId="{9C48A8D3-FCC7-45C5-A045-49CB86F5EFA8}" srcOrd="0" destOrd="0" presId="urn:microsoft.com/office/officeart/2005/8/layout/venn1"/>
    <dgm:cxn modelId="{98F0890F-9370-4E09-A135-FB7C75D5BA52}" type="presParOf" srcId="{62258B5F-31A5-4ED5-8A20-2F224AC2DA9E}" destId="{FE96EB48-9F85-4910-8988-3A0AA710D7AD}" srcOrd="1" destOrd="0" presId="urn:microsoft.com/office/officeart/2005/8/layout/venn1"/>
    <dgm:cxn modelId="{31B7539A-BDBB-4B99-9F47-D0F6B966375D}" type="presParOf" srcId="{62258B5F-31A5-4ED5-8A20-2F224AC2DA9E}" destId="{A64A58E8-A03A-4D8C-B7B0-03C549EE4649}" srcOrd="2" destOrd="0" presId="urn:microsoft.com/office/officeart/2005/8/layout/venn1"/>
    <dgm:cxn modelId="{E4C34541-42B2-416D-BD6F-5D4C1F22BE69}" type="presParOf" srcId="{62258B5F-31A5-4ED5-8A20-2F224AC2DA9E}" destId="{BAE42488-5BA9-48E1-BD4F-1DF5DE76FAED}" srcOrd="3" destOrd="0" presId="urn:microsoft.com/office/officeart/2005/8/layout/venn1"/>
    <dgm:cxn modelId="{59445A3A-972C-45A9-A3B3-D2A59ED3C846}" type="presParOf" srcId="{62258B5F-31A5-4ED5-8A20-2F224AC2DA9E}" destId="{9B5EDE38-80F6-4F76-AB45-F0FC6E6AEC94}" srcOrd="4" destOrd="0" presId="urn:microsoft.com/office/officeart/2005/8/layout/venn1"/>
    <dgm:cxn modelId="{D6288A4C-B3EE-4938-B3F5-616FA90B4B4A}" type="presParOf" srcId="{62258B5F-31A5-4ED5-8A20-2F224AC2DA9E}" destId="{C6AFA8C0-C12C-4987-8D0B-CE48A91CC1BA}" srcOrd="5" destOrd="0" presId="urn:microsoft.com/office/officeart/2005/8/layout/venn1"/>
    <dgm:cxn modelId="{83EF5FC2-9DE4-418E-90FF-4ACCD63076C7}" type="presParOf" srcId="{62258B5F-31A5-4ED5-8A20-2F224AC2DA9E}" destId="{1DBB1079-7304-46F9-94EF-CB41E22345BC}" srcOrd="6" destOrd="0" presId="urn:microsoft.com/office/officeart/2005/8/layout/venn1"/>
    <dgm:cxn modelId="{848EBE28-E61D-4038-BAC4-37767154400C}" type="presParOf" srcId="{62258B5F-31A5-4ED5-8A20-2F224AC2DA9E}" destId="{6B57FF16-D211-4AD9-BC50-AE09F0210615}" srcOrd="7" destOrd="0" presId="urn:microsoft.com/office/officeart/2005/8/layout/venn1"/>
    <dgm:cxn modelId="{0DCC8805-C746-48AB-B834-D4595D22C90F}" type="presParOf" srcId="{62258B5F-31A5-4ED5-8A20-2F224AC2DA9E}" destId="{CA0AB2AA-07E7-454C-84A0-206BF1822B22}" srcOrd="8" destOrd="0" presId="urn:microsoft.com/office/officeart/2005/8/layout/venn1"/>
    <dgm:cxn modelId="{69A0DFAF-72F2-4F87-AADC-84A103B20F7E}" type="presParOf" srcId="{62258B5F-31A5-4ED5-8A20-2F224AC2DA9E}" destId="{2C910D8B-DE83-4DAE-91BC-4C54EC7D3262}" srcOrd="9" destOrd="0" presId="urn:microsoft.com/office/officeart/2005/8/layout/venn1"/>
    <dgm:cxn modelId="{7A9B7A3D-3AAF-4FDE-A7AB-EF546F6EBD8E}" type="presParOf" srcId="{62258B5F-31A5-4ED5-8A20-2F224AC2DA9E}" destId="{42B34CC6-03A0-42B6-81D3-C7CA7448D9BA}" srcOrd="10" destOrd="0" presId="urn:microsoft.com/office/officeart/2005/8/layout/venn1"/>
    <dgm:cxn modelId="{017749E9-1BE9-4BCF-B98E-86D991D1F239}" type="presParOf" srcId="{62258B5F-31A5-4ED5-8A20-2F224AC2DA9E}" destId="{D92FF974-EBFB-4765-BB71-1352F8B53CAB}" srcOrd="11" destOrd="0" presId="urn:microsoft.com/office/officeart/2005/8/layout/venn1"/>
    <dgm:cxn modelId="{4FA75A2C-FFC0-4C4D-A784-923E76E105D0}" type="presParOf" srcId="{62258B5F-31A5-4ED5-8A20-2F224AC2DA9E}" destId="{16DBED2C-E430-4F26-A050-03A6E5151F75}" srcOrd="12" destOrd="0" presId="urn:microsoft.com/office/officeart/2005/8/layout/venn1"/>
    <dgm:cxn modelId="{D1BD4C18-40E2-4B1F-B086-9FEDD8C212D5}" type="presParOf" srcId="{62258B5F-31A5-4ED5-8A20-2F224AC2DA9E}" destId="{115046DC-8FDF-4682-B9E7-E1EA1A898E7A}" srcOrd="1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4472E2B8-F931-4B00-8E5A-9C3E46ACBC42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490046F-0723-4FE8-9FDF-8342D0774ACA}">
      <dgm:prSet/>
      <dgm:spPr/>
      <dgm:t>
        <a:bodyPr/>
        <a:lstStyle/>
        <a:p>
          <a:r>
            <a:rPr lang="nl-BE"/>
            <a:t>Be consistent throughout the document. </a:t>
          </a:r>
          <a:endParaRPr lang="en-US"/>
        </a:p>
      </dgm:t>
    </dgm:pt>
    <dgm:pt modelId="{850BDBA3-E9E2-4E4A-AC9E-002F9094611B}" type="parTrans" cxnId="{390C58A4-196B-46DE-B404-8E4C38057E47}">
      <dgm:prSet/>
      <dgm:spPr/>
      <dgm:t>
        <a:bodyPr/>
        <a:lstStyle/>
        <a:p>
          <a:endParaRPr lang="en-US"/>
        </a:p>
      </dgm:t>
    </dgm:pt>
    <dgm:pt modelId="{173EC946-CE6F-49E2-836C-4E6294E2F9B8}" type="sibTrans" cxnId="{390C58A4-196B-46DE-B404-8E4C38057E47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E24C590E-472F-4DFA-BC90-D99F263F8338}">
      <dgm:prSet/>
      <dgm:spPr/>
      <dgm:t>
        <a:bodyPr/>
        <a:lstStyle/>
        <a:p>
          <a:r>
            <a:rPr lang="nl-BE"/>
            <a:t>If a dataset cannot be shared, do not mention in a later paragraph that all data will be shared openly on Zenodo</a:t>
          </a:r>
          <a:endParaRPr lang="en-US"/>
        </a:p>
      </dgm:t>
    </dgm:pt>
    <dgm:pt modelId="{EBEA68A8-17D9-498B-B43B-0507746F2234}" type="parTrans" cxnId="{529E30BF-683D-42BE-8F8F-A12C2E2D9B1F}">
      <dgm:prSet/>
      <dgm:spPr/>
      <dgm:t>
        <a:bodyPr/>
        <a:lstStyle/>
        <a:p>
          <a:endParaRPr lang="en-US"/>
        </a:p>
      </dgm:t>
    </dgm:pt>
    <dgm:pt modelId="{D4EB0FDA-7EF0-41D6-8ABF-2DAB929B98B9}" type="sibTrans" cxnId="{529E30BF-683D-42BE-8F8F-A12C2E2D9B1F}">
      <dgm:prSet/>
      <dgm:spPr/>
      <dgm:t>
        <a:bodyPr/>
        <a:lstStyle/>
        <a:p>
          <a:endParaRPr lang="en-US"/>
        </a:p>
      </dgm:t>
    </dgm:pt>
    <dgm:pt modelId="{2E2F161E-7B01-44CB-9204-31937F96086F}">
      <dgm:prSet/>
      <dgm:spPr/>
      <dgm:t>
        <a:bodyPr/>
        <a:lstStyle/>
        <a:p>
          <a:r>
            <a:rPr lang="nl-BE"/>
            <a:t>If certain information is not available yet, mention when and how you will address the issue</a:t>
          </a:r>
          <a:endParaRPr lang="en-US"/>
        </a:p>
      </dgm:t>
    </dgm:pt>
    <dgm:pt modelId="{2F56CF9C-F55C-4A7B-84E4-F75379833D61}" type="parTrans" cxnId="{12DEA584-14BA-436F-9496-EAEEC1D9ACA8}">
      <dgm:prSet/>
      <dgm:spPr/>
      <dgm:t>
        <a:bodyPr/>
        <a:lstStyle/>
        <a:p>
          <a:endParaRPr lang="en-US"/>
        </a:p>
      </dgm:t>
    </dgm:pt>
    <dgm:pt modelId="{3CB439C4-576F-457C-AC7A-860457D95475}" type="sibTrans" cxnId="{12DEA584-14BA-436F-9496-EAEEC1D9ACA8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BE20EDA5-FF85-44FA-BC4C-B5E82ED28ED9}">
      <dgm:prSet/>
      <dgm:spPr/>
      <dgm:t>
        <a:bodyPr/>
        <a:lstStyle/>
        <a:p>
          <a:r>
            <a:rPr lang="nl-BE"/>
            <a:t>Be complete for every question: mention all datatypes or outputs. </a:t>
          </a:r>
          <a:endParaRPr lang="en-US"/>
        </a:p>
      </dgm:t>
    </dgm:pt>
    <dgm:pt modelId="{BD998AED-76FD-4331-988F-C9B51B64DDF4}" type="parTrans" cxnId="{A42B1008-2B63-4ACC-91D8-347E1F71C39D}">
      <dgm:prSet/>
      <dgm:spPr/>
      <dgm:t>
        <a:bodyPr/>
        <a:lstStyle/>
        <a:p>
          <a:endParaRPr lang="en-US"/>
        </a:p>
      </dgm:t>
    </dgm:pt>
    <dgm:pt modelId="{A3BAD9A2-AE4E-4B38-96E7-259F435B9576}" type="sibTrans" cxnId="{A42B1008-2B63-4ACC-91D8-347E1F71C39D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97F66A0B-B15E-4075-8876-77CD2EAD90DB}">
      <dgm:prSet/>
      <dgm:spPr/>
      <dgm:t>
        <a:bodyPr/>
        <a:lstStyle/>
        <a:p>
          <a:r>
            <a:rPr lang="nl-BE"/>
            <a:t>E.g.: For WP1 this question is not applicable, for WP 2-3 we will do this, and for WP 4-6 we will do that. </a:t>
          </a:r>
          <a:endParaRPr lang="en-US"/>
        </a:p>
      </dgm:t>
    </dgm:pt>
    <dgm:pt modelId="{7CA5A8AA-7499-4473-B288-4CBC14510A31}" type="parTrans" cxnId="{C031008E-56BE-4CEA-B8F5-CAA835EA48FF}">
      <dgm:prSet/>
      <dgm:spPr/>
      <dgm:t>
        <a:bodyPr/>
        <a:lstStyle/>
        <a:p>
          <a:endParaRPr lang="en-US"/>
        </a:p>
      </dgm:t>
    </dgm:pt>
    <dgm:pt modelId="{7BD618F0-BDD8-4315-9612-BB9145DAB199}" type="sibTrans" cxnId="{C031008E-56BE-4CEA-B8F5-CAA835EA48FF}">
      <dgm:prSet/>
      <dgm:spPr/>
      <dgm:t>
        <a:bodyPr/>
        <a:lstStyle/>
        <a:p>
          <a:endParaRPr lang="en-US"/>
        </a:p>
      </dgm:t>
    </dgm:pt>
    <dgm:pt modelId="{18CA5A68-D8EB-4D7C-923B-9EA86041B56A}" type="pres">
      <dgm:prSet presAssocID="{4472E2B8-F931-4B00-8E5A-9C3E46ACBC42}" presName="Name0" presStyleCnt="0">
        <dgm:presLayoutVars>
          <dgm:animLvl val="lvl"/>
          <dgm:resizeHandles val="exact"/>
        </dgm:presLayoutVars>
      </dgm:prSet>
      <dgm:spPr/>
    </dgm:pt>
    <dgm:pt modelId="{AB33FCA2-AF0A-47AD-8DB5-8E0F9770BA87}" type="pres">
      <dgm:prSet presAssocID="{8490046F-0723-4FE8-9FDF-8342D0774ACA}" presName="compositeNode" presStyleCnt="0">
        <dgm:presLayoutVars>
          <dgm:bulletEnabled val="1"/>
        </dgm:presLayoutVars>
      </dgm:prSet>
      <dgm:spPr/>
    </dgm:pt>
    <dgm:pt modelId="{D8A47D44-E7B5-40AF-8B49-ECA6E268D100}" type="pres">
      <dgm:prSet presAssocID="{8490046F-0723-4FE8-9FDF-8342D0774ACA}" presName="bgRect" presStyleLbl="bgAccFollowNode1" presStyleIdx="0" presStyleCnt="3"/>
      <dgm:spPr/>
    </dgm:pt>
    <dgm:pt modelId="{C68DEFDB-2958-47E0-86AB-A2219E5C0057}" type="pres">
      <dgm:prSet presAssocID="{173EC946-CE6F-49E2-836C-4E6294E2F9B8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F59AF9A6-D592-4024-B7C9-922D38E2C7C2}" type="pres">
      <dgm:prSet presAssocID="{8490046F-0723-4FE8-9FDF-8342D0774ACA}" presName="bottomLine" presStyleLbl="alignNode1" presStyleIdx="1" presStyleCnt="6">
        <dgm:presLayoutVars/>
      </dgm:prSet>
      <dgm:spPr/>
    </dgm:pt>
    <dgm:pt modelId="{180DAA08-B948-4299-99BF-FD6399A65582}" type="pres">
      <dgm:prSet presAssocID="{8490046F-0723-4FE8-9FDF-8342D0774ACA}" presName="nodeText" presStyleLbl="bgAccFollowNode1" presStyleIdx="0" presStyleCnt="3">
        <dgm:presLayoutVars>
          <dgm:bulletEnabled val="1"/>
        </dgm:presLayoutVars>
      </dgm:prSet>
      <dgm:spPr/>
    </dgm:pt>
    <dgm:pt modelId="{5E0C39CB-BF5B-4E76-981F-FBD57AA2776D}" type="pres">
      <dgm:prSet presAssocID="{173EC946-CE6F-49E2-836C-4E6294E2F9B8}" presName="sibTrans" presStyleCnt="0"/>
      <dgm:spPr/>
    </dgm:pt>
    <dgm:pt modelId="{7F119C5D-F2F2-4345-9F08-45F8FD980EDE}" type="pres">
      <dgm:prSet presAssocID="{2E2F161E-7B01-44CB-9204-31937F96086F}" presName="compositeNode" presStyleCnt="0">
        <dgm:presLayoutVars>
          <dgm:bulletEnabled val="1"/>
        </dgm:presLayoutVars>
      </dgm:prSet>
      <dgm:spPr/>
    </dgm:pt>
    <dgm:pt modelId="{01B911CB-3952-483A-B211-7047C83C2D40}" type="pres">
      <dgm:prSet presAssocID="{2E2F161E-7B01-44CB-9204-31937F96086F}" presName="bgRect" presStyleLbl="bgAccFollowNode1" presStyleIdx="1" presStyleCnt="3"/>
      <dgm:spPr/>
    </dgm:pt>
    <dgm:pt modelId="{FD335C94-7AF9-47FC-AB5F-FA90C4649FF0}" type="pres">
      <dgm:prSet presAssocID="{3CB439C4-576F-457C-AC7A-860457D95475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F0A4E24B-E5B2-4060-8527-FA1ADD55C904}" type="pres">
      <dgm:prSet presAssocID="{2E2F161E-7B01-44CB-9204-31937F96086F}" presName="bottomLine" presStyleLbl="alignNode1" presStyleIdx="3" presStyleCnt="6">
        <dgm:presLayoutVars/>
      </dgm:prSet>
      <dgm:spPr/>
    </dgm:pt>
    <dgm:pt modelId="{91345B01-B0E4-4342-A460-4CBED9C1A9B1}" type="pres">
      <dgm:prSet presAssocID="{2E2F161E-7B01-44CB-9204-31937F96086F}" presName="nodeText" presStyleLbl="bgAccFollowNode1" presStyleIdx="1" presStyleCnt="3">
        <dgm:presLayoutVars>
          <dgm:bulletEnabled val="1"/>
        </dgm:presLayoutVars>
      </dgm:prSet>
      <dgm:spPr/>
    </dgm:pt>
    <dgm:pt modelId="{BC2D1B2B-F679-46A1-8C47-8ECBC9EC9429}" type="pres">
      <dgm:prSet presAssocID="{3CB439C4-576F-457C-AC7A-860457D95475}" presName="sibTrans" presStyleCnt="0"/>
      <dgm:spPr/>
    </dgm:pt>
    <dgm:pt modelId="{AFF5A1BC-D2E0-4514-88FF-DEAE467AEAD8}" type="pres">
      <dgm:prSet presAssocID="{BE20EDA5-FF85-44FA-BC4C-B5E82ED28ED9}" presName="compositeNode" presStyleCnt="0">
        <dgm:presLayoutVars>
          <dgm:bulletEnabled val="1"/>
        </dgm:presLayoutVars>
      </dgm:prSet>
      <dgm:spPr/>
    </dgm:pt>
    <dgm:pt modelId="{6FA796ED-4F7C-4241-8659-C14003C2793B}" type="pres">
      <dgm:prSet presAssocID="{BE20EDA5-FF85-44FA-BC4C-B5E82ED28ED9}" presName="bgRect" presStyleLbl="bgAccFollowNode1" presStyleIdx="2" presStyleCnt="3"/>
      <dgm:spPr/>
    </dgm:pt>
    <dgm:pt modelId="{B0F181F5-7621-46EC-B9CF-76B948B54809}" type="pres">
      <dgm:prSet presAssocID="{A3BAD9A2-AE4E-4B38-96E7-259F435B9576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E709C87B-B435-4541-B502-24E3E85F928D}" type="pres">
      <dgm:prSet presAssocID="{BE20EDA5-FF85-44FA-BC4C-B5E82ED28ED9}" presName="bottomLine" presStyleLbl="alignNode1" presStyleIdx="5" presStyleCnt="6">
        <dgm:presLayoutVars/>
      </dgm:prSet>
      <dgm:spPr/>
    </dgm:pt>
    <dgm:pt modelId="{F3FC34CA-57E1-4A77-947F-62BB63875EAB}" type="pres">
      <dgm:prSet presAssocID="{BE20EDA5-FF85-44FA-BC4C-B5E82ED28ED9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A42B1008-2B63-4ACC-91D8-347E1F71C39D}" srcId="{4472E2B8-F931-4B00-8E5A-9C3E46ACBC42}" destId="{BE20EDA5-FF85-44FA-BC4C-B5E82ED28ED9}" srcOrd="2" destOrd="0" parTransId="{BD998AED-76FD-4331-988F-C9B51B64DDF4}" sibTransId="{A3BAD9A2-AE4E-4B38-96E7-259F435B9576}"/>
    <dgm:cxn modelId="{496EAA18-75D4-466D-95A3-FC2B2A558CC7}" type="presOf" srcId="{173EC946-CE6F-49E2-836C-4E6294E2F9B8}" destId="{C68DEFDB-2958-47E0-86AB-A2219E5C0057}" srcOrd="0" destOrd="0" presId="urn:microsoft.com/office/officeart/2016/7/layout/BasicLinearProcessNumbered"/>
    <dgm:cxn modelId="{2437691F-1E45-4BD7-9518-26159966F952}" type="presOf" srcId="{8490046F-0723-4FE8-9FDF-8342D0774ACA}" destId="{180DAA08-B948-4299-99BF-FD6399A65582}" srcOrd="1" destOrd="0" presId="urn:microsoft.com/office/officeart/2016/7/layout/BasicLinearProcessNumbered"/>
    <dgm:cxn modelId="{63336028-7556-49D1-87BB-9A2AA0E02960}" type="presOf" srcId="{E24C590E-472F-4DFA-BC90-D99F263F8338}" destId="{180DAA08-B948-4299-99BF-FD6399A65582}" srcOrd="0" destOrd="1" presId="urn:microsoft.com/office/officeart/2016/7/layout/BasicLinearProcessNumbered"/>
    <dgm:cxn modelId="{FAE5CE2D-EA1A-428E-8D0D-75D1C7A1B0E1}" type="presOf" srcId="{97F66A0B-B15E-4075-8876-77CD2EAD90DB}" destId="{F3FC34CA-57E1-4A77-947F-62BB63875EAB}" srcOrd="0" destOrd="1" presId="urn:microsoft.com/office/officeart/2016/7/layout/BasicLinearProcessNumbered"/>
    <dgm:cxn modelId="{7C3A195C-1E86-4045-AE18-9C0090AF3C18}" type="presOf" srcId="{2E2F161E-7B01-44CB-9204-31937F96086F}" destId="{01B911CB-3952-483A-B211-7047C83C2D40}" srcOrd="0" destOrd="0" presId="urn:microsoft.com/office/officeart/2016/7/layout/BasicLinearProcessNumbered"/>
    <dgm:cxn modelId="{12DEA584-14BA-436F-9496-EAEEC1D9ACA8}" srcId="{4472E2B8-F931-4B00-8E5A-9C3E46ACBC42}" destId="{2E2F161E-7B01-44CB-9204-31937F96086F}" srcOrd="1" destOrd="0" parTransId="{2F56CF9C-F55C-4A7B-84E4-F75379833D61}" sibTransId="{3CB439C4-576F-457C-AC7A-860457D95475}"/>
    <dgm:cxn modelId="{C031008E-56BE-4CEA-B8F5-CAA835EA48FF}" srcId="{BE20EDA5-FF85-44FA-BC4C-B5E82ED28ED9}" destId="{97F66A0B-B15E-4075-8876-77CD2EAD90DB}" srcOrd="0" destOrd="0" parTransId="{7CA5A8AA-7499-4473-B288-4CBC14510A31}" sibTransId="{7BD618F0-BDD8-4315-9612-BB9145DAB199}"/>
    <dgm:cxn modelId="{36C77F97-0A98-47A8-9B9A-96C603DBAFA6}" type="presOf" srcId="{4472E2B8-F931-4B00-8E5A-9C3E46ACBC42}" destId="{18CA5A68-D8EB-4D7C-923B-9EA86041B56A}" srcOrd="0" destOrd="0" presId="urn:microsoft.com/office/officeart/2016/7/layout/BasicLinearProcessNumbered"/>
    <dgm:cxn modelId="{390C58A4-196B-46DE-B404-8E4C38057E47}" srcId="{4472E2B8-F931-4B00-8E5A-9C3E46ACBC42}" destId="{8490046F-0723-4FE8-9FDF-8342D0774ACA}" srcOrd="0" destOrd="0" parTransId="{850BDBA3-E9E2-4E4A-AC9E-002F9094611B}" sibTransId="{173EC946-CE6F-49E2-836C-4E6294E2F9B8}"/>
    <dgm:cxn modelId="{D1B4E4AD-BD85-48C0-9AF3-E3A9BBFFEB91}" type="presOf" srcId="{8490046F-0723-4FE8-9FDF-8342D0774ACA}" destId="{D8A47D44-E7B5-40AF-8B49-ECA6E268D100}" srcOrd="0" destOrd="0" presId="urn:microsoft.com/office/officeart/2016/7/layout/BasicLinearProcessNumbered"/>
    <dgm:cxn modelId="{91B956AE-74EE-46EB-A303-FE2E66B305EE}" type="presOf" srcId="{BE20EDA5-FF85-44FA-BC4C-B5E82ED28ED9}" destId="{F3FC34CA-57E1-4A77-947F-62BB63875EAB}" srcOrd="1" destOrd="0" presId="urn:microsoft.com/office/officeart/2016/7/layout/BasicLinearProcessNumbered"/>
    <dgm:cxn modelId="{7D9373AF-064B-47B4-8C49-8C266D84EC42}" type="presOf" srcId="{A3BAD9A2-AE4E-4B38-96E7-259F435B9576}" destId="{B0F181F5-7621-46EC-B9CF-76B948B54809}" srcOrd="0" destOrd="0" presId="urn:microsoft.com/office/officeart/2016/7/layout/BasicLinearProcessNumbered"/>
    <dgm:cxn modelId="{529E30BF-683D-42BE-8F8F-A12C2E2D9B1F}" srcId="{8490046F-0723-4FE8-9FDF-8342D0774ACA}" destId="{E24C590E-472F-4DFA-BC90-D99F263F8338}" srcOrd="0" destOrd="0" parTransId="{EBEA68A8-17D9-498B-B43B-0507746F2234}" sibTransId="{D4EB0FDA-7EF0-41D6-8ABF-2DAB929B98B9}"/>
    <dgm:cxn modelId="{DDDF3CCE-DE73-4CA6-83E2-3D1EAA784BE2}" type="presOf" srcId="{BE20EDA5-FF85-44FA-BC4C-B5E82ED28ED9}" destId="{6FA796ED-4F7C-4241-8659-C14003C2793B}" srcOrd="0" destOrd="0" presId="urn:microsoft.com/office/officeart/2016/7/layout/BasicLinearProcessNumbered"/>
    <dgm:cxn modelId="{7575B7DF-8CB9-49CD-B747-2BD695131FF6}" type="presOf" srcId="{2E2F161E-7B01-44CB-9204-31937F96086F}" destId="{91345B01-B0E4-4342-A460-4CBED9C1A9B1}" srcOrd="1" destOrd="0" presId="urn:microsoft.com/office/officeart/2016/7/layout/BasicLinearProcessNumbered"/>
    <dgm:cxn modelId="{B53819E7-F1F0-4883-BD57-B021A696C264}" type="presOf" srcId="{3CB439C4-576F-457C-AC7A-860457D95475}" destId="{FD335C94-7AF9-47FC-AB5F-FA90C4649FF0}" srcOrd="0" destOrd="0" presId="urn:microsoft.com/office/officeart/2016/7/layout/BasicLinearProcessNumbered"/>
    <dgm:cxn modelId="{D93F7EC3-36EC-4A96-932D-DE5CB9FE5A9D}" type="presParOf" srcId="{18CA5A68-D8EB-4D7C-923B-9EA86041B56A}" destId="{AB33FCA2-AF0A-47AD-8DB5-8E0F9770BA87}" srcOrd="0" destOrd="0" presId="urn:microsoft.com/office/officeart/2016/7/layout/BasicLinearProcessNumbered"/>
    <dgm:cxn modelId="{49EB9055-9779-4E58-976D-764B0DD5C862}" type="presParOf" srcId="{AB33FCA2-AF0A-47AD-8DB5-8E0F9770BA87}" destId="{D8A47D44-E7B5-40AF-8B49-ECA6E268D100}" srcOrd="0" destOrd="0" presId="urn:microsoft.com/office/officeart/2016/7/layout/BasicLinearProcessNumbered"/>
    <dgm:cxn modelId="{4FBE5F67-982C-4022-9905-ACF6373ADC3C}" type="presParOf" srcId="{AB33FCA2-AF0A-47AD-8DB5-8E0F9770BA87}" destId="{C68DEFDB-2958-47E0-86AB-A2219E5C0057}" srcOrd="1" destOrd="0" presId="urn:microsoft.com/office/officeart/2016/7/layout/BasicLinearProcessNumbered"/>
    <dgm:cxn modelId="{4B7F353D-64AD-473F-956E-2E22A4D1CA71}" type="presParOf" srcId="{AB33FCA2-AF0A-47AD-8DB5-8E0F9770BA87}" destId="{F59AF9A6-D592-4024-B7C9-922D38E2C7C2}" srcOrd="2" destOrd="0" presId="urn:microsoft.com/office/officeart/2016/7/layout/BasicLinearProcessNumbered"/>
    <dgm:cxn modelId="{F8D190E6-4785-43BB-8C05-DBEF14EE3ECD}" type="presParOf" srcId="{AB33FCA2-AF0A-47AD-8DB5-8E0F9770BA87}" destId="{180DAA08-B948-4299-99BF-FD6399A65582}" srcOrd="3" destOrd="0" presId="urn:microsoft.com/office/officeart/2016/7/layout/BasicLinearProcessNumbered"/>
    <dgm:cxn modelId="{85420BD8-5C2F-4A09-AFE0-AFD57AE95D50}" type="presParOf" srcId="{18CA5A68-D8EB-4D7C-923B-9EA86041B56A}" destId="{5E0C39CB-BF5B-4E76-981F-FBD57AA2776D}" srcOrd="1" destOrd="0" presId="urn:microsoft.com/office/officeart/2016/7/layout/BasicLinearProcessNumbered"/>
    <dgm:cxn modelId="{33B7DE4B-CEDC-4388-96FE-3395700B9101}" type="presParOf" srcId="{18CA5A68-D8EB-4D7C-923B-9EA86041B56A}" destId="{7F119C5D-F2F2-4345-9F08-45F8FD980EDE}" srcOrd="2" destOrd="0" presId="urn:microsoft.com/office/officeart/2016/7/layout/BasicLinearProcessNumbered"/>
    <dgm:cxn modelId="{1D27A7F5-49A7-464D-A220-0641F5F5DB68}" type="presParOf" srcId="{7F119C5D-F2F2-4345-9F08-45F8FD980EDE}" destId="{01B911CB-3952-483A-B211-7047C83C2D40}" srcOrd="0" destOrd="0" presId="urn:microsoft.com/office/officeart/2016/7/layout/BasicLinearProcessNumbered"/>
    <dgm:cxn modelId="{0E18D7CB-E1A7-454F-8B4E-A47BA6C575CE}" type="presParOf" srcId="{7F119C5D-F2F2-4345-9F08-45F8FD980EDE}" destId="{FD335C94-7AF9-47FC-AB5F-FA90C4649FF0}" srcOrd="1" destOrd="0" presId="urn:microsoft.com/office/officeart/2016/7/layout/BasicLinearProcessNumbered"/>
    <dgm:cxn modelId="{DD04689A-6591-42C9-AA65-49F2EE740F55}" type="presParOf" srcId="{7F119C5D-F2F2-4345-9F08-45F8FD980EDE}" destId="{F0A4E24B-E5B2-4060-8527-FA1ADD55C904}" srcOrd="2" destOrd="0" presId="urn:microsoft.com/office/officeart/2016/7/layout/BasicLinearProcessNumbered"/>
    <dgm:cxn modelId="{817EACD0-3C9D-41BB-9B1C-74969764AC4C}" type="presParOf" srcId="{7F119C5D-F2F2-4345-9F08-45F8FD980EDE}" destId="{91345B01-B0E4-4342-A460-4CBED9C1A9B1}" srcOrd="3" destOrd="0" presId="urn:microsoft.com/office/officeart/2016/7/layout/BasicLinearProcessNumbered"/>
    <dgm:cxn modelId="{08D1FC48-5B10-4572-8DAD-34C120B7809B}" type="presParOf" srcId="{18CA5A68-D8EB-4D7C-923B-9EA86041B56A}" destId="{BC2D1B2B-F679-46A1-8C47-8ECBC9EC9429}" srcOrd="3" destOrd="0" presId="urn:microsoft.com/office/officeart/2016/7/layout/BasicLinearProcessNumbered"/>
    <dgm:cxn modelId="{4F4DAC11-2FF2-4901-A8DE-DF430AC08BC3}" type="presParOf" srcId="{18CA5A68-D8EB-4D7C-923B-9EA86041B56A}" destId="{AFF5A1BC-D2E0-4514-88FF-DEAE467AEAD8}" srcOrd="4" destOrd="0" presId="urn:microsoft.com/office/officeart/2016/7/layout/BasicLinearProcessNumbered"/>
    <dgm:cxn modelId="{074968F3-DA6C-4058-B877-19B8DAF237CF}" type="presParOf" srcId="{AFF5A1BC-D2E0-4514-88FF-DEAE467AEAD8}" destId="{6FA796ED-4F7C-4241-8659-C14003C2793B}" srcOrd="0" destOrd="0" presId="urn:microsoft.com/office/officeart/2016/7/layout/BasicLinearProcessNumbered"/>
    <dgm:cxn modelId="{ECEB292F-C468-4953-AECF-6BBA82A41AA6}" type="presParOf" srcId="{AFF5A1BC-D2E0-4514-88FF-DEAE467AEAD8}" destId="{B0F181F5-7621-46EC-B9CF-76B948B54809}" srcOrd="1" destOrd="0" presId="urn:microsoft.com/office/officeart/2016/7/layout/BasicLinearProcessNumbered"/>
    <dgm:cxn modelId="{0949737F-58D2-4D53-BCFA-A578ACE4B231}" type="presParOf" srcId="{AFF5A1BC-D2E0-4514-88FF-DEAE467AEAD8}" destId="{E709C87B-B435-4541-B502-24E3E85F928D}" srcOrd="2" destOrd="0" presId="urn:microsoft.com/office/officeart/2016/7/layout/BasicLinearProcessNumbered"/>
    <dgm:cxn modelId="{19DE4A90-27CB-4919-AB9B-976BF54AC8F9}" type="presParOf" srcId="{AFF5A1BC-D2E0-4514-88FF-DEAE467AEAD8}" destId="{F3FC34CA-57E1-4A77-947F-62BB63875EAB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6E11FA-D26A-4F54-955E-290CE0B3CA76}">
      <dsp:nvSpPr>
        <dsp:cNvPr id="0" name=""/>
        <dsp:cNvSpPr/>
      </dsp:nvSpPr>
      <dsp:spPr>
        <a:xfrm>
          <a:off x="0" y="473"/>
          <a:ext cx="10608000" cy="1108438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844373-85B0-4E68-BC31-D93493154AD1}">
      <dsp:nvSpPr>
        <dsp:cNvPr id="0" name=""/>
        <dsp:cNvSpPr/>
      </dsp:nvSpPr>
      <dsp:spPr>
        <a:xfrm>
          <a:off x="335302" y="249872"/>
          <a:ext cx="609641" cy="60964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236C2D-A2AB-4E36-8E53-661A86AC060A}">
      <dsp:nvSpPr>
        <dsp:cNvPr id="0" name=""/>
        <dsp:cNvSpPr/>
      </dsp:nvSpPr>
      <dsp:spPr>
        <a:xfrm>
          <a:off x="1280246" y="473"/>
          <a:ext cx="9327753" cy="11084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10" tIns="117310" rIns="117310" bIns="11731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RDM involves planning, collecting, documenting, storing, sharing, and preserving research data throughout its lifecycle.</a:t>
          </a:r>
        </a:p>
      </dsp:txBody>
      <dsp:txXfrm>
        <a:off x="1280246" y="473"/>
        <a:ext cx="9327753" cy="1108438"/>
      </dsp:txXfrm>
    </dsp:sp>
    <dsp:sp modelId="{5393663A-C6AA-49C0-BD62-EBBED8AFF841}">
      <dsp:nvSpPr>
        <dsp:cNvPr id="0" name=""/>
        <dsp:cNvSpPr/>
      </dsp:nvSpPr>
      <dsp:spPr>
        <a:xfrm>
          <a:off x="0" y="1386022"/>
          <a:ext cx="10608000" cy="1108438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1537BB-8E95-48E6-AE54-2600E36E0F90}">
      <dsp:nvSpPr>
        <dsp:cNvPr id="0" name=""/>
        <dsp:cNvSpPr/>
      </dsp:nvSpPr>
      <dsp:spPr>
        <a:xfrm>
          <a:off x="335302" y="1635420"/>
          <a:ext cx="609641" cy="60964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E0E998-35BC-45EC-8633-AA9C274D033D}">
      <dsp:nvSpPr>
        <dsp:cNvPr id="0" name=""/>
        <dsp:cNvSpPr/>
      </dsp:nvSpPr>
      <dsp:spPr>
        <a:xfrm>
          <a:off x="1280246" y="1386022"/>
          <a:ext cx="9327753" cy="11084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10" tIns="117310" rIns="117310" bIns="11731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RDM practices promote reproducibility of research and facilitate collaboration among scientists.</a:t>
          </a:r>
        </a:p>
      </dsp:txBody>
      <dsp:txXfrm>
        <a:off x="1280246" y="1386022"/>
        <a:ext cx="9327753" cy="1108438"/>
      </dsp:txXfrm>
    </dsp:sp>
    <dsp:sp modelId="{A8A5DD11-9F4B-4D95-A138-A1B6D6705407}">
      <dsp:nvSpPr>
        <dsp:cNvPr id="0" name=""/>
        <dsp:cNvSpPr/>
      </dsp:nvSpPr>
      <dsp:spPr>
        <a:xfrm>
          <a:off x="0" y="2771570"/>
          <a:ext cx="10608000" cy="1108438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2C7A7C-A75C-45DC-9A47-B2F8F3C3204A}">
      <dsp:nvSpPr>
        <dsp:cNvPr id="0" name=""/>
        <dsp:cNvSpPr/>
      </dsp:nvSpPr>
      <dsp:spPr>
        <a:xfrm>
          <a:off x="335302" y="3020969"/>
          <a:ext cx="609641" cy="60964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BB8FCF-2E20-4255-9CFE-174581237F2B}">
      <dsp:nvSpPr>
        <dsp:cNvPr id="0" name=""/>
        <dsp:cNvSpPr/>
      </dsp:nvSpPr>
      <dsp:spPr>
        <a:xfrm>
          <a:off x="1280246" y="2771570"/>
          <a:ext cx="9327753" cy="11084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10" tIns="117310" rIns="117310" bIns="11731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RDM starts before data collection and continues after project completion, ensuring ongoing data integrity.</a:t>
          </a:r>
        </a:p>
      </dsp:txBody>
      <dsp:txXfrm>
        <a:off x="1280246" y="2771570"/>
        <a:ext cx="9327753" cy="11084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48A8D3-FCC7-45C5-A045-49CB86F5EFA8}">
      <dsp:nvSpPr>
        <dsp:cNvPr id="0" name=""/>
        <dsp:cNvSpPr/>
      </dsp:nvSpPr>
      <dsp:spPr>
        <a:xfrm>
          <a:off x="2622413" y="1245190"/>
          <a:ext cx="1595173" cy="15953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E96EB48-9F85-4910-8988-3A0AA710D7AD}">
      <dsp:nvSpPr>
        <dsp:cNvPr id="0" name=""/>
        <dsp:cNvSpPr/>
      </dsp:nvSpPr>
      <dsp:spPr>
        <a:xfrm>
          <a:off x="2506098" y="0"/>
          <a:ext cx="1827803" cy="97815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Data summary / description</a:t>
          </a:r>
          <a:endParaRPr lang="en-BE" sz="1400" b="1" kern="1200" dirty="0"/>
        </a:p>
      </dsp:txBody>
      <dsp:txXfrm>
        <a:off x="2506098" y="0"/>
        <a:ext cx="1827803" cy="978154"/>
      </dsp:txXfrm>
    </dsp:sp>
    <dsp:sp modelId="{A64A58E8-A03A-4D8C-B7B0-03C549EE4649}">
      <dsp:nvSpPr>
        <dsp:cNvPr id="0" name=""/>
        <dsp:cNvSpPr/>
      </dsp:nvSpPr>
      <dsp:spPr>
        <a:xfrm>
          <a:off x="3090330" y="1470165"/>
          <a:ext cx="1595173" cy="15953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AE42488-5BA9-48E1-BD4F-1DF5DE76FAED}">
      <dsp:nvSpPr>
        <dsp:cNvPr id="0" name=""/>
        <dsp:cNvSpPr/>
      </dsp:nvSpPr>
      <dsp:spPr>
        <a:xfrm>
          <a:off x="4882242" y="929246"/>
          <a:ext cx="1728104" cy="10759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Ethical and legal issues</a:t>
          </a:r>
          <a:endParaRPr lang="en-US" sz="1400" b="1" kern="1200" dirty="0"/>
        </a:p>
      </dsp:txBody>
      <dsp:txXfrm>
        <a:off x="4882242" y="929246"/>
        <a:ext cx="1728104" cy="1075969"/>
      </dsp:txXfrm>
    </dsp:sp>
    <dsp:sp modelId="{9B5EDE38-80F6-4F76-AB45-F0FC6E6AEC94}">
      <dsp:nvSpPr>
        <dsp:cNvPr id="0" name=""/>
        <dsp:cNvSpPr/>
      </dsp:nvSpPr>
      <dsp:spPr>
        <a:xfrm>
          <a:off x="3205316" y="1976360"/>
          <a:ext cx="1595173" cy="15953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6AFA8C0-C12C-4987-8D0B-CE48A91CC1BA}">
      <dsp:nvSpPr>
        <dsp:cNvPr id="0" name=""/>
        <dsp:cNvSpPr/>
      </dsp:nvSpPr>
      <dsp:spPr>
        <a:xfrm>
          <a:off x="5048406" y="2298661"/>
          <a:ext cx="1694871" cy="114933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Documentation and metadata</a:t>
          </a:r>
          <a:endParaRPr lang="en-US" sz="1400" b="1" kern="1200" dirty="0"/>
        </a:p>
      </dsp:txBody>
      <dsp:txXfrm>
        <a:off x="5048406" y="2298661"/>
        <a:ext cx="1694871" cy="1149330"/>
      </dsp:txXfrm>
    </dsp:sp>
    <dsp:sp modelId="{1DBB1079-7304-46F9-94EF-CB41E22345BC}">
      <dsp:nvSpPr>
        <dsp:cNvPr id="0" name=""/>
        <dsp:cNvSpPr/>
      </dsp:nvSpPr>
      <dsp:spPr>
        <a:xfrm>
          <a:off x="2881628" y="2382294"/>
          <a:ext cx="1595173" cy="15953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B57FF16-D211-4AD9-BC50-AE09F0210615}">
      <dsp:nvSpPr>
        <dsp:cNvPr id="0" name=""/>
        <dsp:cNvSpPr/>
      </dsp:nvSpPr>
      <dsp:spPr>
        <a:xfrm>
          <a:off x="4317285" y="3839254"/>
          <a:ext cx="1827803" cy="105151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Resources and Responsibilities</a:t>
          </a:r>
          <a:endParaRPr lang="en-US" sz="1400" b="1" kern="1200" dirty="0"/>
        </a:p>
      </dsp:txBody>
      <dsp:txXfrm>
        <a:off x="4317285" y="3839254"/>
        <a:ext cx="1827803" cy="1051515"/>
      </dsp:txXfrm>
    </dsp:sp>
    <dsp:sp modelId="{CA0AB2AA-07E7-454C-84A0-206BF1822B22}">
      <dsp:nvSpPr>
        <dsp:cNvPr id="0" name=""/>
        <dsp:cNvSpPr/>
      </dsp:nvSpPr>
      <dsp:spPr>
        <a:xfrm>
          <a:off x="2363197" y="2382294"/>
          <a:ext cx="1595173" cy="15953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C910D8B-DE83-4DAE-91BC-4C54EC7D3262}">
      <dsp:nvSpPr>
        <dsp:cNvPr id="0" name=""/>
        <dsp:cNvSpPr/>
      </dsp:nvSpPr>
      <dsp:spPr>
        <a:xfrm>
          <a:off x="694911" y="3839254"/>
          <a:ext cx="1827803" cy="105151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/>
            <a:t>Data sharing and reuse</a:t>
          </a:r>
        </a:p>
      </dsp:txBody>
      <dsp:txXfrm>
        <a:off x="694911" y="3839254"/>
        <a:ext cx="1827803" cy="1051515"/>
      </dsp:txXfrm>
    </dsp:sp>
    <dsp:sp modelId="{42B34CC6-03A0-42B6-81D3-C7CA7448D9BA}">
      <dsp:nvSpPr>
        <dsp:cNvPr id="0" name=""/>
        <dsp:cNvSpPr/>
      </dsp:nvSpPr>
      <dsp:spPr>
        <a:xfrm>
          <a:off x="2039510" y="1976360"/>
          <a:ext cx="1595173" cy="15953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92FF974-EBFB-4765-BB71-1352F8B53CAB}">
      <dsp:nvSpPr>
        <dsp:cNvPr id="0" name=""/>
        <dsp:cNvSpPr/>
      </dsp:nvSpPr>
      <dsp:spPr>
        <a:xfrm>
          <a:off x="96721" y="2298661"/>
          <a:ext cx="1694871" cy="114933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Data storage during the project</a:t>
          </a:r>
          <a:endParaRPr lang="en-US" sz="1400" kern="1200" dirty="0"/>
        </a:p>
      </dsp:txBody>
      <dsp:txXfrm>
        <a:off x="96721" y="2298661"/>
        <a:ext cx="1694871" cy="1149330"/>
      </dsp:txXfrm>
    </dsp:sp>
    <dsp:sp modelId="{16DBED2C-E430-4F26-A050-03A6E5151F75}">
      <dsp:nvSpPr>
        <dsp:cNvPr id="0" name=""/>
        <dsp:cNvSpPr/>
      </dsp:nvSpPr>
      <dsp:spPr>
        <a:xfrm>
          <a:off x="2154495" y="1470165"/>
          <a:ext cx="1595173" cy="15953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15046DC-8FDF-4682-B9E7-E1EA1A898E7A}">
      <dsp:nvSpPr>
        <dsp:cNvPr id="0" name=""/>
        <dsp:cNvSpPr/>
      </dsp:nvSpPr>
      <dsp:spPr>
        <a:xfrm>
          <a:off x="229652" y="929246"/>
          <a:ext cx="1728104" cy="10759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Long-term preservation</a:t>
          </a:r>
          <a:endParaRPr lang="en-US" sz="1400" kern="1200" dirty="0"/>
        </a:p>
      </dsp:txBody>
      <dsp:txXfrm>
        <a:off x="229652" y="929246"/>
        <a:ext cx="1728104" cy="10759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48A8D3-FCC7-45C5-A045-49CB86F5EFA8}">
      <dsp:nvSpPr>
        <dsp:cNvPr id="0" name=""/>
        <dsp:cNvSpPr/>
      </dsp:nvSpPr>
      <dsp:spPr>
        <a:xfrm>
          <a:off x="2622413" y="1245190"/>
          <a:ext cx="1595173" cy="15953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E96EB48-9F85-4910-8988-3A0AA710D7AD}">
      <dsp:nvSpPr>
        <dsp:cNvPr id="0" name=""/>
        <dsp:cNvSpPr/>
      </dsp:nvSpPr>
      <dsp:spPr>
        <a:xfrm>
          <a:off x="2506098" y="0"/>
          <a:ext cx="1827803" cy="97815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/>
            <a:t>Data summary / description</a:t>
          </a:r>
          <a:endParaRPr lang="en-BE" sz="1400" b="1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/>
            <a:t>Purpose, origin, type, format &amp; volume of the data</a:t>
          </a:r>
        </a:p>
      </dsp:txBody>
      <dsp:txXfrm>
        <a:off x="2506098" y="0"/>
        <a:ext cx="1827803" cy="978154"/>
      </dsp:txXfrm>
    </dsp:sp>
    <dsp:sp modelId="{A64A58E8-A03A-4D8C-B7B0-03C549EE4649}">
      <dsp:nvSpPr>
        <dsp:cNvPr id="0" name=""/>
        <dsp:cNvSpPr/>
      </dsp:nvSpPr>
      <dsp:spPr>
        <a:xfrm>
          <a:off x="3090330" y="1470165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AE42488-5BA9-48E1-BD4F-1DF5DE76FAED}">
      <dsp:nvSpPr>
        <dsp:cNvPr id="0" name=""/>
        <dsp:cNvSpPr/>
      </dsp:nvSpPr>
      <dsp:spPr>
        <a:xfrm>
          <a:off x="4882242" y="929246"/>
          <a:ext cx="1728104" cy="10759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Ethical and legal issues</a:t>
          </a:r>
        </a:p>
      </dsp:txBody>
      <dsp:txXfrm>
        <a:off x="4882242" y="929246"/>
        <a:ext cx="1728104" cy="1075969"/>
      </dsp:txXfrm>
    </dsp:sp>
    <dsp:sp modelId="{9B5EDE38-80F6-4F76-AB45-F0FC6E6AEC94}">
      <dsp:nvSpPr>
        <dsp:cNvPr id="0" name=""/>
        <dsp:cNvSpPr/>
      </dsp:nvSpPr>
      <dsp:spPr>
        <a:xfrm>
          <a:off x="3205316" y="1976360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6AFA8C0-C12C-4987-8D0B-CE48A91CC1BA}">
      <dsp:nvSpPr>
        <dsp:cNvPr id="0" name=""/>
        <dsp:cNvSpPr/>
      </dsp:nvSpPr>
      <dsp:spPr>
        <a:xfrm>
          <a:off x="5048406" y="2298661"/>
          <a:ext cx="1694871" cy="114933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Documentation and metadata</a:t>
          </a:r>
        </a:p>
      </dsp:txBody>
      <dsp:txXfrm>
        <a:off x="5048406" y="2298661"/>
        <a:ext cx="1694871" cy="1149330"/>
      </dsp:txXfrm>
    </dsp:sp>
    <dsp:sp modelId="{1DBB1079-7304-46F9-94EF-CB41E22345BC}">
      <dsp:nvSpPr>
        <dsp:cNvPr id="0" name=""/>
        <dsp:cNvSpPr/>
      </dsp:nvSpPr>
      <dsp:spPr>
        <a:xfrm>
          <a:off x="2881628" y="2382294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B57FF16-D211-4AD9-BC50-AE09F0210615}">
      <dsp:nvSpPr>
        <dsp:cNvPr id="0" name=""/>
        <dsp:cNvSpPr/>
      </dsp:nvSpPr>
      <dsp:spPr>
        <a:xfrm>
          <a:off x="4317285" y="3839254"/>
          <a:ext cx="1827803" cy="105151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>
              <a:solidFill>
                <a:schemeClr val="bg1">
                  <a:lumMod val="65000"/>
                </a:schemeClr>
              </a:solidFill>
            </a:rPr>
            <a:t>Resources and Responsibilities</a:t>
          </a:r>
          <a:endParaRPr lang="en-US" sz="1400" b="0" kern="1200" dirty="0">
            <a:solidFill>
              <a:schemeClr val="bg1">
                <a:lumMod val="65000"/>
              </a:schemeClr>
            </a:solidFill>
          </a:endParaRPr>
        </a:p>
      </dsp:txBody>
      <dsp:txXfrm>
        <a:off x="4317285" y="3839254"/>
        <a:ext cx="1827803" cy="1051515"/>
      </dsp:txXfrm>
    </dsp:sp>
    <dsp:sp modelId="{CA0AB2AA-07E7-454C-84A0-206BF1822B22}">
      <dsp:nvSpPr>
        <dsp:cNvPr id="0" name=""/>
        <dsp:cNvSpPr/>
      </dsp:nvSpPr>
      <dsp:spPr>
        <a:xfrm>
          <a:off x="2363197" y="2382294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C910D8B-DE83-4DAE-91BC-4C54EC7D3262}">
      <dsp:nvSpPr>
        <dsp:cNvPr id="0" name=""/>
        <dsp:cNvSpPr/>
      </dsp:nvSpPr>
      <dsp:spPr>
        <a:xfrm>
          <a:off x="694911" y="3839254"/>
          <a:ext cx="1827803" cy="105151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Data sharing and reuse</a:t>
          </a:r>
        </a:p>
      </dsp:txBody>
      <dsp:txXfrm>
        <a:off x="694911" y="3839254"/>
        <a:ext cx="1827803" cy="1051515"/>
      </dsp:txXfrm>
    </dsp:sp>
    <dsp:sp modelId="{42B34CC6-03A0-42B6-81D3-C7CA7448D9BA}">
      <dsp:nvSpPr>
        <dsp:cNvPr id="0" name=""/>
        <dsp:cNvSpPr/>
      </dsp:nvSpPr>
      <dsp:spPr>
        <a:xfrm>
          <a:off x="2039510" y="1976360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92FF974-EBFB-4765-BB71-1352F8B53CAB}">
      <dsp:nvSpPr>
        <dsp:cNvPr id="0" name=""/>
        <dsp:cNvSpPr/>
      </dsp:nvSpPr>
      <dsp:spPr>
        <a:xfrm>
          <a:off x="96721" y="2298661"/>
          <a:ext cx="1694871" cy="114933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>
              <a:solidFill>
                <a:schemeClr val="bg1">
                  <a:lumMod val="65000"/>
                </a:schemeClr>
              </a:solidFill>
            </a:rPr>
            <a:t>Data storage during the project</a:t>
          </a:r>
        </a:p>
      </dsp:txBody>
      <dsp:txXfrm>
        <a:off x="96721" y="2298661"/>
        <a:ext cx="1694871" cy="1149330"/>
      </dsp:txXfrm>
    </dsp:sp>
    <dsp:sp modelId="{16DBED2C-E430-4F26-A050-03A6E5151F75}">
      <dsp:nvSpPr>
        <dsp:cNvPr id="0" name=""/>
        <dsp:cNvSpPr/>
      </dsp:nvSpPr>
      <dsp:spPr>
        <a:xfrm>
          <a:off x="2154495" y="1470165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15046DC-8FDF-4682-B9E7-E1EA1A898E7A}">
      <dsp:nvSpPr>
        <dsp:cNvPr id="0" name=""/>
        <dsp:cNvSpPr/>
      </dsp:nvSpPr>
      <dsp:spPr>
        <a:xfrm>
          <a:off x="229652" y="929246"/>
          <a:ext cx="1728104" cy="10759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>
              <a:solidFill>
                <a:schemeClr val="bg1">
                  <a:lumMod val="65000"/>
                </a:schemeClr>
              </a:solidFill>
            </a:rPr>
            <a:t>Long-term preservation</a:t>
          </a:r>
        </a:p>
      </dsp:txBody>
      <dsp:txXfrm>
        <a:off x="229652" y="929246"/>
        <a:ext cx="1728104" cy="107596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48A8D3-FCC7-45C5-A045-49CB86F5EFA8}">
      <dsp:nvSpPr>
        <dsp:cNvPr id="0" name=""/>
        <dsp:cNvSpPr/>
      </dsp:nvSpPr>
      <dsp:spPr>
        <a:xfrm>
          <a:off x="2622413" y="1245190"/>
          <a:ext cx="1595173" cy="15953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E96EB48-9F85-4910-8988-3A0AA710D7AD}">
      <dsp:nvSpPr>
        <dsp:cNvPr id="0" name=""/>
        <dsp:cNvSpPr/>
      </dsp:nvSpPr>
      <dsp:spPr>
        <a:xfrm>
          <a:off x="2506098" y="0"/>
          <a:ext cx="1827803" cy="97815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/>
            <a:t>Data summary / description</a:t>
          </a:r>
          <a:endParaRPr lang="en-BE" sz="1400" b="1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/>
            <a:t>Purpose, origin, type, format &amp; volume of the data</a:t>
          </a:r>
        </a:p>
      </dsp:txBody>
      <dsp:txXfrm>
        <a:off x="2506098" y="0"/>
        <a:ext cx="1827803" cy="978154"/>
      </dsp:txXfrm>
    </dsp:sp>
    <dsp:sp modelId="{A64A58E8-A03A-4D8C-B7B0-03C549EE4649}">
      <dsp:nvSpPr>
        <dsp:cNvPr id="0" name=""/>
        <dsp:cNvSpPr/>
      </dsp:nvSpPr>
      <dsp:spPr>
        <a:xfrm>
          <a:off x="3090330" y="1470165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AE42488-5BA9-48E1-BD4F-1DF5DE76FAED}">
      <dsp:nvSpPr>
        <dsp:cNvPr id="0" name=""/>
        <dsp:cNvSpPr/>
      </dsp:nvSpPr>
      <dsp:spPr>
        <a:xfrm>
          <a:off x="4882242" y="929246"/>
          <a:ext cx="1728104" cy="10759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Ethical and legal issues</a:t>
          </a:r>
        </a:p>
      </dsp:txBody>
      <dsp:txXfrm>
        <a:off x="4882242" y="929246"/>
        <a:ext cx="1728104" cy="1075969"/>
      </dsp:txXfrm>
    </dsp:sp>
    <dsp:sp modelId="{9B5EDE38-80F6-4F76-AB45-F0FC6E6AEC94}">
      <dsp:nvSpPr>
        <dsp:cNvPr id="0" name=""/>
        <dsp:cNvSpPr/>
      </dsp:nvSpPr>
      <dsp:spPr>
        <a:xfrm>
          <a:off x="3205316" y="1976360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6AFA8C0-C12C-4987-8D0B-CE48A91CC1BA}">
      <dsp:nvSpPr>
        <dsp:cNvPr id="0" name=""/>
        <dsp:cNvSpPr/>
      </dsp:nvSpPr>
      <dsp:spPr>
        <a:xfrm>
          <a:off x="5048406" y="2298661"/>
          <a:ext cx="1694871" cy="114933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Documentation and metadata</a:t>
          </a:r>
        </a:p>
      </dsp:txBody>
      <dsp:txXfrm>
        <a:off x="5048406" y="2298661"/>
        <a:ext cx="1694871" cy="1149330"/>
      </dsp:txXfrm>
    </dsp:sp>
    <dsp:sp modelId="{1DBB1079-7304-46F9-94EF-CB41E22345BC}">
      <dsp:nvSpPr>
        <dsp:cNvPr id="0" name=""/>
        <dsp:cNvSpPr/>
      </dsp:nvSpPr>
      <dsp:spPr>
        <a:xfrm>
          <a:off x="2881628" y="2382294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B57FF16-D211-4AD9-BC50-AE09F0210615}">
      <dsp:nvSpPr>
        <dsp:cNvPr id="0" name=""/>
        <dsp:cNvSpPr/>
      </dsp:nvSpPr>
      <dsp:spPr>
        <a:xfrm>
          <a:off x="4317285" y="3839254"/>
          <a:ext cx="1827803" cy="105151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>
              <a:solidFill>
                <a:schemeClr val="bg1">
                  <a:lumMod val="65000"/>
                </a:schemeClr>
              </a:solidFill>
            </a:rPr>
            <a:t>Resources and Responsibilities</a:t>
          </a:r>
          <a:endParaRPr lang="en-US" sz="1400" b="0" kern="1200" dirty="0">
            <a:solidFill>
              <a:schemeClr val="bg1">
                <a:lumMod val="65000"/>
              </a:schemeClr>
            </a:solidFill>
          </a:endParaRPr>
        </a:p>
      </dsp:txBody>
      <dsp:txXfrm>
        <a:off x="4317285" y="3839254"/>
        <a:ext cx="1827803" cy="1051515"/>
      </dsp:txXfrm>
    </dsp:sp>
    <dsp:sp modelId="{CA0AB2AA-07E7-454C-84A0-206BF1822B22}">
      <dsp:nvSpPr>
        <dsp:cNvPr id="0" name=""/>
        <dsp:cNvSpPr/>
      </dsp:nvSpPr>
      <dsp:spPr>
        <a:xfrm>
          <a:off x="2363197" y="2382294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C910D8B-DE83-4DAE-91BC-4C54EC7D3262}">
      <dsp:nvSpPr>
        <dsp:cNvPr id="0" name=""/>
        <dsp:cNvSpPr/>
      </dsp:nvSpPr>
      <dsp:spPr>
        <a:xfrm>
          <a:off x="694911" y="3839254"/>
          <a:ext cx="1827803" cy="105151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Data sharing and reuse</a:t>
          </a:r>
        </a:p>
      </dsp:txBody>
      <dsp:txXfrm>
        <a:off x="694911" y="3839254"/>
        <a:ext cx="1827803" cy="1051515"/>
      </dsp:txXfrm>
    </dsp:sp>
    <dsp:sp modelId="{42B34CC6-03A0-42B6-81D3-C7CA7448D9BA}">
      <dsp:nvSpPr>
        <dsp:cNvPr id="0" name=""/>
        <dsp:cNvSpPr/>
      </dsp:nvSpPr>
      <dsp:spPr>
        <a:xfrm>
          <a:off x="2039510" y="1976360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92FF974-EBFB-4765-BB71-1352F8B53CAB}">
      <dsp:nvSpPr>
        <dsp:cNvPr id="0" name=""/>
        <dsp:cNvSpPr/>
      </dsp:nvSpPr>
      <dsp:spPr>
        <a:xfrm>
          <a:off x="96721" y="2298661"/>
          <a:ext cx="1694871" cy="114933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>
              <a:solidFill>
                <a:schemeClr val="bg1">
                  <a:lumMod val="65000"/>
                </a:schemeClr>
              </a:solidFill>
            </a:rPr>
            <a:t>Data storage during the project</a:t>
          </a:r>
        </a:p>
      </dsp:txBody>
      <dsp:txXfrm>
        <a:off x="96721" y="2298661"/>
        <a:ext cx="1694871" cy="1149330"/>
      </dsp:txXfrm>
    </dsp:sp>
    <dsp:sp modelId="{16DBED2C-E430-4F26-A050-03A6E5151F75}">
      <dsp:nvSpPr>
        <dsp:cNvPr id="0" name=""/>
        <dsp:cNvSpPr/>
      </dsp:nvSpPr>
      <dsp:spPr>
        <a:xfrm>
          <a:off x="2154495" y="1470165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15046DC-8FDF-4682-B9E7-E1EA1A898E7A}">
      <dsp:nvSpPr>
        <dsp:cNvPr id="0" name=""/>
        <dsp:cNvSpPr/>
      </dsp:nvSpPr>
      <dsp:spPr>
        <a:xfrm>
          <a:off x="229652" y="929246"/>
          <a:ext cx="1728104" cy="10759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>
              <a:solidFill>
                <a:schemeClr val="bg1">
                  <a:lumMod val="65000"/>
                </a:schemeClr>
              </a:solidFill>
            </a:rPr>
            <a:t>Long-term preservation</a:t>
          </a:r>
        </a:p>
      </dsp:txBody>
      <dsp:txXfrm>
        <a:off x="229652" y="929246"/>
        <a:ext cx="1728104" cy="107596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48A8D3-FCC7-45C5-A045-49CB86F5EFA8}">
      <dsp:nvSpPr>
        <dsp:cNvPr id="0" name=""/>
        <dsp:cNvSpPr/>
      </dsp:nvSpPr>
      <dsp:spPr>
        <a:xfrm>
          <a:off x="2622413" y="1245190"/>
          <a:ext cx="1595173" cy="15953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E96EB48-9F85-4910-8988-3A0AA710D7AD}">
      <dsp:nvSpPr>
        <dsp:cNvPr id="0" name=""/>
        <dsp:cNvSpPr/>
      </dsp:nvSpPr>
      <dsp:spPr>
        <a:xfrm>
          <a:off x="2506098" y="0"/>
          <a:ext cx="1827803" cy="97815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/>
            <a:t>Data summary / description</a:t>
          </a:r>
          <a:endParaRPr lang="en-BE" sz="1400" b="1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/>
            <a:t>Purpose, origin, type, format &amp; volume of the data</a:t>
          </a:r>
        </a:p>
      </dsp:txBody>
      <dsp:txXfrm>
        <a:off x="2506098" y="0"/>
        <a:ext cx="1827803" cy="978154"/>
      </dsp:txXfrm>
    </dsp:sp>
    <dsp:sp modelId="{A64A58E8-A03A-4D8C-B7B0-03C549EE4649}">
      <dsp:nvSpPr>
        <dsp:cNvPr id="0" name=""/>
        <dsp:cNvSpPr/>
      </dsp:nvSpPr>
      <dsp:spPr>
        <a:xfrm>
          <a:off x="3090330" y="1470165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AE42488-5BA9-48E1-BD4F-1DF5DE76FAED}">
      <dsp:nvSpPr>
        <dsp:cNvPr id="0" name=""/>
        <dsp:cNvSpPr/>
      </dsp:nvSpPr>
      <dsp:spPr>
        <a:xfrm>
          <a:off x="4882242" y="929246"/>
          <a:ext cx="1728104" cy="10759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Ethical and legal issues</a:t>
          </a:r>
        </a:p>
      </dsp:txBody>
      <dsp:txXfrm>
        <a:off x="4882242" y="929246"/>
        <a:ext cx="1728104" cy="1075969"/>
      </dsp:txXfrm>
    </dsp:sp>
    <dsp:sp modelId="{9B5EDE38-80F6-4F76-AB45-F0FC6E6AEC94}">
      <dsp:nvSpPr>
        <dsp:cNvPr id="0" name=""/>
        <dsp:cNvSpPr/>
      </dsp:nvSpPr>
      <dsp:spPr>
        <a:xfrm>
          <a:off x="3205316" y="1976360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6AFA8C0-C12C-4987-8D0B-CE48A91CC1BA}">
      <dsp:nvSpPr>
        <dsp:cNvPr id="0" name=""/>
        <dsp:cNvSpPr/>
      </dsp:nvSpPr>
      <dsp:spPr>
        <a:xfrm>
          <a:off x="5048406" y="2298661"/>
          <a:ext cx="1694871" cy="114933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Documentation and metadata</a:t>
          </a:r>
        </a:p>
      </dsp:txBody>
      <dsp:txXfrm>
        <a:off x="5048406" y="2298661"/>
        <a:ext cx="1694871" cy="1149330"/>
      </dsp:txXfrm>
    </dsp:sp>
    <dsp:sp modelId="{1DBB1079-7304-46F9-94EF-CB41E22345BC}">
      <dsp:nvSpPr>
        <dsp:cNvPr id="0" name=""/>
        <dsp:cNvSpPr/>
      </dsp:nvSpPr>
      <dsp:spPr>
        <a:xfrm>
          <a:off x="2881628" y="2382294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B57FF16-D211-4AD9-BC50-AE09F0210615}">
      <dsp:nvSpPr>
        <dsp:cNvPr id="0" name=""/>
        <dsp:cNvSpPr/>
      </dsp:nvSpPr>
      <dsp:spPr>
        <a:xfrm>
          <a:off x="4317285" y="3839254"/>
          <a:ext cx="1827803" cy="105151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>
              <a:solidFill>
                <a:schemeClr val="bg1">
                  <a:lumMod val="65000"/>
                </a:schemeClr>
              </a:solidFill>
            </a:rPr>
            <a:t>Resources and Responsibilities</a:t>
          </a:r>
          <a:endParaRPr lang="en-US" sz="1400" b="0" kern="1200" dirty="0">
            <a:solidFill>
              <a:schemeClr val="bg1">
                <a:lumMod val="65000"/>
              </a:schemeClr>
            </a:solidFill>
          </a:endParaRPr>
        </a:p>
      </dsp:txBody>
      <dsp:txXfrm>
        <a:off x="4317285" y="3839254"/>
        <a:ext cx="1827803" cy="1051515"/>
      </dsp:txXfrm>
    </dsp:sp>
    <dsp:sp modelId="{CA0AB2AA-07E7-454C-84A0-206BF1822B22}">
      <dsp:nvSpPr>
        <dsp:cNvPr id="0" name=""/>
        <dsp:cNvSpPr/>
      </dsp:nvSpPr>
      <dsp:spPr>
        <a:xfrm>
          <a:off x="2363197" y="2382294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C910D8B-DE83-4DAE-91BC-4C54EC7D3262}">
      <dsp:nvSpPr>
        <dsp:cNvPr id="0" name=""/>
        <dsp:cNvSpPr/>
      </dsp:nvSpPr>
      <dsp:spPr>
        <a:xfrm>
          <a:off x="694911" y="3839254"/>
          <a:ext cx="1827803" cy="105151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Data sharing and reuse</a:t>
          </a:r>
        </a:p>
      </dsp:txBody>
      <dsp:txXfrm>
        <a:off x="694911" y="3839254"/>
        <a:ext cx="1827803" cy="1051515"/>
      </dsp:txXfrm>
    </dsp:sp>
    <dsp:sp modelId="{42B34CC6-03A0-42B6-81D3-C7CA7448D9BA}">
      <dsp:nvSpPr>
        <dsp:cNvPr id="0" name=""/>
        <dsp:cNvSpPr/>
      </dsp:nvSpPr>
      <dsp:spPr>
        <a:xfrm>
          <a:off x="2039510" y="1976360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92FF974-EBFB-4765-BB71-1352F8B53CAB}">
      <dsp:nvSpPr>
        <dsp:cNvPr id="0" name=""/>
        <dsp:cNvSpPr/>
      </dsp:nvSpPr>
      <dsp:spPr>
        <a:xfrm>
          <a:off x="96721" y="2298661"/>
          <a:ext cx="1694871" cy="114933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>
              <a:solidFill>
                <a:schemeClr val="bg1">
                  <a:lumMod val="65000"/>
                </a:schemeClr>
              </a:solidFill>
            </a:rPr>
            <a:t>Data storage during the project</a:t>
          </a:r>
        </a:p>
      </dsp:txBody>
      <dsp:txXfrm>
        <a:off x="96721" y="2298661"/>
        <a:ext cx="1694871" cy="1149330"/>
      </dsp:txXfrm>
    </dsp:sp>
    <dsp:sp modelId="{16DBED2C-E430-4F26-A050-03A6E5151F75}">
      <dsp:nvSpPr>
        <dsp:cNvPr id="0" name=""/>
        <dsp:cNvSpPr/>
      </dsp:nvSpPr>
      <dsp:spPr>
        <a:xfrm>
          <a:off x="2154495" y="1470165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15046DC-8FDF-4682-B9E7-E1EA1A898E7A}">
      <dsp:nvSpPr>
        <dsp:cNvPr id="0" name=""/>
        <dsp:cNvSpPr/>
      </dsp:nvSpPr>
      <dsp:spPr>
        <a:xfrm>
          <a:off x="229652" y="929246"/>
          <a:ext cx="1728104" cy="10759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>
              <a:solidFill>
                <a:schemeClr val="bg1">
                  <a:lumMod val="65000"/>
                </a:schemeClr>
              </a:solidFill>
            </a:rPr>
            <a:t>Long-term preservation</a:t>
          </a:r>
        </a:p>
      </dsp:txBody>
      <dsp:txXfrm>
        <a:off x="229652" y="929246"/>
        <a:ext cx="1728104" cy="107596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48A8D3-FCC7-45C5-A045-49CB86F5EFA8}">
      <dsp:nvSpPr>
        <dsp:cNvPr id="0" name=""/>
        <dsp:cNvSpPr/>
      </dsp:nvSpPr>
      <dsp:spPr>
        <a:xfrm>
          <a:off x="2622413" y="1245190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E96EB48-9F85-4910-8988-3A0AA710D7AD}">
      <dsp:nvSpPr>
        <dsp:cNvPr id="0" name=""/>
        <dsp:cNvSpPr/>
      </dsp:nvSpPr>
      <dsp:spPr>
        <a:xfrm>
          <a:off x="2506098" y="0"/>
          <a:ext cx="1827803" cy="97815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Data summary / description</a:t>
          </a:r>
          <a:endParaRPr lang="en-BE" sz="1400" b="0" kern="1200" dirty="0">
            <a:solidFill>
              <a:schemeClr val="bg1">
                <a:lumMod val="65000"/>
              </a:schemeClr>
            </a:solidFill>
          </a:endParaRPr>
        </a:p>
      </dsp:txBody>
      <dsp:txXfrm>
        <a:off x="2506098" y="0"/>
        <a:ext cx="1827803" cy="978154"/>
      </dsp:txXfrm>
    </dsp:sp>
    <dsp:sp modelId="{A64A58E8-A03A-4D8C-B7B0-03C549EE4649}">
      <dsp:nvSpPr>
        <dsp:cNvPr id="0" name=""/>
        <dsp:cNvSpPr/>
      </dsp:nvSpPr>
      <dsp:spPr>
        <a:xfrm>
          <a:off x="3090330" y="1470165"/>
          <a:ext cx="1595173" cy="15953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AE42488-5BA9-48E1-BD4F-1DF5DE76FAED}">
      <dsp:nvSpPr>
        <dsp:cNvPr id="0" name=""/>
        <dsp:cNvSpPr/>
      </dsp:nvSpPr>
      <dsp:spPr>
        <a:xfrm>
          <a:off x="4882242" y="929246"/>
          <a:ext cx="1728104" cy="10759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/>
            <a:t>Ethical and legal issues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/>
            <a:t>IRB approval, IP, GDPR</a:t>
          </a:r>
        </a:p>
      </dsp:txBody>
      <dsp:txXfrm>
        <a:off x="4882242" y="929246"/>
        <a:ext cx="1728104" cy="1075969"/>
      </dsp:txXfrm>
    </dsp:sp>
    <dsp:sp modelId="{9B5EDE38-80F6-4F76-AB45-F0FC6E6AEC94}">
      <dsp:nvSpPr>
        <dsp:cNvPr id="0" name=""/>
        <dsp:cNvSpPr/>
      </dsp:nvSpPr>
      <dsp:spPr>
        <a:xfrm>
          <a:off x="3205316" y="1976360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6AFA8C0-C12C-4987-8D0B-CE48A91CC1BA}">
      <dsp:nvSpPr>
        <dsp:cNvPr id="0" name=""/>
        <dsp:cNvSpPr/>
      </dsp:nvSpPr>
      <dsp:spPr>
        <a:xfrm>
          <a:off x="5048406" y="2298661"/>
          <a:ext cx="1694871" cy="114933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Documentation and metadata</a:t>
          </a:r>
        </a:p>
      </dsp:txBody>
      <dsp:txXfrm>
        <a:off x="5048406" y="2298661"/>
        <a:ext cx="1694871" cy="1149330"/>
      </dsp:txXfrm>
    </dsp:sp>
    <dsp:sp modelId="{1DBB1079-7304-46F9-94EF-CB41E22345BC}">
      <dsp:nvSpPr>
        <dsp:cNvPr id="0" name=""/>
        <dsp:cNvSpPr/>
      </dsp:nvSpPr>
      <dsp:spPr>
        <a:xfrm>
          <a:off x="2881628" y="2382294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B57FF16-D211-4AD9-BC50-AE09F0210615}">
      <dsp:nvSpPr>
        <dsp:cNvPr id="0" name=""/>
        <dsp:cNvSpPr/>
      </dsp:nvSpPr>
      <dsp:spPr>
        <a:xfrm>
          <a:off x="4317285" y="3839254"/>
          <a:ext cx="1827803" cy="105151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Resources and Responsibilities</a:t>
          </a:r>
        </a:p>
      </dsp:txBody>
      <dsp:txXfrm>
        <a:off x="4317285" y="3839254"/>
        <a:ext cx="1827803" cy="1051515"/>
      </dsp:txXfrm>
    </dsp:sp>
    <dsp:sp modelId="{CA0AB2AA-07E7-454C-84A0-206BF1822B22}">
      <dsp:nvSpPr>
        <dsp:cNvPr id="0" name=""/>
        <dsp:cNvSpPr/>
      </dsp:nvSpPr>
      <dsp:spPr>
        <a:xfrm>
          <a:off x="2363197" y="2382294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C910D8B-DE83-4DAE-91BC-4C54EC7D3262}">
      <dsp:nvSpPr>
        <dsp:cNvPr id="0" name=""/>
        <dsp:cNvSpPr/>
      </dsp:nvSpPr>
      <dsp:spPr>
        <a:xfrm>
          <a:off x="694911" y="3839254"/>
          <a:ext cx="1827803" cy="105151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Data sharing and reuse</a:t>
          </a:r>
        </a:p>
      </dsp:txBody>
      <dsp:txXfrm>
        <a:off x="694911" y="3839254"/>
        <a:ext cx="1827803" cy="1051515"/>
      </dsp:txXfrm>
    </dsp:sp>
    <dsp:sp modelId="{42B34CC6-03A0-42B6-81D3-C7CA7448D9BA}">
      <dsp:nvSpPr>
        <dsp:cNvPr id="0" name=""/>
        <dsp:cNvSpPr/>
      </dsp:nvSpPr>
      <dsp:spPr>
        <a:xfrm>
          <a:off x="2039510" y="1976360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92FF974-EBFB-4765-BB71-1352F8B53CAB}">
      <dsp:nvSpPr>
        <dsp:cNvPr id="0" name=""/>
        <dsp:cNvSpPr/>
      </dsp:nvSpPr>
      <dsp:spPr>
        <a:xfrm>
          <a:off x="96721" y="2298661"/>
          <a:ext cx="1694871" cy="114933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>
              <a:solidFill>
                <a:schemeClr val="bg1">
                  <a:lumMod val="65000"/>
                </a:schemeClr>
              </a:solidFill>
            </a:rPr>
            <a:t>Data storage during the project</a:t>
          </a:r>
        </a:p>
      </dsp:txBody>
      <dsp:txXfrm>
        <a:off x="96721" y="2298661"/>
        <a:ext cx="1694871" cy="1149330"/>
      </dsp:txXfrm>
    </dsp:sp>
    <dsp:sp modelId="{16DBED2C-E430-4F26-A050-03A6E5151F75}">
      <dsp:nvSpPr>
        <dsp:cNvPr id="0" name=""/>
        <dsp:cNvSpPr/>
      </dsp:nvSpPr>
      <dsp:spPr>
        <a:xfrm>
          <a:off x="2154495" y="1470165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15046DC-8FDF-4682-B9E7-E1EA1A898E7A}">
      <dsp:nvSpPr>
        <dsp:cNvPr id="0" name=""/>
        <dsp:cNvSpPr/>
      </dsp:nvSpPr>
      <dsp:spPr>
        <a:xfrm>
          <a:off x="229652" y="929246"/>
          <a:ext cx="1728104" cy="10759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>
              <a:solidFill>
                <a:schemeClr val="bg1">
                  <a:lumMod val="65000"/>
                </a:schemeClr>
              </a:solidFill>
            </a:rPr>
            <a:t>Long-term preservation</a:t>
          </a:r>
        </a:p>
      </dsp:txBody>
      <dsp:txXfrm>
        <a:off x="229652" y="929246"/>
        <a:ext cx="1728104" cy="107596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48A8D3-FCC7-45C5-A045-49CB86F5EFA8}">
      <dsp:nvSpPr>
        <dsp:cNvPr id="0" name=""/>
        <dsp:cNvSpPr/>
      </dsp:nvSpPr>
      <dsp:spPr>
        <a:xfrm>
          <a:off x="2622413" y="1245190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E96EB48-9F85-4910-8988-3A0AA710D7AD}">
      <dsp:nvSpPr>
        <dsp:cNvPr id="0" name=""/>
        <dsp:cNvSpPr/>
      </dsp:nvSpPr>
      <dsp:spPr>
        <a:xfrm>
          <a:off x="2506098" y="0"/>
          <a:ext cx="1827803" cy="97815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Data summary / description</a:t>
          </a:r>
          <a:endParaRPr lang="en-BE" sz="1400" b="0" kern="1200" dirty="0">
            <a:solidFill>
              <a:schemeClr val="bg1">
                <a:lumMod val="65000"/>
              </a:schemeClr>
            </a:solidFill>
          </a:endParaRPr>
        </a:p>
      </dsp:txBody>
      <dsp:txXfrm>
        <a:off x="2506098" y="0"/>
        <a:ext cx="1827803" cy="978154"/>
      </dsp:txXfrm>
    </dsp:sp>
    <dsp:sp modelId="{A64A58E8-A03A-4D8C-B7B0-03C549EE4649}">
      <dsp:nvSpPr>
        <dsp:cNvPr id="0" name=""/>
        <dsp:cNvSpPr/>
      </dsp:nvSpPr>
      <dsp:spPr>
        <a:xfrm>
          <a:off x="3090330" y="1470165"/>
          <a:ext cx="1595173" cy="15953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AE42488-5BA9-48E1-BD4F-1DF5DE76FAED}">
      <dsp:nvSpPr>
        <dsp:cNvPr id="0" name=""/>
        <dsp:cNvSpPr/>
      </dsp:nvSpPr>
      <dsp:spPr>
        <a:xfrm>
          <a:off x="4882242" y="929246"/>
          <a:ext cx="1728104" cy="10759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/>
            <a:t>Ethical and legal issues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/>
            <a:t>IRB approval, IP, GDPR</a:t>
          </a:r>
        </a:p>
      </dsp:txBody>
      <dsp:txXfrm>
        <a:off x="4882242" y="929246"/>
        <a:ext cx="1728104" cy="1075969"/>
      </dsp:txXfrm>
    </dsp:sp>
    <dsp:sp modelId="{9B5EDE38-80F6-4F76-AB45-F0FC6E6AEC94}">
      <dsp:nvSpPr>
        <dsp:cNvPr id="0" name=""/>
        <dsp:cNvSpPr/>
      </dsp:nvSpPr>
      <dsp:spPr>
        <a:xfrm>
          <a:off x="3205316" y="1976360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6AFA8C0-C12C-4987-8D0B-CE48A91CC1BA}">
      <dsp:nvSpPr>
        <dsp:cNvPr id="0" name=""/>
        <dsp:cNvSpPr/>
      </dsp:nvSpPr>
      <dsp:spPr>
        <a:xfrm>
          <a:off x="5048406" y="2298661"/>
          <a:ext cx="1694871" cy="114933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Documentation and metadata</a:t>
          </a:r>
        </a:p>
      </dsp:txBody>
      <dsp:txXfrm>
        <a:off x="5048406" y="2298661"/>
        <a:ext cx="1694871" cy="1149330"/>
      </dsp:txXfrm>
    </dsp:sp>
    <dsp:sp modelId="{1DBB1079-7304-46F9-94EF-CB41E22345BC}">
      <dsp:nvSpPr>
        <dsp:cNvPr id="0" name=""/>
        <dsp:cNvSpPr/>
      </dsp:nvSpPr>
      <dsp:spPr>
        <a:xfrm>
          <a:off x="2881628" y="2382294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B57FF16-D211-4AD9-BC50-AE09F0210615}">
      <dsp:nvSpPr>
        <dsp:cNvPr id="0" name=""/>
        <dsp:cNvSpPr/>
      </dsp:nvSpPr>
      <dsp:spPr>
        <a:xfrm>
          <a:off x="4317285" y="3839254"/>
          <a:ext cx="1827803" cy="105151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Resources and Responsibilities</a:t>
          </a:r>
        </a:p>
      </dsp:txBody>
      <dsp:txXfrm>
        <a:off x="4317285" y="3839254"/>
        <a:ext cx="1827803" cy="1051515"/>
      </dsp:txXfrm>
    </dsp:sp>
    <dsp:sp modelId="{CA0AB2AA-07E7-454C-84A0-206BF1822B22}">
      <dsp:nvSpPr>
        <dsp:cNvPr id="0" name=""/>
        <dsp:cNvSpPr/>
      </dsp:nvSpPr>
      <dsp:spPr>
        <a:xfrm>
          <a:off x="2363197" y="2382294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C910D8B-DE83-4DAE-91BC-4C54EC7D3262}">
      <dsp:nvSpPr>
        <dsp:cNvPr id="0" name=""/>
        <dsp:cNvSpPr/>
      </dsp:nvSpPr>
      <dsp:spPr>
        <a:xfrm>
          <a:off x="694911" y="3839254"/>
          <a:ext cx="1827803" cy="105151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Data sharing and reuse</a:t>
          </a:r>
        </a:p>
      </dsp:txBody>
      <dsp:txXfrm>
        <a:off x="694911" y="3839254"/>
        <a:ext cx="1827803" cy="1051515"/>
      </dsp:txXfrm>
    </dsp:sp>
    <dsp:sp modelId="{42B34CC6-03A0-42B6-81D3-C7CA7448D9BA}">
      <dsp:nvSpPr>
        <dsp:cNvPr id="0" name=""/>
        <dsp:cNvSpPr/>
      </dsp:nvSpPr>
      <dsp:spPr>
        <a:xfrm>
          <a:off x="2039510" y="1976360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92FF974-EBFB-4765-BB71-1352F8B53CAB}">
      <dsp:nvSpPr>
        <dsp:cNvPr id="0" name=""/>
        <dsp:cNvSpPr/>
      </dsp:nvSpPr>
      <dsp:spPr>
        <a:xfrm>
          <a:off x="96721" y="2298661"/>
          <a:ext cx="1694871" cy="114933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>
              <a:solidFill>
                <a:schemeClr val="bg1">
                  <a:lumMod val="65000"/>
                </a:schemeClr>
              </a:solidFill>
            </a:rPr>
            <a:t>Data storage during the project</a:t>
          </a:r>
        </a:p>
      </dsp:txBody>
      <dsp:txXfrm>
        <a:off x="96721" y="2298661"/>
        <a:ext cx="1694871" cy="1149330"/>
      </dsp:txXfrm>
    </dsp:sp>
    <dsp:sp modelId="{16DBED2C-E430-4F26-A050-03A6E5151F75}">
      <dsp:nvSpPr>
        <dsp:cNvPr id="0" name=""/>
        <dsp:cNvSpPr/>
      </dsp:nvSpPr>
      <dsp:spPr>
        <a:xfrm>
          <a:off x="2154495" y="1470165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15046DC-8FDF-4682-B9E7-E1EA1A898E7A}">
      <dsp:nvSpPr>
        <dsp:cNvPr id="0" name=""/>
        <dsp:cNvSpPr/>
      </dsp:nvSpPr>
      <dsp:spPr>
        <a:xfrm>
          <a:off x="229652" y="929246"/>
          <a:ext cx="1728104" cy="10759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>
              <a:solidFill>
                <a:schemeClr val="bg1">
                  <a:lumMod val="65000"/>
                </a:schemeClr>
              </a:solidFill>
            </a:rPr>
            <a:t>Long-term preservation</a:t>
          </a:r>
        </a:p>
      </dsp:txBody>
      <dsp:txXfrm>
        <a:off x="229652" y="929246"/>
        <a:ext cx="1728104" cy="107596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48A8D3-FCC7-45C5-A045-49CB86F5EFA8}">
      <dsp:nvSpPr>
        <dsp:cNvPr id="0" name=""/>
        <dsp:cNvSpPr/>
      </dsp:nvSpPr>
      <dsp:spPr>
        <a:xfrm>
          <a:off x="2622413" y="1245190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E96EB48-9F85-4910-8988-3A0AA710D7AD}">
      <dsp:nvSpPr>
        <dsp:cNvPr id="0" name=""/>
        <dsp:cNvSpPr/>
      </dsp:nvSpPr>
      <dsp:spPr>
        <a:xfrm>
          <a:off x="2506098" y="0"/>
          <a:ext cx="1827803" cy="97815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Data summary / description</a:t>
          </a:r>
          <a:endParaRPr lang="en-BE" sz="1400" b="0" kern="1200" dirty="0">
            <a:solidFill>
              <a:schemeClr val="bg1">
                <a:lumMod val="65000"/>
              </a:schemeClr>
            </a:solidFill>
          </a:endParaRPr>
        </a:p>
      </dsp:txBody>
      <dsp:txXfrm>
        <a:off x="2506098" y="0"/>
        <a:ext cx="1827803" cy="978154"/>
      </dsp:txXfrm>
    </dsp:sp>
    <dsp:sp modelId="{A64A58E8-A03A-4D8C-B7B0-03C549EE4649}">
      <dsp:nvSpPr>
        <dsp:cNvPr id="0" name=""/>
        <dsp:cNvSpPr/>
      </dsp:nvSpPr>
      <dsp:spPr>
        <a:xfrm>
          <a:off x="3090330" y="1470165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AE42488-5BA9-48E1-BD4F-1DF5DE76FAED}">
      <dsp:nvSpPr>
        <dsp:cNvPr id="0" name=""/>
        <dsp:cNvSpPr/>
      </dsp:nvSpPr>
      <dsp:spPr>
        <a:xfrm>
          <a:off x="4882242" y="929246"/>
          <a:ext cx="1728104" cy="10759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Ethical and legal issues</a:t>
          </a:r>
        </a:p>
      </dsp:txBody>
      <dsp:txXfrm>
        <a:off x="4882242" y="929246"/>
        <a:ext cx="1728104" cy="1075969"/>
      </dsp:txXfrm>
    </dsp:sp>
    <dsp:sp modelId="{9B5EDE38-80F6-4F76-AB45-F0FC6E6AEC94}">
      <dsp:nvSpPr>
        <dsp:cNvPr id="0" name=""/>
        <dsp:cNvSpPr/>
      </dsp:nvSpPr>
      <dsp:spPr>
        <a:xfrm>
          <a:off x="3205316" y="1976360"/>
          <a:ext cx="1595173" cy="15953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6AFA8C0-C12C-4987-8D0B-CE48A91CC1BA}">
      <dsp:nvSpPr>
        <dsp:cNvPr id="0" name=""/>
        <dsp:cNvSpPr/>
      </dsp:nvSpPr>
      <dsp:spPr>
        <a:xfrm>
          <a:off x="5048406" y="2298661"/>
          <a:ext cx="1694871" cy="114933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/>
            <a:t>Documentation and metadata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/>
            <a:t>Where and how, standards, ontologies, vocabularies</a:t>
          </a:r>
        </a:p>
      </dsp:txBody>
      <dsp:txXfrm>
        <a:off x="5048406" y="2298661"/>
        <a:ext cx="1694871" cy="1149330"/>
      </dsp:txXfrm>
    </dsp:sp>
    <dsp:sp modelId="{1DBB1079-7304-46F9-94EF-CB41E22345BC}">
      <dsp:nvSpPr>
        <dsp:cNvPr id="0" name=""/>
        <dsp:cNvSpPr/>
      </dsp:nvSpPr>
      <dsp:spPr>
        <a:xfrm>
          <a:off x="2881628" y="2382294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B57FF16-D211-4AD9-BC50-AE09F0210615}">
      <dsp:nvSpPr>
        <dsp:cNvPr id="0" name=""/>
        <dsp:cNvSpPr/>
      </dsp:nvSpPr>
      <dsp:spPr>
        <a:xfrm>
          <a:off x="4317285" y="3839254"/>
          <a:ext cx="1827803" cy="105151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>
              <a:solidFill>
                <a:schemeClr val="bg1">
                  <a:lumMod val="65000"/>
                </a:schemeClr>
              </a:solidFill>
            </a:rPr>
            <a:t>Resources and Responsibilities</a:t>
          </a:r>
          <a:endParaRPr lang="en-US" sz="1400" b="0" kern="1200" dirty="0">
            <a:solidFill>
              <a:schemeClr val="bg1">
                <a:lumMod val="65000"/>
              </a:schemeClr>
            </a:solidFill>
          </a:endParaRPr>
        </a:p>
      </dsp:txBody>
      <dsp:txXfrm>
        <a:off x="4317285" y="3839254"/>
        <a:ext cx="1827803" cy="1051515"/>
      </dsp:txXfrm>
    </dsp:sp>
    <dsp:sp modelId="{CA0AB2AA-07E7-454C-84A0-206BF1822B22}">
      <dsp:nvSpPr>
        <dsp:cNvPr id="0" name=""/>
        <dsp:cNvSpPr/>
      </dsp:nvSpPr>
      <dsp:spPr>
        <a:xfrm>
          <a:off x="2363197" y="2382294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C910D8B-DE83-4DAE-91BC-4C54EC7D3262}">
      <dsp:nvSpPr>
        <dsp:cNvPr id="0" name=""/>
        <dsp:cNvSpPr/>
      </dsp:nvSpPr>
      <dsp:spPr>
        <a:xfrm>
          <a:off x="694911" y="3839254"/>
          <a:ext cx="1827803" cy="105151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Data sharing and reuse</a:t>
          </a:r>
        </a:p>
      </dsp:txBody>
      <dsp:txXfrm>
        <a:off x="694911" y="3839254"/>
        <a:ext cx="1827803" cy="1051515"/>
      </dsp:txXfrm>
    </dsp:sp>
    <dsp:sp modelId="{42B34CC6-03A0-42B6-81D3-C7CA7448D9BA}">
      <dsp:nvSpPr>
        <dsp:cNvPr id="0" name=""/>
        <dsp:cNvSpPr/>
      </dsp:nvSpPr>
      <dsp:spPr>
        <a:xfrm>
          <a:off x="2039510" y="1976360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92FF974-EBFB-4765-BB71-1352F8B53CAB}">
      <dsp:nvSpPr>
        <dsp:cNvPr id="0" name=""/>
        <dsp:cNvSpPr/>
      </dsp:nvSpPr>
      <dsp:spPr>
        <a:xfrm>
          <a:off x="96721" y="2298661"/>
          <a:ext cx="1694871" cy="114933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>
              <a:solidFill>
                <a:schemeClr val="bg1">
                  <a:lumMod val="65000"/>
                </a:schemeClr>
              </a:solidFill>
            </a:rPr>
            <a:t>Data storage during the project</a:t>
          </a:r>
        </a:p>
      </dsp:txBody>
      <dsp:txXfrm>
        <a:off x="96721" y="2298661"/>
        <a:ext cx="1694871" cy="1149330"/>
      </dsp:txXfrm>
    </dsp:sp>
    <dsp:sp modelId="{16DBED2C-E430-4F26-A050-03A6E5151F75}">
      <dsp:nvSpPr>
        <dsp:cNvPr id="0" name=""/>
        <dsp:cNvSpPr/>
      </dsp:nvSpPr>
      <dsp:spPr>
        <a:xfrm>
          <a:off x="2154495" y="1470165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15046DC-8FDF-4682-B9E7-E1EA1A898E7A}">
      <dsp:nvSpPr>
        <dsp:cNvPr id="0" name=""/>
        <dsp:cNvSpPr/>
      </dsp:nvSpPr>
      <dsp:spPr>
        <a:xfrm>
          <a:off x="229652" y="929246"/>
          <a:ext cx="1728104" cy="10759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>
              <a:solidFill>
                <a:schemeClr val="bg1">
                  <a:lumMod val="65000"/>
                </a:schemeClr>
              </a:solidFill>
            </a:rPr>
            <a:t>Long-term preservation</a:t>
          </a:r>
        </a:p>
      </dsp:txBody>
      <dsp:txXfrm>
        <a:off x="229652" y="929246"/>
        <a:ext cx="1728104" cy="107596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48A8D3-FCC7-45C5-A045-49CB86F5EFA8}">
      <dsp:nvSpPr>
        <dsp:cNvPr id="0" name=""/>
        <dsp:cNvSpPr/>
      </dsp:nvSpPr>
      <dsp:spPr>
        <a:xfrm>
          <a:off x="2622413" y="1245190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E96EB48-9F85-4910-8988-3A0AA710D7AD}">
      <dsp:nvSpPr>
        <dsp:cNvPr id="0" name=""/>
        <dsp:cNvSpPr/>
      </dsp:nvSpPr>
      <dsp:spPr>
        <a:xfrm>
          <a:off x="2506098" y="0"/>
          <a:ext cx="1827803" cy="97815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Data summary / description</a:t>
          </a:r>
          <a:endParaRPr lang="en-BE" sz="1400" b="0" kern="1200" dirty="0">
            <a:solidFill>
              <a:schemeClr val="bg1">
                <a:lumMod val="65000"/>
              </a:schemeClr>
            </a:solidFill>
          </a:endParaRPr>
        </a:p>
      </dsp:txBody>
      <dsp:txXfrm>
        <a:off x="2506098" y="0"/>
        <a:ext cx="1827803" cy="978154"/>
      </dsp:txXfrm>
    </dsp:sp>
    <dsp:sp modelId="{A64A58E8-A03A-4D8C-B7B0-03C549EE4649}">
      <dsp:nvSpPr>
        <dsp:cNvPr id="0" name=""/>
        <dsp:cNvSpPr/>
      </dsp:nvSpPr>
      <dsp:spPr>
        <a:xfrm>
          <a:off x="3090330" y="1470165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AE42488-5BA9-48E1-BD4F-1DF5DE76FAED}">
      <dsp:nvSpPr>
        <dsp:cNvPr id="0" name=""/>
        <dsp:cNvSpPr/>
      </dsp:nvSpPr>
      <dsp:spPr>
        <a:xfrm>
          <a:off x="4882242" y="929246"/>
          <a:ext cx="1728104" cy="10759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Ethical and legal issues</a:t>
          </a:r>
        </a:p>
      </dsp:txBody>
      <dsp:txXfrm>
        <a:off x="4882242" y="929246"/>
        <a:ext cx="1728104" cy="1075969"/>
      </dsp:txXfrm>
    </dsp:sp>
    <dsp:sp modelId="{9B5EDE38-80F6-4F76-AB45-F0FC6E6AEC94}">
      <dsp:nvSpPr>
        <dsp:cNvPr id="0" name=""/>
        <dsp:cNvSpPr/>
      </dsp:nvSpPr>
      <dsp:spPr>
        <a:xfrm>
          <a:off x="3205316" y="1976360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6AFA8C0-C12C-4987-8D0B-CE48A91CC1BA}">
      <dsp:nvSpPr>
        <dsp:cNvPr id="0" name=""/>
        <dsp:cNvSpPr/>
      </dsp:nvSpPr>
      <dsp:spPr>
        <a:xfrm>
          <a:off x="5048406" y="2298661"/>
          <a:ext cx="1694871" cy="114933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Documentation and metadata</a:t>
          </a:r>
        </a:p>
      </dsp:txBody>
      <dsp:txXfrm>
        <a:off x="5048406" y="2298661"/>
        <a:ext cx="1694871" cy="1149330"/>
      </dsp:txXfrm>
    </dsp:sp>
    <dsp:sp modelId="{1DBB1079-7304-46F9-94EF-CB41E22345BC}">
      <dsp:nvSpPr>
        <dsp:cNvPr id="0" name=""/>
        <dsp:cNvSpPr/>
      </dsp:nvSpPr>
      <dsp:spPr>
        <a:xfrm>
          <a:off x="2881628" y="2382294"/>
          <a:ext cx="1595173" cy="15953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B57FF16-D211-4AD9-BC50-AE09F0210615}">
      <dsp:nvSpPr>
        <dsp:cNvPr id="0" name=""/>
        <dsp:cNvSpPr/>
      </dsp:nvSpPr>
      <dsp:spPr>
        <a:xfrm>
          <a:off x="4317285" y="3839254"/>
          <a:ext cx="1827803" cy="105151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/>
            <a:t>Resources and Responsibilities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/>
            <a:t>Costs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/>
            <a:t>Owner and roles</a:t>
          </a:r>
        </a:p>
      </dsp:txBody>
      <dsp:txXfrm>
        <a:off x="4317285" y="3839254"/>
        <a:ext cx="1827803" cy="1051515"/>
      </dsp:txXfrm>
    </dsp:sp>
    <dsp:sp modelId="{CA0AB2AA-07E7-454C-84A0-206BF1822B22}">
      <dsp:nvSpPr>
        <dsp:cNvPr id="0" name=""/>
        <dsp:cNvSpPr/>
      </dsp:nvSpPr>
      <dsp:spPr>
        <a:xfrm>
          <a:off x="2363197" y="2382294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C910D8B-DE83-4DAE-91BC-4C54EC7D3262}">
      <dsp:nvSpPr>
        <dsp:cNvPr id="0" name=""/>
        <dsp:cNvSpPr/>
      </dsp:nvSpPr>
      <dsp:spPr>
        <a:xfrm>
          <a:off x="694911" y="3839254"/>
          <a:ext cx="1827803" cy="105151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Data sharing and reuse</a:t>
          </a:r>
        </a:p>
      </dsp:txBody>
      <dsp:txXfrm>
        <a:off x="694911" y="3839254"/>
        <a:ext cx="1827803" cy="1051515"/>
      </dsp:txXfrm>
    </dsp:sp>
    <dsp:sp modelId="{42B34CC6-03A0-42B6-81D3-C7CA7448D9BA}">
      <dsp:nvSpPr>
        <dsp:cNvPr id="0" name=""/>
        <dsp:cNvSpPr/>
      </dsp:nvSpPr>
      <dsp:spPr>
        <a:xfrm>
          <a:off x="2039510" y="1976360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92FF974-EBFB-4765-BB71-1352F8B53CAB}">
      <dsp:nvSpPr>
        <dsp:cNvPr id="0" name=""/>
        <dsp:cNvSpPr/>
      </dsp:nvSpPr>
      <dsp:spPr>
        <a:xfrm>
          <a:off x="96721" y="2298661"/>
          <a:ext cx="1694871" cy="114933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>
              <a:solidFill>
                <a:schemeClr val="bg1">
                  <a:lumMod val="65000"/>
                </a:schemeClr>
              </a:solidFill>
            </a:rPr>
            <a:t>Data storage during the project</a:t>
          </a:r>
        </a:p>
      </dsp:txBody>
      <dsp:txXfrm>
        <a:off x="96721" y="2298661"/>
        <a:ext cx="1694871" cy="1149330"/>
      </dsp:txXfrm>
    </dsp:sp>
    <dsp:sp modelId="{16DBED2C-E430-4F26-A050-03A6E5151F75}">
      <dsp:nvSpPr>
        <dsp:cNvPr id="0" name=""/>
        <dsp:cNvSpPr/>
      </dsp:nvSpPr>
      <dsp:spPr>
        <a:xfrm>
          <a:off x="2154495" y="1470165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15046DC-8FDF-4682-B9E7-E1EA1A898E7A}">
      <dsp:nvSpPr>
        <dsp:cNvPr id="0" name=""/>
        <dsp:cNvSpPr/>
      </dsp:nvSpPr>
      <dsp:spPr>
        <a:xfrm>
          <a:off x="229652" y="929246"/>
          <a:ext cx="1728104" cy="10759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>
              <a:solidFill>
                <a:schemeClr val="bg1">
                  <a:lumMod val="65000"/>
                </a:schemeClr>
              </a:solidFill>
            </a:rPr>
            <a:t>Long-term preservation</a:t>
          </a:r>
        </a:p>
      </dsp:txBody>
      <dsp:txXfrm>
        <a:off x="229652" y="929246"/>
        <a:ext cx="1728104" cy="107596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48A8D3-FCC7-45C5-A045-49CB86F5EFA8}">
      <dsp:nvSpPr>
        <dsp:cNvPr id="0" name=""/>
        <dsp:cNvSpPr/>
      </dsp:nvSpPr>
      <dsp:spPr>
        <a:xfrm>
          <a:off x="2622413" y="1245190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E96EB48-9F85-4910-8988-3A0AA710D7AD}">
      <dsp:nvSpPr>
        <dsp:cNvPr id="0" name=""/>
        <dsp:cNvSpPr/>
      </dsp:nvSpPr>
      <dsp:spPr>
        <a:xfrm>
          <a:off x="2506098" y="0"/>
          <a:ext cx="1827803" cy="97815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Data summary / description</a:t>
          </a:r>
          <a:endParaRPr lang="en-BE" sz="1400" b="0" kern="1200" dirty="0">
            <a:solidFill>
              <a:schemeClr val="bg1">
                <a:lumMod val="65000"/>
              </a:schemeClr>
            </a:solidFill>
          </a:endParaRPr>
        </a:p>
      </dsp:txBody>
      <dsp:txXfrm>
        <a:off x="2506098" y="0"/>
        <a:ext cx="1827803" cy="978154"/>
      </dsp:txXfrm>
    </dsp:sp>
    <dsp:sp modelId="{A64A58E8-A03A-4D8C-B7B0-03C549EE4649}">
      <dsp:nvSpPr>
        <dsp:cNvPr id="0" name=""/>
        <dsp:cNvSpPr/>
      </dsp:nvSpPr>
      <dsp:spPr>
        <a:xfrm>
          <a:off x="3090330" y="1470165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AE42488-5BA9-48E1-BD4F-1DF5DE76FAED}">
      <dsp:nvSpPr>
        <dsp:cNvPr id="0" name=""/>
        <dsp:cNvSpPr/>
      </dsp:nvSpPr>
      <dsp:spPr>
        <a:xfrm>
          <a:off x="4882242" y="929246"/>
          <a:ext cx="1728104" cy="10759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Ethical and legal issues</a:t>
          </a:r>
        </a:p>
      </dsp:txBody>
      <dsp:txXfrm>
        <a:off x="4882242" y="929246"/>
        <a:ext cx="1728104" cy="1075969"/>
      </dsp:txXfrm>
    </dsp:sp>
    <dsp:sp modelId="{9B5EDE38-80F6-4F76-AB45-F0FC6E6AEC94}">
      <dsp:nvSpPr>
        <dsp:cNvPr id="0" name=""/>
        <dsp:cNvSpPr/>
      </dsp:nvSpPr>
      <dsp:spPr>
        <a:xfrm>
          <a:off x="3205316" y="1976360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6AFA8C0-C12C-4987-8D0B-CE48A91CC1BA}">
      <dsp:nvSpPr>
        <dsp:cNvPr id="0" name=""/>
        <dsp:cNvSpPr/>
      </dsp:nvSpPr>
      <dsp:spPr>
        <a:xfrm>
          <a:off x="5048406" y="2298661"/>
          <a:ext cx="1694871" cy="114933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Documentation and metadata</a:t>
          </a:r>
        </a:p>
      </dsp:txBody>
      <dsp:txXfrm>
        <a:off x="5048406" y="2298661"/>
        <a:ext cx="1694871" cy="1149330"/>
      </dsp:txXfrm>
    </dsp:sp>
    <dsp:sp modelId="{1DBB1079-7304-46F9-94EF-CB41E22345BC}">
      <dsp:nvSpPr>
        <dsp:cNvPr id="0" name=""/>
        <dsp:cNvSpPr/>
      </dsp:nvSpPr>
      <dsp:spPr>
        <a:xfrm>
          <a:off x="2881628" y="2382294"/>
          <a:ext cx="1595173" cy="15953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B57FF16-D211-4AD9-BC50-AE09F0210615}">
      <dsp:nvSpPr>
        <dsp:cNvPr id="0" name=""/>
        <dsp:cNvSpPr/>
      </dsp:nvSpPr>
      <dsp:spPr>
        <a:xfrm>
          <a:off x="4317285" y="3839254"/>
          <a:ext cx="1827803" cy="105151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/>
            <a:t>Resources and Responsibilities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/>
            <a:t>Costs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/>
            <a:t>Owner and roles</a:t>
          </a:r>
        </a:p>
      </dsp:txBody>
      <dsp:txXfrm>
        <a:off x="4317285" y="3839254"/>
        <a:ext cx="1827803" cy="1051515"/>
      </dsp:txXfrm>
    </dsp:sp>
    <dsp:sp modelId="{CA0AB2AA-07E7-454C-84A0-206BF1822B22}">
      <dsp:nvSpPr>
        <dsp:cNvPr id="0" name=""/>
        <dsp:cNvSpPr/>
      </dsp:nvSpPr>
      <dsp:spPr>
        <a:xfrm>
          <a:off x="2363197" y="2382294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C910D8B-DE83-4DAE-91BC-4C54EC7D3262}">
      <dsp:nvSpPr>
        <dsp:cNvPr id="0" name=""/>
        <dsp:cNvSpPr/>
      </dsp:nvSpPr>
      <dsp:spPr>
        <a:xfrm>
          <a:off x="694911" y="3839254"/>
          <a:ext cx="1827803" cy="105151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Data sharing and reuse</a:t>
          </a:r>
        </a:p>
      </dsp:txBody>
      <dsp:txXfrm>
        <a:off x="694911" y="3839254"/>
        <a:ext cx="1827803" cy="1051515"/>
      </dsp:txXfrm>
    </dsp:sp>
    <dsp:sp modelId="{42B34CC6-03A0-42B6-81D3-C7CA7448D9BA}">
      <dsp:nvSpPr>
        <dsp:cNvPr id="0" name=""/>
        <dsp:cNvSpPr/>
      </dsp:nvSpPr>
      <dsp:spPr>
        <a:xfrm>
          <a:off x="2039510" y="1976360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92FF974-EBFB-4765-BB71-1352F8B53CAB}">
      <dsp:nvSpPr>
        <dsp:cNvPr id="0" name=""/>
        <dsp:cNvSpPr/>
      </dsp:nvSpPr>
      <dsp:spPr>
        <a:xfrm>
          <a:off x="96721" y="2298661"/>
          <a:ext cx="1694871" cy="114933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>
              <a:solidFill>
                <a:schemeClr val="bg1">
                  <a:lumMod val="65000"/>
                </a:schemeClr>
              </a:solidFill>
            </a:rPr>
            <a:t>Data storage during the project</a:t>
          </a:r>
        </a:p>
      </dsp:txBody>
      <dsp:txXfrm>
        <a:off x="96721" y="2298661"/>
        <a:ext cx="1694871" cy="1149330"/>
      </dsp:txXfrm>
    </dsp:sp>
    <dsp:sp modelId="{16DBED2C-E430-4F26-A050-03A6E5151F75}">
      <dsp:nvSpPr>
        <dsp:cNvPr id="0" name=""/>
        <dsp:cNvSpPr/>
      </dsp:nvSpPr>
      <dsp:spPr>
        <a:xfrm>
          <a:off x="2154495" y="1470165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15046DC-8FDF-4682-B9E7-E1EA1A898E7A}">
      <dsp:nvSpPr>
        <dsp:cNvPr id="0" name=""/>
        <dsp:cNvSpPr/>
      </dsp:nvSpPr>
      <dsp:spPr>
        <a:xfrm>
          <a:off x="229652" y="929246"/>
          <a:ext cx="1728104" cy="10759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>
              <a:solidFill>
                <a:schemeClr val="bg1">
                  <a:lumMod val="65000"/>
                </a:schemeClr>
              </a:solidFill>
            </a:rPr>
            <a:t>Long-term preservation</a:t>
          </a:r>
        </a:p>
      </dsp:txBody>
      <dsp:txXfrm>
        <a:off x="229652" y="929246"/>
        <a:ext cx="1728104" cy="107596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48A8D3-FCC7-45C5-A045-49CB86F5EFA8}">
      <dsp:nvSpPr>
        <dsp:cNvPr id="0" name=""/>
        <dsp:cNvSpPr/>
      </dsp:nvSpPr>
      <dsp:spPr>
        <a:xfrm>
          <a:off x="2622413" y="1245190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E96EB48-9F85-4910-8988-3A0AA710D7AD}">
      <dsp:nvSpPr>
        <dsp:cNvPr id="0" name=""/>
        <dsp:cNvSpPr/>
      </dsp:nvSpPr>
      <dsp:spPr>
        <a:xfrm>
          <a:off x="2506098" y="0"/>
          <a:ext cx="1827803" cy="97815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Data summary / description</a:t>
          </a:r>
          <a:endParaRPr lang="en-BE" sz="1400" b="0" kern="1200" dirty="0">
            <a:solidFill>
              <a:schemeClr val="bg1">
                <a:lumMod val="65000"/>
              </a:schemeClr>
            </a:solidFill>
          </a:endParaRPr>
        </a:p>
      </dsp:txBody>
      <dsp:txXfrm>
        <a:off x="2506098" y="0"/>
        <a:ext cx="1827803" cy="978154"/>
      </dsp:txXfrm>
    </dsp:sp>
    <dsp:sp modelId="{A64A58E8-A03A-4D8C-B7B0-03C549EE4649}">
      <dsp:nvSpPr>
        <dsp:cNvPr id="0" name=""/>
        <dsp:cNvSpPr/>
      </dsp:nvSpPr>
      <dsp:spPr>
        <a:xfrm>
          <a:off x="3090330" y="1470165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AE42488-5BA9-48E1-BD4F-1DF5DE76FAED}">
      <dsp:nvSpPr>
        <dsp:cNvPr id="0" name=""/>
        <dsp:cNvSpPr/>
      </dsp:nvSpPr>
      <dsp:spPr>
        <a:xfrm>
          <a:off x="4882242" y="929246"/>
          <a:ext cx="1728104" cy="10759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Ethical and legal issues</a:t>
          </a:r>
        </a:p>
      </dsp:txBody>
      <dsp:txXfrm>
        <a:off x="4882242" y="929246"/>
        <a:ext cx="1728104" cy="1075969"/>
      </dsp:txXfrm>
    </dsp:sp>
    <dsp:sp modelId="{9B5EDE38-80F6-4F76-AB45-F0FC6E6AEC94}">
      <dsp:nvSpPr>
        <dsp:cNvPr id="0" name=""/>
        <dsp:cNvSpPr/>
      </dsp:nvSpPr>
      <dsp:spPr>
        <a:xfrm>
          <a:off x="3205316" y="1976360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6AFA8C0-C12C-4987-8D0B-CE48A91CC1BA}">
      <dsp:nvSpPr>
        <dsp:cNvPr id="0" name=""/>
        <dsp:cNvSpPr/>
      </dsp:nvSpPr>
      <dsp:spPr>
        <a:xfrm>
          <a:off x="5048406" y="2298661"/>
          <a:ext cx="1694871" cy="114933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Documentation and metadata</a:t>
          </a:r>
        </a:p>
      </dsp:txBody>
      <dsp:txXfrm>
        <a:off x="5048406" y="2298661"/>
        <a:ext cx="1694871" cy="1149330"/>
      </dsp:txXfrm>
    </dsp:sp>
    <dsp:sp modelId="{1DBB1079-7304-46F9-94EF-CB41E22345BC}">
      <dsp:nvSpPr>
        <dsp:cNvPr id="0" name=""/>
        <dsp:cNvSpPr/>
      </dsp:nvSpPr>
      <dsp:spPr>
        <a:xfrm>
          <a:off x="2881628" y="2382294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B57FF16-D211-4AD9-BC50-AE09F0210615}">
      <dsp:nvSpPr>
        <dsp:cNvPr id="0" name=""/>
        <dsp:cNvSpPr/>
      </dsp:nvSpPr>
      <dsp:spPr>
        <a:xfrm>
          <a:off x="4317285" y="3839254"/>
          <a:ext cx="1827803" cy="105151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>
              <a:solidFill>
                <a:schemeClr val="bg1">
                  <a:lumMod val="65000"/>
                </a:schemeClr>
              </a:solidFill>
            </a:rPr>
            <a:t>Resources and Responsibilities</a:t>
          </a:r>
          <a:endParaRPr lang="en-US" sz="1400" b="0" kern="1200" dirty="0">
            <a:solidFill>
              <a:schemeClr val="bg1">
                <a:lumMod val="65000"/>
              </a:schemeClr>
            </a:solidFill>
          </a:endParaRPr>
        </a:p>
      </dsp:txBody>
      <dsp:txXfrm>
        <a:off x="4317285" y="3839254"/>
        <a:ext cx="1827803" cy="1051515"/>
      </dsp:txXfrm>
    </dsp:sp>
    <dsp:sp modelId="{CA0AB2AA-07E7-454C-84A0-206BF1822B22}">
      <dsp:nvSpPr>
        <dsp:cNvPr id="0" name=""/>
        <dsp:cNvSpPr/>
      </dsp:nvSpPr>
      <dsp:spPr>
        <a:xfrm>
          <a:off x="2363197" y="2382294"/>
          <a:ext cx="1595173" cy="15953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C910D8B-DE83-4DAE-91BC-4C54EC7D3262}">
      <dsp:nvSpPr>
        <dsp:cNvPr id="0" name=""/>
        <dsp:cNvSpPr/>
      </dsp:nvSpPr>
      <dsp:spPr>
        <a:xfrm>
          <a:off x="694911" y="3839254"/>
          <a:ext cx="1827803" cy="105151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/>
            <a:t>Data sharing and reuse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/>
            <a:t>Repositories, terms, contracts, licenses</a:t>
          </a:r>
        </a:p>
      </dsp:txBody>
      <dsp:txXfrm>
        <a:off x="694911" y="3839254"/>
        <a:ext cx="1827803" cy="1051515"/>
      </dsp:txXfrm>
    </dsp:sp>
    <dsp:sp modelId="{42B34CC6-03A0-42B6-81D3-C7CA7448D9BA}">
      <dsp:nvSpPr>
        <dsp:cNvPr id="0" name=""/>
        <dsp:cNvSpPr/>
      </dsp:nvSpPr>
      <dsp:spPr>
        <a:xfrm>
          <a:off x="2039510" y="1976360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92FF974-EBFB-4765-BB71-1352F8B53CAB}">
      <dsp:nvSpPr>
        <dsp:cNvPr id="0" name=""/>
        <dsp:cNvSpPr/>
      </dsp:nvSpPr>
      <dsp:spPr>
        <a:xfrm>
          <a:off x="96721" y="2298661"/>
          <a:ext cx="1694871" cy="114933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>
              <a:solidFill>
                <a:schemeClr val="bg1">
                  <a:lumMod val="65000"/>
                </a:schemeClr>
              </a:solidFill>
            </a:rPr>
            <a:t>Data storage during the project</a:t>
          </a:r>
        </a:p>
      </dsp:txBody>
      <dsp:txXfrm>
        <a:off x="96721" y="2298661"/>
        <a:ext cx="1694871" cy="1149330"/>
      </dsp:txXfrm>
    </dsp:sp>
    <dsp:sp modelId="{16DBED2C-E430-4F26-A050-03A6E5151F75}">
      <dsp:nvSpPr>
        <dsp:cNvPr id="0" name=""/>
        <dsp:cNvSpPr/>
      </dsp:nvSpPr>
      <dsp:spPr>
        <a:xfrm>
          <a:off x="2154495" y="1470165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15046DC-8FDF-4682-B9E7-E1EA1A898E7A}">
      <dsp:nvSpPr>
        <dsp:cNvPr id="0" name=""/>
        <dsp:cNvSpPr/>
      </dsp:nvSpPr>
      <dsp:spPr>
        <a:xfrm>
          <a:off x="229652" y="929246"/>
          <a:ext cx="1728104" cy="10759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>
              <a:solidFill>
                <a:schemeClr val="bg1">
                  <a:lumMod val="65000"/>
                </a:schemeClr>
              </a:solidFill>
            </a:rPr>
            <a:t>Long-term preservation</a:t>
          </a:r>
        </a:p>
      </dsp:txBody>
      <dsp:txXfrm>
        <a:off x="229652" y="929246"/>
        <a:ext cx="1728104" cy="107596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48A8D3-FCC7-45C5-A045-49CB86F5EFA8}">
      <dsp:nvSpPr>
        <dsp:cNvPr id="0" name=""/>
        <dsp:cNvSpPr/>
      </dsp:nvSpPr>
      <dsp:spPr>
        <a:xfrm>
          <a:off x="2622413" y="1245190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E96EB48-9F85-4910-8988-3A0AA710D7AD}">
      <dsp:nvSpPr>
        <dsp:cNvPr id="0" name=""/>
        <dsp:cNvSpPr/>
      </dsp:nvSpPr>
      <dsp:spPr>
        <a:xfrm>
          <a:off x="2506098" y="0"/>
          <a:ext cx="1827803" cy="97815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Data summary / description</a:t>
          </a:r>
          <a:endParaRPr lang="en-BE" sz="1400" b="0" kern="1200" dirty="0">
            <a:solidFill>
              <a:schemeClr val="bg1">
                <a:lumMod val="65000"/>
              </a:schemeClr>
            </a:solidFill>
          </a:endParaRPr>
        </a:p>
      </dsp:txBody>
      <dsp:txXfrm>
        <a:off x="2506098" y="0"/>
        <a:ext cx="1827803" cy="978154"/>
      </dsp:txXfrm>
    </dsp:sp>
    <dsp:sp modelId="{A64A58E8-A03A-4D8C-B7B0-03C549EE4649}">
      <dsp:nvSpPr>
        <dsp:cNvPr id="0" name=""/>
        <dsp:cNvSpPr/>
      </dsp:nvSpPr>
      <dsp:spPr>
        <a:xfrm>
          <a:off x="3090330" y="1470165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AE42488-5BA9-48E1-BD4F-1DF5DE76FAED}">
      <dsp:nvSpPr>
        <dsp:cNvPr id="0" name=""/>
        <dsp:cNvSpPr/>
      </dsp:nvSpPr>
      <dsp:spPr>
        <a:xfrm>
          <a:off x="4882242" y="929246"/>
          <a:ext cx="1728104" cy="10759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Ethical and legal issues</a:t>
          </a:r>
        </a:p>
      </dsp:txBody>
      <dsp:txXfrm>
        <a:off x="4882242" y="929246"/>
        <a:ext cx="1728104" cy="1075969"/>
      </dsp:txXfrm>
    </dsp:sp>
    <dsp:sp modelId="{9B5EDE38-80F6-4F76-AB45-F0FC6E6AEC94}">
      <dsp:nvSpPr>
        <dsp:cNvPr id="0" name=""/>
        <dsp:cNvSpPr/>
      </dsp:nvSpPr>
      <dsp:spPr>
        <a:xfrm>
          <a:off x="3205316" y="1976360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6AFA8C0-C12C-4987-8D0B-CE48A91CC1BA}">
      <dsp:nvSpPr>
        <dsp:cNvPr id="0" name=""/>
        <dsp:cNvSpPr/>
      </dsp:nvSpPr>
      <dsp:spPr>
        <a:xfrm>
          <a:off x="5048406" y="2298661"/>
          <a:ext cx="1694871" cy="114933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Documentation and metadata</a:t>
          </a:r>
        </a:p>
      </dsp:txBody>
      <dsp:txXfrm>
        <a:off x="5048406" y="2298661"/>
        <a:ext cx="1694871" cy="1149330"/>
      </dsp:txXfrm>
    </dsp:sp>
    <dsp:sp modelId="{1DBB1079-7304-46F9-94EF-CB41E22345BC}">
      <dsp:nvSpPr>
        <dsp:cNvPr id="0" name=""/>
        <dsp:cNvSpPr/>
      </dsp:nvSpPr>
      <dsp:spPr>
        <a:xfrm>
          <a:off x="2881628" y="2382294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B57FF16-D211-4AD9-BC50-AE09F0210615}">
      <dsp:nvSpPr>
        <dsp:cNvPr id="0" name=""/>
        <dsp:cNvSpPr/>
      </dsp:nvSpPr>
      <dsp:spPr>
        <a:xfrm>
          <a:off x="4317285" y="3839254"/>
          <a:ext cx="1827803" cy="105151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>
              <a:solidFill>
                <a:schemeClr val="bg1">
                  <a:lumMod val="65000"/>
                </a:schemeClr>
              </a:solidFill>
            </a:rPr>
            <a:t>Resources and Responsibilities</a:t>
          </a:r>
          <a:endParaRPr lang="en-US" sz="1400" b="0" kern="1200" dirty="0">
            <a:solidFill>
              <a:schemeClr val="bg1">
                <a:lumMod val="65000"/>
              </a:schemeClr>
            </a:solidFill>
          </a:endParaRPr>
        </a:p>
      </dsp:txBody>
      <dsp:txXfrm>
        <a:off x="4317285" y="3839254"/>
        <a:ext cx="1827803" cy="1051515"/>
      </dsp:txXfrm>
    </dsp:sp>
    <dsp:sp modelId="{CA0AB2AA-07E7-454C-84A0-206BF1822B22}">
      <dsp:nvSpPr>
        <dsp:cNvPr id="0" name=""/>
        <dsp:cNvSpPr/>
      </dsp:nvSpPr>
      <dsp:spPr>
        <a:xfrm>
          <a:off x="2363197" y="2382294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C910D8B-DE83-4DAE-91BC-4C54EC7D3262}">
      <dsp:nvSpPr>
        <dsp:cNvPr id="0" name=""/>
        <dsp:cNvSpPr/>
      </dsp:nvSpPr>
      <dsp:spPr>
        <a:xfrm>
          <a:off x="694911" y="3839254"/>
          <a:ext cx="1827803" cy="105151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Data sharing and reuse</a:t>
          </a:r>
        </a:p>
      </dsp:txBody>
      <dsp:txXfrm>
        <a:off x="694911" y="3839254"/>
        <a:ext cx="1827803" cy="1051515"/>
      </dsp:txXfrm>
    </dsp:sp>
    <dsp:sp modelId="{42B34CC6-03A0-42B6-81D3-C7CA7448D9BA}">
      <dsp:nvSpPr>
        <dsp:cNvPr id="0" name=""/>
        <dsp:cNvSpPr/>
      </dsp:nvSpPr>
      <dsp:spPr>
        <a:xfrm>
          <a:off x="2039510" y="1976360"/>
          <a:ext cx="1595173" cy="15953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92FF974-EBFB-4765-BB71-1352F8B53CAB}">
      <dsp:nvSpPr>
        <dsp:cNvPr id="0" name=""/>
        <dsp:cNvSpPr/>
      </dsp:nvSpPr>
      <dsp:spPr>
        <a:xfrm>
          <a:off x="96721" y="2298661"/>
          <a:ext cx="1694871" cy="114933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Data storage during the project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Security, back-up, transfer &amp; access</a:t>
          </a:r>
        </a:p>
      </dsp:txBody>
      <dsp:txXfrm>
        <a:off x="96721" y="2298661"/>
        <a:ext cx="1694871" cy="1149330"/>
      </dsp:txXfrm>
    </dsp:sp>
    <dsp:sp modelId="{16DBED2C-E430-4F26-A050-03A6E5151F75}">
      <dsp:nvSpPr>
        <dsp:cNvPr id="0" name=""/>
        <dsp:cNvSpPr/>
      </dsp:nvSpPr>
      <dsp:spPr>
        <a:xfrm>
          <a:off x="2154495" y="1470165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15046DC-8FDF-4682-B9E7-E1EA1A898E7A}">
      <dsp:nvSpPr>
        <dsp:cNvPr id="0" name=""/>
        <dsp:cNvSpPr/>
      </dsp:nvSpPr>
      <dsp:spPr>
        <a:xfrm>
          <a:off x="229652" y="929246"/>
          <a:ext cx="1728104" cy="10759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>
              <a:solidFill>
                <a:schemeClr val="bg1">
                  <a:lumMod val="65000"/>
                </a:schemeClr>
              </a:solidFill>
            </a:rPr>
            <a:t>Long-term preservation</a:t>
          </a:r>
        </a:p>
      </dsp:txBody>
      <dsp:txXfrm>
        <a:off x="229652" y="929246"/>
        <a:ext cx="1728104" cy="107596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48A8D3-FCC7-45C5-A045-49CB86F5EFA8}">
      <dsp:nvSpPr>
        <dsp:cNvPr id="0" name=""/>
        <dsp:cNvSpPr/>
      </dsp:nvSpPr>
      <dsp:spPr>
        <a:xfrm>
          <a:off x="2622413" y="1245190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E96EB48-9F85-4910-8988-3A0AA710D7AD}">
      <dsp:nvSpPr>
        <dsp:cNvPr id="0" name=""/>
        <dsp:cNvSpPr/>
      </dsp:nvSpPr>
      <dsp:spPr>
        <a:xfrm>
          <a:off x="2506098" y="0"/>
          <a:ext cx="1827803" cy="97815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Data summary / description</a:t>
          </a:r>
          <a:endParaRPr lang="en-BE" sz="1400" b="0" kern="1200" dirty="0">
            <a:solidFill>
              <a:schemeClr val="bg1">
                <a:lumMod val="65000"/>
              </a:schemeClr>
            </a:solidFill>
          </a:endParaRPr>
        </a:p>
      </dsp:txBody>
      <dsp:txXfrm>
        <a:off x="2506098" y="0"/>
        <a:ext cx="1827803" cy="978154"/>
      </dsp:txXfrm>
    </dsp:sp>
    <dsp:sp modelId="{A64A58E8-A03A-4D8C-B7B0-03C549EE4649}">
      <dsp:nvSpPr>
        <dsp:cNvPr id="0" name=""/>
        <dsp:cNvSpPr/>
      </dsp:nvSpPr>
      <dsp:spPr>
        <a:xfrm>
          <a:off x="3090330" y="1470165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AE42488-5BA9-48E1-BD4F-1DF5DE76FAED}">
      <dsp:nvSpPr>
        <dsp:cNvPr id="0" name=""/>
        <dsp:cNvSpPr/>
      </dsp:nvSpPr>
      <dsp:spPr>
        <a:xfrm>
          <a:off x="4882242" y="929246"/>
          <a:ext cx="1728104" cy="10759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Ethical and legal issues</a:t>
          </a:r>
        </a:p>
      </dsp:txBody>
      <dsp:txXfrm>
        <a:off x="4882242" y="929246"/>
        <a:ext cx="1728104" cy="1075969"/>
      </dsp:txXfrm>
    </dsp:sp>
    <dsp:sp modelId="{9B5EDE38-80F6-4F76-AB45-F0FC6E6AEC94}">
      <dsp:nvSpPr>
        <dsp:cNvPr id="0" name=""/>
        <dsp:cNvSpPr/>
      </dsp:nvSpPr>
      <dsp:spPr>
        <a:xfrm>
          <a:off x="3205316" y="1976360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6AFA8C0-C12C-4987-8D0B-CE48A91CC1BA}">
      <dsp:nvSpPr>
        <dsp:cNvPr id="0" name=""/>
        <dsp:cNvSpPr/>
      </dsp:nvSpPr>
      <dsp:spPr>
        <a:xfrm>
          <a:off x="5048406" y="2298661"/>
          <a:ext cx="1694871" cy="114933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Documentation and metadata</a:t>
          </a:r>
        </a:p>
      </dsp:txBody>
      <dsp:txXfrm>
        <a:off x="5048406" y="2298661"/>
        <a:ext cx="1694871" cy="1149330"/>
      </dsp:txXfrm>
    </dsp:sp>
    <dsp:sp modelId="{1DBB1079-7304-46F9-94EF-CB41E22345BC}">
      <dsp:nvSpPr>
        <dsp:cNvPr id="0" name=""/>
        <dsp:cNvSpPr/>
      </dsp:nvSpPr>
      <dsp:spPr>
        <a:xfrm>
          <a:off x="2881628" y="2382294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B57FF16-D211-4AD9-BC50-AE09F0210615}">
      <dsp:nvSpPr>
        <dsp:cNvPr id="0" name=""/>
        <dsp:cNvSpPr/>
      </dsp:nvSpPr>
      <dsp:spPr>
        <a:xfrm>
          <a:off x="4317285" y="3839254"/>
          <a:ext cx="1827803" cy="105151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>
              <a:solidFill>
                <a:schemeClr val="bg1">
                  <a:lumMod val="65000"/>
                </a:schemeClr>
              </a:solidFill>
            </a:rPr>
            <a:t>Resources and Responsibilities</a:t>
          </a:r>
          <a:endParaRPr lang="en-US" sz="1400" b="0" kern="1200" dirty="0">
            <a:solidFill>
              <a:schemeClr val="bg1">
                <a:lumMod val="65000"/>
              </a:schemeClr>
            </a:solidFill>
          </a:endParaRPr>
        </a:p>
      </dsp:txBody>
      <dsp:txXfrm>
        <a:off x="4317285" y="3839254"/>
        <a:ext cx="1827803" cy="1051515"/>
      </dsp:txXfrm>
    </dsp:sp>
    <dsp:sp modelId="{CA0AB2AA-07E7-454C-84A0-206BF1822B22}">
      <dsp:nvSpPr>
        <dsp:cNvPr id="0" name=""/>
        <dsp:cNvSpPr/>
      </dsp:nvSpPr>
      <dsp:spPr>
        <a:xfrm>
          <a:off x="2363197" y="2382294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C910D8B-DE83-4DAE-91BC-4C54EC7D3262}">
      <dsp:nvSpPr>
        <dsp:cNvPr id="0" name=""/>
        <dsp:cNvSpPr/>
      </dsp:nvSpPr>
      <dsp:spPr>
        <a:xfrm>
          <a:off x="694911" y="3839254"/>
          <a:ext cx="1827803" cy="105151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>
              <a:solidFill>
                <a:schemeClr val="bg1">
                  <a:lumMod val="65000"/>
                </a:schemeClr>
              </a:solidFill>
            </a:rPr>
            <a:t>Data sharing and reuse</a:t>
          </a:r>
        </a:p>
      </dsp:txBody>
      <dsp:txXfrm>
        <a:off x="694911" y="3839254"/>
        <a:ext cx="1827803" cy="1051515"/>
      </dsp:txXfrm>
    </dsp:sp>
    <dsp:sp modelId="{42B34CC6-03A0-42B6-81D3-C7CA7448D9BA}">
      <dsp:nvSpPr>
        <dsp:cNvPr id="0" name=""/>
        <dsp:cNvSpPr/>
      </dsp:nvSpPr>
      <dsp:spPr>
        <a:xfrm>
          <a:off x="2039510" y="1976360"/>
          <a:ext cx="1595173" cy="1595369"/>
        </a:xfrm>
        <a:prstGeom prst="ellipse">
          <a:avLst/>
        </a:prstGeom>
        <a:solidFill>
          <a:srgbClr val="01A2A6">
            <a:alpha val="5098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92FF974-EBFB-4765-BB71-1352F8B53CAB}">
      <dsp:nvSpPr>
        <dsp:cNvPr id="0" name=""/>
        <dsp:cNvSpPr/>
      </dsp:nvSpPr>
      <dsp:spPr>
        <a:xfrm>
          <a:off x="96721" y="2298661"/>
          <a:ext cx="1694871" cy="114933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>
              <a:solidFill>
                <a:schemeClr val="bg1">
                  <a:lumMod val="65000"/>
                </a:schemeClr>
              </a:solidFill>
            </a:rPr>
            <a:t>Data storage during the project</a:t>
          </a:r>
        </a:p>
      </dsp:txBody>
      <dsp:txXfrm>
        <a:off x="96721" y="2298661"/>
        <a:ext cx="1694871" cy="1149330"/>
      </dsp:txXfrm>
    </dsp:sp>
    <dsp:sp modelId="{16DBED2C-E430-4F26-A050-03A6E5151F75}">
      <dsp:nvSpPr>
        <dsp:cNvPr id="0" name=""/>
        <dsp:cNvSpPr/>
      </dsp:nvSpPr>
      <dsp:spPr>
        <a:xfrm>
          <a:off x="2154495" y="1470165"/>
          <a:ext cx="1595173" cy="15953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15046DC-8FDF-4682-B9E7-E1EA1A898E7A}">
      <dsp:nvSpPr>
        <dsp:cNvPr id="0" name=""/>
        <dsp:cNvSpPr/>
      </dsp:nvSpPr>
      <dsp:spPr>
        <a:xfrm>
          <a:off x="229652" y="929246"/>
          <a:ext cx="1728104" cy="10759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Long-term preservation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What, where, restrictions?</a:t>
          </a:r>
        </a:p>
      </dsp:txBody>
      <dsp:txXfrm>
        <a:off x="229652" y="929246"/>
        <a:ext cx="1728104" cy="107596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48A8D3-FCC7-45C5-A045-49CB86F5EFA8}">
      <dsp:nvSpPr>
        <dsp:cNvPr id="0" name=""/>
        <dsp:cNvSpPr/>
      </dsp:nvSpPr>
      <dsp:spPr>
        <a:xfrm>
          <a:off x="2622413" y="1245190"/>
          <a:ext cx="1595173" cy="15953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E96EB48-9F85-4910-8988-3A0AA710D7AD}">
      <dsp:nvSpPr>
        <dsp:cNvPr id="0" name=""/>
        <dsp:cNvSpPr/>
      </dsp:nvSpPr>
      <dsp:spPr>
        <a:xfrm>
          <a:off x="2506098" y="0"/>
          <a:ext cx="1827803" cy="97815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/>
            <a:t>Data summary / description</a:t>
          </a:r>
          <a:endParaRPr lang="en-BE" sz="1400" b="1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/>
            <a:t>Purpose, origin, type, format &amp; volume of the data</a:t>
          </a:r>
        </a:p>
      </dsp:txBody>
      <dsp:txXfrm>
        <a:off x="2506098" y="0"/>
        <a:ext cx="1827803" cy="978154"/>
      </dsp:txXfrm>
    </dsp:sp>
    <dsp:sp modelId="{A64A58E8-A03A-4D8C-B7B0-03C549EE4649}">
      <dsp:nvSpPr>
        <dsp:cNvPr id="0" name=""/>
        <dsp:cNvSpPr/>
      </dsp:nvSpPr>
      <dsp:spPr>
        <a:xfrm>
          <a:off x="3090330" y="1470165"/>
          <a:ext cx="1595173" cy="15953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AE42488-5BA9-48E1-BD4F-1DF5DE76FAED}">
      <dsp:nvSpPr>
        <dsp:cNvPr id="0" name=""/>
        <dsp:cNvSpPr/>
      </dsp:nvSpPr>
      <dsp:spPr>
        <a:xfrm>
          <a:off x="4882242" y="929246"/>
          <a:ext cx="1728104" cy="10759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/>
            <a:t>Ethical and legal issues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/>
            <a:t>IRB approval, IP, GDPR</a:t>
          </a:r>
        </a:p>
      </dsp:txBody>
      <dsp:txXfrm>
        <a:off x="4882242" y="929246"/>
        <a:ext cx="1728104" cy="1075969"/>
      </dsp:txXfrm>
    </dsp:sp>
    <dsp:sp modelId="{9B5EDE38-80F6-4F76-AB45-F0FC6E6AEC94}">
      <dsp:nvSpPr>
        <dsp:cNvPr id="0" name=""/>
        <dsp:cNvSpPr/>
      </dsp:nvSpPr>
      <dsp:spPr>
        <a:xfrm>
          <a:off x="3205316" y="1976360"/>
          <a:ext cx="1595173" cy="15953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6AFA8C0-C12C-4987-8D0B-CE48A91CC1BA}">
      <dsp:nvSpPr>
        <dsp:cNvPr id="0" name=""/>
        <dsp:cNvSpPr/>
      </dsp:nvSpPr>
      <dsp:spPr>
        <a:xfrm>
          <a:off x="5048406" y="2298661"/>
          <a:ext cx="1694871" cy="114933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/>
            <a:t>Documentation and metadata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/>
            <a:t>Where and how, standards, ontologies, vocabularies</a:t>
          </a:r>
        </a:p>
      </dsp:txBody>
      <dsp:txXfrm>
        <a:off x="5048406" y="2298661"/>
        <a:ext cx="1694871" cy="1149330"/>
      </dsp:txXfrm>
    </dsp:sp>
    <dsp:sp modelId="{1DBB1079-7304-46F9-94EF-CB41E22345BC}">
      <dsp:nvSpPr>
        <dsp:cNvPr id="0" name=""/>
        <dsp:cNvSpPr/>
      </dsp:nvSpPr>
      <dsp:spPr>
        <a:xfrm>
          <a:off x="2881628" y="2382294"/>
          <a:ext cx="1595173" cy="15953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B57FF16-D211-4AD9-BC50-AE09F0210615}">
      <dsp:nvSpPr>
        <dsp:cNvPr id="0" name=""/>
        <dsp:cNvSpPr/>
      </dsp:nvSpPr>
      <dsp:spPr>
        <a:xfrm>
          <a:off x="4317285" y="3839254"/>
          <a:ext cx="1827803" cy="105151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/>
            <a:t>Resources and Responsibilities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/>
            <a:t>Costs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/>
            <a:t>Owner and roles</a:t>
          </a:r>
        </a:p>
      </dsp:txBody>
      <dsp:txXfrm>
        <a:off x="4317285" y="3839254"/>
        <a:ext cx="1827803" cy="1051515"/>
      </dsp:txXfrm>
    </dsp:sp>
    <dsp:sp modelId="{CA0AB2AA-07E7-454C-84A0-206BF1822B22}">
      <dsp:nvSpPr>
        <dsp:cNvPr id="0" name=""/>
        <dsp:cNvSpPr/>
      </dsp:nvSpPr>
      <dsp:spPr>
        <a:xfrm>
          <a:off x="2363197" y="2382294"/>
          <a:ext cx="1595173" cy="15953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C910D8B-DE83-4DAE-91BC-4C54EC7D3262}">
      <dsp:nvSpPr>
        <dsp:cNvPr id="0" name=""/>
        <dsp:cNvSpPr/>
      </dsp:nvSpPr>
      <dsp:spPr>
        <a:xfrm>
          <a:off x="694911" y="3839254"/>
          <a:ext cx="1827803" cy="105151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/>
            <a:t>Data sharing and reuse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/>
            <a:t>Repositories, terms, contracts, licenses</a:t>
          </a:r>
        </a:p>
      </dsp:txBody>
      <dsp:txXfrm>
        <a:off x="694911" y="3839254"/>
        <a:ext cx="1827803" cy="1051515"/>
      </dsp:txXfrm>
    </dsp:sp>
    <dsp:sp modelId="{42B34CC6-03A0-42B6-81D3-C7CA7448D9BA}">
      <dsp:nvSpPr>
        <dsp:cNvPr id="0" name=""/>
        <dsp:cNvSpPr/>
      </dsp:nvSpPr>
      <dsp:spPr>
        <a:xfrm>
          <a:off x="2039510" y="1976360"/>
          <a:ext cx="1595173" cy="15953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92FF974-EBFB-4765-BB71-1352F8B53CAB}">
      <dsp:nvSpPr>
        <dsp:cNvPr id="0" name=""/>
        <dsp:cNvSpPr/>
      </dsp:nvSpPr>
      <dsp:spPr>
        <a:xfrm>
          <a:off x="96721" y="2298661"/>
          <a:ext cx="1694871" cy="114933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Data storage during the project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Security, back-up, transfer &amp; access</a:t>
          </a:r>
        </a:p>
      </dsp:txBody>
      <dsp:txXfrm>
        <a:off x="96721" y="2298661"/>
        <a:ext cx="1694871" cy="1149330"/>
      </dsp:txXfrm>
    </dsp:sp>
    <dsp:sp modelId="{16DBED2C-E430-4F26-A050-03A6E5151F75}">
      <dsp:nvSpPr>
        <dsp:cNvPr id="0" name=""/>
        <dsp:cNvSpPr/>
      </dsp:nvSpPr>
      <dsp:spPr>
        <a:xfrm>
          <a:off x="2154495" y="1470165"/>
          <a:ext cx="1595173" cy="15953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15046DC-8FDF-4682-B9E7-E1EA1A898E7A}">
      <dsp:nvSpPr>
        <dsp:cNvPr id="0" name=""/>
        <dsp:cNvSpPr/>
      </dsp:nvSpPr>
      <dsp:spPr>
        <a:xfrm>
          <a:off x="229652" y="929246"/>
          <a:ext cx="1728104" cy="107596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Long-term preservation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What, where, restrictions?</a:t>
          </a:r>
        </a:p>
      </dsp:txBody>
      <dsp:txXfrm>
        <a:off x="229652" y="929246"/>
        <a:ext cx="1728104" cy="1075969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A47D44-E7B5-40AF-8B49-ECA6E268D100}">
      <dsp:nvSpPr>
        <dsp:cNvPr id="0" name=""/>
        <dsp:cNvSpPr/>
      </dsp:nvSpPr>
      <dsp:spPr>
        <a:xfrm>
          <a:off x="0" y="0"/>
          <a:ext cx="3314999" cy="4605686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450" tIns="330200" rIns="258450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100" kern="1200"/>
            <a:t>Be consistent throughout the document. </a:t>
          </a:r>
          <a:endParaRPr lang="en-US" sz="21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BE" sz="1600" kern="1200"/>
            <a:t>If a dataset cannot be shared, do not mention in a later paragraph that all data will be shared openly on Zenodo</a:t>
          </a:r>
          <a:endParaRPr lang="en-US" sz="1600" kern="1200"/>
        </a:p>
      </dsp:txBody>
      <dsp:txXfrm>
        <a:off x="0" y="1750160"/>
        <a:ext cx="3314999" cy="2763411"/>
      </dsp:txXfrm>
    </dsp:sp>
    <dsp:sp modelId="{C68DEFDB-2958-47E0-86AB-A2219E5C0057}">
      <dsp:nvSpPr>
        <dsp:cNvPr id="0" name=""/>
        <dsp:cNvSpPr/>
      </dsp:nvSpPr>
      <dsp:spPr>
        <a:xfrm>
          <a:off x="966647" y="460568"/>
          <a:ext cx="1381705" cy="138170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723" tIns="12700" rIns="10772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68993" y="662914"/>
        <a:ext cx="977013" cy="977013"/>
      </dsp:txXfrm>
    </dsp:sp>
    <dsp:sp modelId="{F59AF9A6-D592-4024-B7C9-922D38E2C7C2}">
      <dsp:nvSpPr>
        <dsp:cNvPr id="0" name=""/>
        <dsp:cNvSpPr/>
      </dsp:nvSpPr>
      <dsp:spPr>
        <a:xfrm>
          <a:off x="0" y="4605614"/>
          <a:ext cx="3314999" cy="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B911CB-3952-483A-B211-7047C83C2D40}">
      <dsp:nvSpPr>
        <dsp:cNvPr id="0" name=""/>
        <dsp:cNvSpPr/>
      </dsp:nvSpPr>
      <dsp:spPr>
        <a:xfrm>
          <a:off x="3646499" y="0"/>
          <a:ext cx="3314999" cy="4605686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450" tIns="330200" rIns="258450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100" kern="1200"/>
            <a:t>If certain information is not available yet, mention when and how you will address the issue</a:t>
          </a:r>
          <a:endParaRPr lang="en-US" sz="2100" kern="1200"/>
        </a:p>
      </dsp:txBody>
      <dsp:txXfrm>
        <a:off x="3646499" y="1750160"/>
        <a:ext cx="3314999" cy="2763411"/>
      </dsp:txXfrm>
    </dsp:sp>
    <dsp:sp modelId="{FD335C94-7AF9-47FC-AB5F-FA90C4649FF0}">
      <dsp:nvSpPr>
        <dsp:cNvPr id="0" name=""/>
        <dsp:cNvSpPr/>
      </dsp:nvSpPr>
      <dsp:spPr>
        <a:xfrm>
          <a:off x="4613147" y="460568"/>
          <a:ext cx="1381705" cy="138170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723" tIns="12700" rIns="10772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815493" y="662914"/>
        <a:ext cx="977013" cy="977013"/>
      </dsp:txXfrm>
    </dsp:sp>
    <dsp:sp modelId="{F0A4E24B-E5B2-4060-8527-FA1ADD55C904}">
      <dsp:nvSpPr>
        <dsp:cNvPr id="0" name=""/>
        <dsp:cNvSpPr/>
      </dsp:nvSpPr>
      <dsp:spPr>
        <a:xfrm>
          <a:off x="3646499" y="4605614"/>
          <a:ext cx="3314999" cy="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A796ED-4F7C-4241-8659-C14003C2793B}">
      <dsp:nvSpPr>
        <dsp:cNvPr id="0" name=""/>
        <dsp:cNvSpPr/>
      </dsp:nvSpPr>
      <dsp:spPr>
        <a:xfrm>
          <a:off x="7292999" y="0"/>
          <a:ext cx="3314999" cy="4605686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450" tIns="330200" rIns="258450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100" kern="1200"/>
            <a:t>Be complete for every question: mention all datatypes or outputs. </a:t>
          </a:r>
          <a:endParaRPr lang="en-US" sz="21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BE" sz="1600" kern="1200"/>
            <a:t>E.g.: For WP1 this question is not applicable, for WP 2-3 we will do this, and for WP 4-6 we will do that. </a:t>
          </a:r>
          <a:endParaRPr lang="en-US" sz="1600" kern="1200"/>
        </a:p>
      </dsp:txBody>
      <dsp:txXfrm>
        <a:off x="7292999" y="1750160"/>
        <a:ext cx="3314999" cy="2763411"/>
      </dsp:txXfrm>
    </dsp:sp>
    <dsp:sp modelId="{B0F181F5-7621-46EC-B9CF-76B948B54809}">
      <dsp:nvSpPr>
        <dsp:cNvPr id="0" name=""/>
        <dsp:cNvSpPr/>
      </dsp:nvSpPr>
      <dsp:spPr>
        <a:xfrm>
          <a:off x="8259647" y="460568"/>
          <a:ext cx="1381705" cy="138170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723" tIns="12700" rIns="10772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461993" y="662914"/>
        <a:ext cx="977013" cy="977013"/>
      </dsp:txXfrm>
    </dsp:sp>
    <dsp:sp modelId="{E709C87B-B435-4541-B502-24E3E85F928D}">
      <dsp:nvSpPr>
        <dsp:cNvPr id="0" name=""/>
        <dsp:cNvSpPr/>
      </dsp:nvSpPr>
      <dsp:spPr>
        <a:xfrm>
          <a:off x="7292999" y="4605614"/>
          <a:ext cx="3314999" cy="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61281F7-D938-640D-0E4A-0855AC9ED1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96DFAD-5558-4BDD-F34D-D1563E8E8F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D6ADD-B21C-E948-AA04-DCFC50B51270}" type="datetimeFigureOut">
              <a:rPr lang="en-BE" smtClean="0"/>
              <a:t>24/10/2025</a:t>
            </a:fld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E40D42-69DB-4AE7-F156-C620991F75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40471F-1FE7-7945-A53A-D70D6E2125E3}" type="slidenum">
              <a:rPr lang="en-BE" smtClean="0"/>
              <a:t>‹#›</a:t>
            </a:fld>
            <a:endParaRPr lang="en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C8925A-4D42-40F9-6535-2110A38B0D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51" t="24623" r="16868" b="24268"/>
          <a:stretch/>
        </p:blipFill>
        <p:spPr>
          <a:xfrm>
            <a:off x="138545" y="8685213"/>
            <a:ext cx="658351" cy="34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1651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571814-10B7-DF4E-B6E5-F469B8DD27A5}" type="datetimeFigureOut">
              <a:rPr lang="en-BE" smtClean="0"/>
              <a:t>24/10/2025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4728FA-C277-644A-B7A0-E50FFC1951C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84839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gent.be/en/research/openscience/datamanagement/policies/ghent-university.htm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ugent.be/en/research/openscience/datamanagement/policies/external-funders.htm" TargetMode="External"/><Relationship Id="rId5" Type="http://schemas.openxmlformats.org/officeDocument/2006/relationships/hyperlink" Target="https://onderzoektips.ugent.be/en/tips/00002193/" TargetMode="External"/><Relationship Id="rId4" Type="http://schemas.openxmlformats.org/officeDocument/2006/relationships/hyperlink" Target="mailto:dmp.admin@ugent.be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Different funders have unique requirements and submission portals.</a:t>
            </a:r>
            <a:endParaRPr lang="en-GB" b="0" dirty="0"/>
          </a:p>
          <a:p>
            <a:endParaRPr lang="en-GB" b="0" dirty="0"/>
          </a:p>
          <a:p>
            <a:r>
              <a:rPr lang="en-GB" b="0" dirty="0"/>
              <a:t>Stages of Submission</a:t>
            </a:r>
          </a:p>
          <a:p>
            <a:pPr>
              <a:buFont typeface="+mj-lt"/>
              <a:buAutoNum type="arabicPeriod"/>
            </a:pPr>
            <a:r>
              <a:rPr lang="en-GB" b="0" dirty="0"/>
              <a:t>Proposal stage: Some funders (e.g., FWO, HEUROPE, ERC) require a light DMP at the proposal stage to provide a basic framework for data management.</a:t>
            </a:r>
          </a:p>
          <a:p>
            <a:pPr>
              <a:buFont typeface="+mj-lt"/>
              <a:buAutoNum type="arabicPeriod"/>
            </a:pPr>
            <a:r>
              <a:rPr lang="en-GB" b="0" dirty="0"/>
              <a:t>Post-award: By Month 6, an updated DMP is typically required to reflect detailed project planning. How/where to submit depends on the funder, as can been seen in the figure below. </a:t>
            </a:r>
          </a:p>
          <a:p>
            <a:pPr>
              <a:buFont typeface="+mj-lt"/>
              <a:buAutoNum type="arabicPeriod"/>
            </a:pPr>
            <a:r>
              <a:rPr lang="en-GB" b="0" dirty="0"/>
              <a:t>Project Lifetime: Final DMP submission is expected at the end of the project to document the outcomes and adherence to data management practices.</a:t>
            </a:r>
          </a:p>
          <a:p>
            <a:pPr>
              <a:buFont typeface="+mj-lt"/>
              <a:buAutoNum type="arabicPeriod"/>
            </a:pPr>
            <a:endParaRPr lang="en-GB" b="0" dirty="0"/>
          </a:p>
          <a:p>
            <a:r>
              <a:rPr lang="en-GB" b="1" dirty="0"/>
              <a:t>Project vs. PhD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0" dirty="0"/>
              <a:t>When your PhD research is funded through a project for which a DMP exist, as a PhD student you need to submit a PhD-specific DMP which can be based on the project's DMP.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0" dirty="0"/>
              <a:t>Project DMP might have to be submitted through a different venue. PhD DMP -&gt; dmp.admin@ugent.be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Education &amp; Examination Code 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requires all PhD candidates to write a DMP and submit it no later than six months after first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enrollment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sending your DMP to 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dmp.admin@ugent.be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PhD candidates with an FWO PhD fellowship need to 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upload their DMP to GISMO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comply with the 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FWO requirements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Ghent University regulations stipulate that you must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submit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your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initial DMP no later than 6 months after your first enrolment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Your funding body may also have regulations regarding research data management, so make sure to inform yourself. If you already have a DMP for your project (e.g. because your funding body requires one), you may submit that DMP instead of creating a new one. To submit your DMP, upload it in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GISMO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as part of your BOF/IOF, FWO or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cSBO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VLAIO project information. 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all other cases, submit your DMP by sending it to 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dmp.admin@ugent.be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GB" b="0" dirty="0"/>
          </a:p>
          <a:p>
            <a:pPr>
              <a:buFont typeface="+mj-lt"/>
              <a:buNone/>
            </a:pPr>
            <a:endParaRPr lang="en-GB" b="0" dirty="0"/>
          </a:p>
          <a:p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5558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Vrije vorm: vorm 15">
            <a:extLst>
              <a:ext uri="{FF2B5EF4-FFF2-40B4-BE49-F238E27FC236}">
                <a16:creationId xmlns:a16="http://schemas.microsoft.com/office/drawing/2014/main" id="{4A604E13-2276-D5DE-3D58-6EFB8E3967FB}"/>
              </a:ext>
            </a:extLst>
          </p:cNvPr>
          <p:cNvSpPr/>
          <p:nvPr/>
        </p:nvSpPr>
        <p:spPr>
          <a:xfrm>
            <a:off x="9907168" y="4571974"/>
            <a:ext cx="2286025" cy="2286025"/>
          </a:xfrm>
          <a:custGeom>
            <a:avLst/>
            <a:gdLst>
              <a:gd name="connsiteX0" fmla="*/ 2286025 w 2286025"/>
              <a:gd name="connsiteY0" fmla="*/ 1143013 h 2286025"/>
              <a:gd name="connsiteX1" fmla="*/ 1143013 w 2286025"/>
              <a:gd name="connsiteY1" fmla="*/ 2286026 h 2286025"/>
              <a:gd name="connsiteX2" fmla="*/ 1 w 2286025"/>
              <a:gd name="connsiteY2" fmla="*/ 1143013 h 2286025"/>
              <a:gd name="connsiteX3" fmla="*/ 1143013 w 2286025"/>
              <a:gd name="connsiteY3" fmla="*/ 0 h 2286025"/>
              <a:gd name="connsiteX4" fmla="*/ 2286025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5" y="1143013"/>
                </a:moveTo>
                <a:cubicBezTo>
                  <a:pt x="2286025" y="1774281"/>
                  <a:pt x="1774281" y="2286026"/>
                  <a:pt x="1143013" y="2286026"/>
                </a:cubicBezTo>
                <a:cubicBezTo>
                  <a:pt x="511744" y="2286026"/>
                  <a:pt x="1" y="1774281"/>
                  <a:pt x="1" y="1143013"/>
                </a:cubicBezTo>
                <a:cubicBezTo>
                  <a:pt x="1" y="511744"/>
                  <a:pt x="511744" y="0"/>
                  <a:pt x="1143013" y="0"/>
                </a:cubicBezTo>
                <a:cubicBezTo>
                  <a:pt x="1774281" y="0"/>
                  <a:pt x="2286025" y="511744"/>
                  <a:pt x="2286025" y="1143013"/>
                </a:cubicBezTo>
                <a:close/>
              </a:path>
            </a:pathLst>
          </a:custGeom>
          <a:solidFill>
            <a:srgbClr val="00A14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50B16225-2A86-355A-C1EF-3C85ECF0C92D}"/>
              </a:ext>
            </a:extLst>
          </p:cNvPr>
          <p:cNvSpPr/>
          <p:nvPr/>
        </p:nvSpPr>
        <p:spPr>
          <a:xfrm rot="2700000">
            <a:off x="10241950" y="2620808"/>
            <a:ext cx="1616456" cy="1616456"/>
          </a:xfrm>
          <a:custGeom>
            <a:avLst/>
            <a:gdLst>
              <a:gd name="connsiteX0" fmla="*/ 0 w 1616456"/>
              <a:gd name="connsiteY0" fmla="*/ 0 h 1616456"/>
              <a:gd name="connsiteX1" fmla="*/ 1616457 w 1616456"/>
              <a:gd name="connsiteY1" fmla="*/ 0 h 1616456"/>
              <a:gd name="connsiteX2" fmla="*/ 1616457 w 1616456"/>
              <a:gd name="connsiteY2" fmla="*/ 1616457 h 1616456"/>
              <a:gd name="connsiteX3" fmla="*/ 0 w 1616456"/>
              <a:gd name="connsiteY3" fmla="*/ 1616457 h 1616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6456" h="1616456">
                <a:moveTo>
                  <a:pt x="0" y="0"/>
                </a:moveTo>
                <a:lnTo>
                  <a:pt x="1616457" y="0"/>
                </a:lnTo>
                <a:lnTo>
                  <a:pt x="1616457" y="1616457"/>
                </a:lnTo>
                <a:lnTo>
                  <a:pt x="0" y="1616457"/>
                </a:ln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8" name="Vrije vorm: vorm 17">
            <a:extLst>
              <a:ext uri="{FF2B5EF4-FFF2-40B4-BE49-F238E27FC236}">
                <a16:creationId xmlns:a16="http://schemas.microsoft.com/office/drawing/2014/main" id="{5FAC88EB-12CC-AF74-3DA4-9849EEE0EF7A}"/>
              </a:ext>
            </a:extLst>
          </p:cNvPr>
          <p:cNvSpPr/>
          <p:nvPr/>
        </p:nvSpPr>
        <p:spPr>
          <a:xfrm>
            <a:off x="7621143" y="2285707"/>
            <a:ext cx="2286025" cy="2286025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rgbClr val="123F9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Vrije vorm: vorm 18">
            <a:extLst>
              <a:ext uri="{FF2B5EF4-FFF2-40B4-BE49-F238E27FC236}">
                <a16:creationId xmlns:a16="http://schemas.microsoft.com/office/drawing/2014/main" id="{932E4208-D2A2-676D-678E-A1239FD82EAD}"/>
              </a:ext>
            </a:extLst>
          </p:cNvPr>
          <p:cNvSpPr/>
          <p:nvPr/>
        </p:nvSpPr>
        <p:spPr>
          <a:xfrm>
            <a:off x="7621143" y="0"/>
            <a:ext cx="2286025" cy="2286025"/>
          </a:xfrm>
          <a:custGeom>
            <a:avLst/>
            <a:gdLst>
              <a:gd name="connsiteX0" fmla="*/ 2286025 w 2286025"/>
              <a:gd name="connsiteY0" fmla="*/ 1143013 h 2286025"/>
              <a:gd name="connsiteX1" fmla="*/ 1143013 w 2286025"/>
              <a:gd name="connsiteY1" fmla="*/ 2286026 h 2286025"/>
              <a:gd name="connsiteX2" fmla="*/ 0 w 2286025"/>
              <a:gd name="connsiteY2" fmla="*/ 1143013 h 2286025"/>
              <a:gd name="connsiteX3" fmla="*/ 1143013 w 2286025"/>
              <a:gd name="connsiteY3" fmla="*/ 0 h 2286025"/>
              <a:gd name="connsiteX4" fmla="*/ 2286025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5" y="1143013"/>
                </a:moveTo>
                <a:cubicBezTo>
                  <a:pt x="2286025" y="1774281"/>
                  <a:pt x="1774281" y="2286026"/>
                  <a:pt x="1143013" y="2286026"/>
                </a:cubicBezTo>
                <a:cubicBezTo>
                  <a:pt x="511744" y="2286026"/>
                  <a:pt x="0" y="1774281"/>
                  <a:pt x="0" y="1143013"/>
                </a:cubicBezTo>
                <a:cubicBezTo>
                  <a:pt x="0" y="511744"/>
                  <a:pt x="511744" y="0"/>
                  <a:pt x="1143013" y="0"/>
                </a:cubicBezTo>
                <a:cubicBezTo>
                  <a:pt x="1774281" y="0"/>
                  <a:pt x="2286025" y="511744"/>
                  <a:pt x="2286025" y="1143013"/>
                </a:cubicBezTo>
                <a:close/>
              </a:path>
            </a:pathLst>
          </a:custGeom>
          <a:solidFill>
            <a:srgbClr val="00A3A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0" name="Vrije vorm: vorm 19">
            <a:extLst>
              <a:ext uri="{FF2B5EF4-FFF2-40B4-BE49-F238E27FC236}">
                <a16:creationId xmlns:a16="http://schemas.microsoft.com/office/drawing/2014/main" id="{3E396590-C55C-AB05-C09C-CBC7682089C4}"/>
              </a:ext>
            </a:extLst>
          </p:cNvPr>
          <p:cNvSpPr/>
          <p:nvPr/>
        </p:nvSpPr>
        <p:spPr>
          <a:xfrm>
            <a:off x="6478130" y="0"/>
            <a:ext cx="1143013" cy="2286025"/>
          </a:xfrm>
          <a:custGeom>
            <a:avLst/>
            <a:gdLst>
              <a:gd name="connsiteX0" fmla="*/ 1143013 w 1143013"/>
              <a:gd name="connsiteY0" fmla="*/ 0 h 2286025"/>
              <a:gd name="connsiteX1" fmla="*/ 1143013 w 1143013"/>
              <a:gd name="connsiteY1" fmla="*/ 2286026 h 2286025"/>
              <a:gd name="connsiteX2" fmla="*/ 0 w 1143013"/>
              <a:gd name="connsiteY2" fmla="*/ 1143013 h 2286025"/>
              <a:gd name="connsiteX3" fmla="*/ 1143013 w 1143013"/>
              <a:gd name="connsiteY3" fmla="*/ 0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13" h="2286025">
                <a:moveTo>
                  <a:pt x="1143013" y="0"/>
                </a:moveTo>
                <a:lnTo>
                  <a:pt x="1143013" y="2286026"/>
                </a:lnTo>
                <a:cubicBezTo>
                  <a:pt x="511785" y="2286026"/>
                  <a:pt x="0" y="1774241"/>
                  <a:pt x="0" y="1143013"/>
                </a:cubicBezTo>
                <a:cubicBezTo>
                  <a:pt x="0" y="511785"/>
                  <a:pt x="511785" y="0"/>
                  <a:pt x="1143013" y="0"/>
                </a:cubicBez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1" name="Vrije vorm: vorm 20">
            <a:extLst>
              <a:ext uri="{FF2B5EF4-FFF2-40B4-BE49-F238E27FC236}">
                <a16:creationId xmlns:a16="http://schemas.microsoft.com/office/drawing/2014/main" id="{D8982F97-2479-6D1B-B7A0-953536834A38}"/>
              </a:ext>
            </a:extLst>
          </p:cNvPr>
          <p:cNvSpPr/>
          <p:nvPr/>
        </p:nvSpPr>
        <p:spPr>
          <a:xfrm>
            <a:off x="7621143" y="4571746"/>
            <a:ext cx="2286024" cy="1143012"/>
          </a:xfrm>
          <a:custGeom>
            <a:avLst/>
            <a:gdLst>
              <a:gd name="connsiteX0" fmla="*/ 2286025 w 2286024"/>
              <a:gd name="connsiteY0" fmla="*/ 1143012 h 1143012"/>
              <a:gd name="connsiteX1" fmla="*/ 0 w 2286024"/>
              <a:gd name="connsiteY1" fmla="*/ 1143012 h 1143012"/>
              <a:gd name="connsiteX2" fmla="*/ 1143012 w 2286024"/>
              <a:gd name="connsiteY2" fmla="*/ 0 h 1143012"/>
              <a:gd name="connsiteX3" fmla="*/ 2286025 w 2286024"/>
              <a:gd name="connsiteY3" fmla="*/ 1143012 h 114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4" h="1143012">
                <a:moveTo>
                  <a:pt x="2286025" y="1143012"/>
                </a:moveTo>
                <a:lnTo>
                  <a:pt x="0" y="1143012"/>
                </a:lnTo>
                <a:cubicBezTo>
                  <a:pt x="0" y="511772"/>
                  <a:pt x="511784" y="0"/>
                  <a:pt x="1143012" y="0"/>
                </a:cubicBezTo>
                <a:cubicBezTo>
                  <a:pt x="1774241" y="0"/>
                  <a:pt x="2286025" y="511772"/>
                  <a:pt x="2286025" y="1143012"/>
                </a:cubicBezTo>
                <a:close/>
              </a:path>
            </a:pathLst>
          </a:custGeom>
          <a:solidFill>
            <a:srgbClr val="EE641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2" name="Vrije vorm: vorm 21">
            <a:extLst>
              <a:ext uri="{FF2B5EF4-FFF2-40B4-BE49-F238E27FC236}">
                <a16:creationId xmlns:a16="http://schemas.microsoft.com/office/drawing/2014/main" id="{B2D793A6-2CFD-8B8D-9624-10E6E7FB2A1D}"/>
              </a:ext>
            </a:extLst>
          </p:cNvPr>
          <p:cNvSpPr/>
          <p:nvPr/>
        </p:nvSpPr>
        <p:spPr>
          <a:xfrm>
            <a:off x="9907168" y="1142451"/>
            <a:ext cx="2286025" cy="1143015"/>
          </a:xfrm>
          <a:custGeom>
            <a:avLst/>
            <a:gdLst>
              <a:gd name="connsiteX0" fmla="*/ 0 w 2286025"/>
              <a:gd name="connsiteY0" fmla="*/ 1143015 h 1143015"/>
              <a:gd name="connsiteX1" fmla="*/ 2286026 w 2286025"/>
              <a:gd name="connsiteY1" fmla="*/ 1143015 h 1143015"/>
              <a:gd name="connsiteX2" fmla="*/ 1143013 w 2286025"/>
              <a:gd name="connsiteY2" fmla="*/ 0 h 1143015"/>
              <a:gd name="connsiteX3" fmla="*/ 0 w 2286025"/>
              <a:gd name="connsiteY3" fmla="*/ 1143015 h 114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5">
                <a:moveTo>
                  <a:pt x="0" y="1143015"/>
                </a:moveTo>
                <a:lnTo>
                  <a:pt x="2286026" y="1143015"/>
                </a:lnTo>
                <a:lnTo>
                  <a:pt x="1143013" y="0"/>
                </a:lnTo>
                <a:lnTo>
                  <a:pt x="0" y="1143015"/>
                </a:lnTo>
                <a:close/>
              </a:path>
            </a:pathLst>
          </a:custGeom>
          <a:solidFill>
            <a:srgbClr val="FBB70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771BDE5-4FBC-E641-F5ED-E3400B3215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91995" y="5030067"/>
            <a:ext cx="5616000" cy="963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94925F7-3367-5E1C-72A7-0F7C7D5098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996" y="2206486"/>
            <a:ext cx="5616000" cy="26280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6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1CC6DF8-10D5-107D-4D76-E2F385D50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9999" y="288000"/>
            <a:ext cx="914400" cy="485775"/>
          </a:xfrm>
          <a:prstGeom prst="rect">
            <a:avLst/>
          </a:prstGeom>
        </p:spPr>
      </p:pic>
      <p:sp>
        <p:nvSpPr>
          <p:cNvPr id="27" name="Tijdelijke aanduiding voor tekst 26">
            <a:extLst>
              <a:ext uri="{FF2B5EF4-FFF2-40B4-BE49-F238E27FC236}">
                <a16:creationId xmlns:a16="http://schemas.microsoft.com/office/drawing/2014/main" id="{9264BFF3-D41E-C37E-E1E9-C2B8F5E70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996" y="6329094"/>
            <a:ext cx="5616000" cy="24702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 err="1"/>
              <a:t>Add</a:t>
            </a:r>
            <a:r>
              <a:rPr lang="nl-NL" dirty="0"/>
              <a:t> name or descriptor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DFBEB1-36E4-72AE-EB7C-5895E8075619}"/>
              </a:ext>
            </a:extLst>
          </p:cNvPr>
          <p:cNvSpPr txBox="1"/>
          <p:nvPr userDrawn="1"/>
        </p:nvSpPr>
        <p:spPr>
          <a:xfrm>
            <a:off x="7422078" y="6284426"/>
            <a:ext cx="2351314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000C6A84-3C4B-5949-BDDB-4AE7A789C2BE}" type="datetime3">
              <a:rPr lang="en-US" sz="1200" smtClean="0"/>
              <a:t>24 October 2025</a:t>
            </a:fld>
            <a:endParaRPr lang="en-BE" sz="1200" dirty="0"/>
          </a:p>
        </p:txBody>
      </p:sp>
    </p:spTree>
    <p:extLst>
      <p:ext uri="{BB962C8B-B14F-4D97-AF65-F5344CB8AC3E}">
        <p14:creationId xmlns:p14="http://schemas.microsoft.com/office/powerpoint/2010/main" val="2160886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41CC6DF8-10D5-107D-4D76-E2F385D50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9999" y="288000"/>
            <a:ext cx="914400" cy="485775"/>
          </a:xfrm>
          <a:prstGeom prst="rect">
            <a:avLst/>
          </a:prstGeom>
        </p:spPr>
      </p:pic>
      <p:sp>
        <p:nvSpPr>
          <p:cNvPr id="5" name="Vrije vorm: vorm 4">
            <a:extLst>
              <a:ext uri="{FF2B5EF4-FFF2-40B4-BE49-F238E27FC236}">
                <a16:creationId xmlns:a16="http://schemas.microsoft.com/office/drawing/2014/main" id="{31B677B2-FDEC-BE31-D473-F7F6EE179AB5}"/>
              </a:ext>
            </a:extLst>
          </p:cNvPr>
          <p:cNvSpPr/>
          <p:nvPr/>
        </p:nvSpPr>
        <p:spPr>
          <a:xfrm>
            <a:off x="9905482" y="-4"/>
            <a:ext cx="2286025" cy="2286025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3 w 2286025"/>
              <a:gd name="connsiteY1" fmla="*/ 2286026 h 2286025"/>
              <a:gd name="connsiteX2" fmla="*/ 0 w 2286025"/>
              <a:gd name="connsiteY2" fmla="*/ 1143013 h 2286025"/>
              <a:gd name="connsiteX3" fmla="*/ 1143013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3" y="2286026"/>
                </a:cubicBezTo>
                <a:cubicBezTo>
                  <a:pt x="511744" y="2286026"/>
                  <a:pt x="0" y="1774282"/>
                  <a:pt x="0" y="1143013"/>
                </a:cubicBezTo>
                <a:cubicBezTo>
                  <a:pt x="0" y="511744"/>
                  <a:pt x="511744" y="0"/>
                  <a:pt x="1143013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00A14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Vrije vorm: vorm 5">
            <a:extLst>
              <a:ext uri="{FF2B5EF4-FFF2-40B4-BE49-F238E27FC236}">
                <a16:creationId xmlns:a16="http://schemas.microsoft.com/office/drawing/2014/main" id="{92DEBC30-FB5D-D89A-0BDD-605F5D36C8F8}"/>
              </a:ext>
            </a:extLst>
          </p:cNvPr>
          <p:cNvSpPr/>
          <p:nvPr/>
        </p:nvSpPr>
        <p:spPr>
          <a:xfrm rot="13500000">
            <a:off x="10241964" y="4906525"/>
            <a:ext cx="1616455" cy="1616455"/>
          </a:xfrm>
          <a:custGeom>
            <a:avLst/>
            <a:gdLst>
              <a:gd name="connsiteX0" fmla="*/ 0 w 1616455"/>
              <a:gd name="connsiteY0" fmla="*/ 0 h 1616455"/>
              <a:gd name="connsiteX1" fmla="*/ 1616455 w 1616455"/>
              <a:gd name="connsiteY1" fmla="*/ 0 h 1616455"/>
              <a:gd name="connsiteX2" fmla="*/ 1616455 w 1616455"/>
              <a:gd name="connsiteY2" fmla="*/ 1616455 h 1616455"/>
              <a:gd name="connsiteX3" fmla="*/ 0 w 1616455"/>
              <a:gd name="connsiteY3" fmla="*/ 1616455 h 1616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6455" h="1616455">
                <a:moveTo>
                  <a:pt x="0" y="0"/>
                </a:moveTo>
                <a:lnTo>
                  <a:pt x="1616455" y="0"/>
                </a:lnTo>
                <a:lnTo>
                  <a:pt x="1616455" y="1616455"/>
                </a:lnTo>
                <a:lnTo>
                  <a:pt x="0" y="1616455"/>
                </a:lnTo>
                <a:close/>
              </a:path>
            </a:pathLst>
          </a:custGeom>
          <a:solidFill>
            <a:srgbClr val="E82E4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60E37A87-2260-E75B-E050-A8C6C3431799}"/>
              </a:ext>
            </a:extLst>
          </p:cNvPr>
          <p:cNvSpPr/>
          <p:nvPr/>
        </p:nvSpPr>
        <p:spPr>
          <a:xfrm rot="13500000">
            <a:off x="7955933" y="334223"/>
            <a:ext cx="1616455" cy="1616455"/>
          </a:xfrm>
          <a:custGeom>
            <a:avLst/>
            <a:gdLst>
              <a:gd name="connsiteX0" fmla="*/ 0 w 1616455"/>
              <a:gd name="connsiteY0" fmla="*/ 0 h 1616455"/>
              <a:gd name="connsiteX1" fmla="*/ 1616455 w 1616455"/>
              <a:gd name="connsiteY1" fmla="*/ 0 h 1616455"/>
              <a:gd name="connsiteX2" fmla="*/ 1616455 w 1616455"/>
              <a:gd name="connsiteY2" fmla="*/ 1616455 h 1616455"/>
              <a:gd name="connsiteX3" fmla="*/ 0 w 1616455"/>
              <a:gd name="connsiteY3" fmla="*/ 1616455 h 1616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6455" h="1616455">
                <a:moveTo>
                  <a:pt x="0" y="0"/>
                </a:moveTo>
                <a:lnTo>
                  <a:pt x="1616455" y="0"/>
                </a:lnTo>
                <a:lnTo>
                  <a:pt x="1616455" y="1616455"/>
                </a:lnTo>
                <a:lnTo>
                  <a:pt x="0" y="1616455"/>
                </a:lnTo>
                <a:close/>
              </a:path>
            </a:pathLst>
          </a:custGeom>
          <a:solidFill>
            <a:srgbClr val="00A3A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D7FF91A6-FEC5-09C9-D90E-0CA0E2D510D8}"/>
              </a:ext>
            </a:extLst>
          </p:cNvPr>
          <p:cNvSpPr/>
          <p:nvPr/>
        </p:nvSpPr>
        <p:spPr>
          <a:xfrm rot="10800000">
            <a:off x="9907178" y="2286255"/>
            <a:ext cx="2286025" cy="2286025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rgbClr val="123F9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2" name="Vrije vorm: vorm 11">
            <a:extLst>
              <a:ext uri="{FF2B5EF4-FFF2-40B4-BE49-F238E27FC236}">
                <a16:creationId xmlns:a16="http://schemas.microsoft.com/office/drawing/2014/main" id="{F7157B76-5FD8-0A6B-CE56-C7E6DB3CFD45}"/>
              </a:ext>
            </a:extLst>
          </p:cNvPr>
          <p:cNvSpPr/>
          <p:nvPr/>
        </p:nvSpPr>
        <p:spPr>
          <a:xfrm>
            <a:off x="7621153" y="2285596"/>
            <a:ext cx="2286025" cy="1143013"/>
          </a:xfrm>
          <a:custGeom>
            <a:avLst/>
            <a:gdLst>
              <a:gd name="connsiteX0" fmla="*/ 0 w 2286025"/>
              <a:gd name="connsiteY0" fmla="*/ 2 h 1143013"/>
              <a:gd name="connsiteX1" fmla="*/ 2286026 w 2286025"/>
              <a:gd name="connsiteY1" fmla="*/ 0 h 1143013"/>
              <a:gd name="connsiteX2" fmla="*/ 1143013 w 2286025"/>
              <a:gd name="connsiteY2" fmla="*/ 1143014 h 1143013"/>
              <a:gd name="connsiteX3" fmla="*/ 0 w 2286025"/>
              <a:gd name="connsiteY3" fmla="*/ 2 h 1143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3">
                <a:moveTo>
                  <a:pt x="0" y="2"/>
                </a:moveTo>
                <a:lnTo>
                  <a:pt x="2286026" y="0"/>
                </a:lnTo>
                <a:cubicBezTo>
                  <a:pt x="2286026" y="631229"/>
                  <a:pt x="1774242" y="1143014"/>
                  <a:pt x="1143013" y="1143014"/>
                </a:cubicBezTo>
                <a:cubicBezTo>
                  <a:pt x="511784" y="1143014"/>
                  <a:pt x="0" y="631231"/>
                  <a:pt x="0" y="2"/>
                </a:cubicBezTo>
                <a:close/>
              </a:path>
            </a:pathLst>
          </a:custGeom>
          <a:solidFill>
            <a:srgbClr val="EE641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3" name="Vrije vorm: vorm 12">
            <a:extLst>
              <a:ext uri="{FF2B5EF4-FFF2-40B4-BE49-F238E27FC236}">
                <a16:creationId xmlns:a16="http://schemas.microsoft.com/office/drawing/2014/main" id="{8A6DF230-60D9-8F24-9EA6-6794D520DB4F}"/>
              </a:ext>
            </a:extLst>
          </p:cNvPr>
          <p:cNvSpPr/>
          <p:nvPr/>
        </p:nvSpPr>
        <p:spPr>
          <a:xfrm>
            <a:off x="7621152" y="3428844"/>
            <a:ext cx="2286026" cy="1143012"/>
          </a:xfrm>
          <a:custGeom>
            <a:avLst/>
            <a:gdLst>
              <a:gd name="connsiteX0" fmla="*/ 0 w 2286026"/>
              <a:gd name="connsiteY0" fmla="*/ 1143013 h 1143012"/>
              <a:gd name="connsiteX1" fmla="*/ 2286026 w 2286026"/>
              <a:gd name="connsiteY1" fmla="*/ 1143013 h 1143012"/>
              <a:gd name="connsiteX2" fmla="*/ 1143013 w 2286026"/>
              <a:gd name="connsiteY2" fmla="*/ 0 h 1143012"/>
              <a:gd name="connsiteX3" fmla="*/ 0 w 2286026"/>
              <a:gd name="connsiteY3" fmla="*/ 1143013 h 114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6" h="1143012">
                <a:moveTo>
                  <a:pt x="0" y="1143013"/>
                </a:moveTo>
                <a:lnTo>
                  <a:pt x="2286026" y="1143013"/>
                </a:lnTo>
                <a:lnTo>
                  <a:pt x="1143013" y="0"/>
                </a:lnTo>
                <a:lnTo>
                  <a:pt x="0" y="1143013"/>
                </a:lnTo>
                <a:close/>
              </a:path>
            </a:pathLst>
          </a:custGeom>
          <a:solidFill>
            <a:srgbClr val="FBB70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35FC9D0D-1DA8-E5C7-457C-756B8796A2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91995" y="5030067"/>
            <a:ext cx="5616000" cy="963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B32D39A-72F7-E4D9-4F8D-C38283E51F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996" y="2206486"/>
            <a:ext cx="5616000" cy="26280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6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ijdelijke aanduiding voor tekst 26">
            <a:extLst>
              <a:ext uri="{FF2B5EF4-FFF2-40B4-BE49-F238E27FC236}">
                <a16:creationId xmlns:a16="http://schemas.microsoft.com/office/drawing/2014/main" id="{717501E0-3706-FD2B-6E36-1766CD9279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996" y="6329094"/>
            <a:ext cx="5616000" cy="24702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 err="1"/>
              <a:t>Add</a:t>
            </a:r>
            <a:r>
              <a:rPr lang="nl-NL" dirty="0"/>
              <a:t> name or descriptor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2375B7-56FC-889E-B2D8-DF4673A32810}"/>
              </a:ext>
            </a:extLst>
          </p:cNvPr>
          <p:cNvSpPr txBox="1"/>
          <p:nvPr userDrawn="1"/>
        </p:nvSpPr>
        <p:spPr>
          <a:xfrm>
            <a:off x="7422078" y="6284426"/>
            <a:ext cx="2351314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56F1D9B9-461A-CA44-AE93-2850E1F95648}" type="datetime3">
              <a:rPr lang="en-US" sz="1200" smtClean="0"/>
              <a:t>24 October 2025</a:t>
            </a:fld>
            <a:endParaRPr lang="en-BE" sz="1200" dirty="0"/>
          </a:p>
        </p:txBody>
      </p:sp>
    </p:spTree>
    <p:extLst>
      <p:ext uri="{BB962C8B-B14F-4D97-AF65-F5344CB8AC3E}">
        <p14:creationId xmlns:p14="http://schemas.microsoft.com/office/powerpoint/2010/main" val="225519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ark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528156B-733A-E015-B005-B2352FABC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000" y="288000"/>
            <a:ext cx="914400" cy="485775"/>
          </a:xfrm>
          <a:prstGeom prst="rect">
            <a:avLst/>
          </a:prstGeom>
        </p:spPr>
      </p:pic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052EB2AD-0448-9FA2-2FA3-F449EC1693EF}"/>
              </a:ext>
            </a:extLst>
          </p:cNvPr>
          <p:cNvSpPr/>
          <p:nvPr/>
        </p:nvSpPr>
        <p:spPr>
          <a:xfrm rot="13500000">
            <a:off x="7955931" y="3763779"/>
            <a:ext cx="1616455" cy="1616455"/>
          </a:xfrm>
          <a:custGeom>
            <a:avLst/>
            <a:gdLst>
              <a:gd name="connsiteX0" fmla="*/ 0 w 1616455"/>
              <a:gd name="connsiteY0" fmla="*/ 0 h 1616455"/>
              <a:gd name="connsiteX1" fmla="*/ 1616455 w 1616455"/>
              <a:gd name="connsiteY1" fmla="*/ 0 h 1616455"/>
              <a:gd name="connsiteX2" fmla="*/ 1616455 w 1616455"/>
              <a:gd name="connsiteY2" fmla="*/ 1616455 h 1616455"/>
              <a:gd name="connsiteX3" fmla="*/ 0 w 1616455"/>
              <a:gd name="connsiteY3" fmla="*/ 1616455 h 1616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6455" h="1616455">
                <a:moveTo>
                  <a:pt x="0" y="0"/>
                </a:moveTo>
                <a:lnTo>
                  <a:pt x="1616455" y="0"/>
                </a:lnTo>
                <a:lnTo>
                  <a:pt x="1616455" y="1616455"/>
                </a:lnTo>
                <a:lnTo>
                  <a:pt x="0" y="1616455"/>
                </a:lnTo>
                <a:close/>
              </a:path>
            </a:pathLst>
          </a:custGeom>
          <a:solidFill>
            <a:srgbClr val="EE641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3" name="Vrije vorm: vorm 12">
            <a:extLst>
              <a:ext uri="{FF2B5EF4-FFF2-40B4-BE49-F238E27FC236}">
                <a16:creationId xmlns:a16="http://schemas.microsoft.com/office/drawing/2014/main" id="{FC85976D-EE45-AE2D-287E-345B5F157F96}"/>
              </a:ext>
            </a:extLst>
          </p:cNvPr>
          <p:cNvSpPr/>
          <p:nvPr/>
        </p:nvSpPr>
        <p:spPr>
          <a:xfrm>
            <a:off x="7621148" y="2286742"/>
            <a:ext cx="2286025" cy="2286025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rgbClr val="68398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5" name="Vrije vorm: vorm 14">
            <a:extLst>
              <a:ext uri="{FF2B5EF4-FFF2-40B4-BE49-F238E27FC236}">
                <a16:creationId xmlns:a16="http://schemas.microsoft.com/office/drawing/2014/main" id="{5CB21A53-6FB1-525B-E4F0-F59E8EDA975E}"/>
              </a:ext>
            </a:extLst>
          </p:cNvPr>
          <p:cNvSpPr/>
          <p:nvPr/>
        </p:nvSpPr>
        <p:spPr>
          <a:xfrm>
            <a:off x="7621148" y="0"/>
            <a:ext cx="2286025" cy="2286025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00A3A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7835CE72-ED67-FFB3-4AF2-B219E802D267}"/>
              </a:ext>
            </a:extLst>
          </p:cNvPr>
          <p:cNvSpPr/>
          <p:nvPr/>
        </p:nvSpPr>
        <p:spPr>
          <a:xfrm>
            <a:off x="9907174" y="4571739"/>
            <a:ext cx="2286025" cy="1143013"/>
          </a:xfrm>
          <a:custGeom>
            <a:avLst/>
            <a:gdLst>
              <a:gd name="connsiteX0" fmla="*/ 2286026 w 2286025"/>
              <a:gd name="connsiteY0" fmla="*/ 1143012 h 1143013"/>
              <a:gd name="connsiteX1" fmla="*/ 0 w 2286025"/>
              <a:gd name="connsiteY1" fmla="*/ 1143014 h 1143013"/>
              <a:gd name="connsiteX2" fmla="*/ 1143012 w 2286025"/>
              <a:gd name="connsiteY2" fmla="*/ 0 h 1143013"/>
              <a:gd name="connsiteX3" fmla="*/ 2286026 w 2286025"/>
              <a:gd name="connsiteY3" fmla="*/ 1143012 h 1143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3">
                <a:moveTo>
                  <a:pt x="2286026" y="1143012"/>
                </a:moveTo>
                <a:lnTo>
                  <a:pt x="0" y="1143014"/>
                </a:lnTo>
                <a:cubicBezTo>
                  <a:pt x="-1" y="511785"/>
                  <a:pt x="511783" y="0"/>
                  <a:pt x="1143012" y="0"/>
                </a:cubicBezTo>
                <a:cubicBezTo>
                  <a:pt x="1774241" y="0"/>
                  <a:pt x="2286026" y="511783"/>
                  <a:pt x="2286026" y="1143012"/>
                </a:cubicBezTo>
                <a:close/>
              </a:path>
            </a:pathLst>
          </a:custGeom>
          <a:solidFill>
            <a:srgbClr val="123F9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4" name="Vrije vorm: vorm 23">
            <a:extLst>
              <a:ext uri="{FF2B5EF4-FFF2-40B4-BE49-F238E27FC236}">
                <a16:creationId xmlns:a16="http://schemas.microsoft.com/office/drawing/2014/main" id="{B0FB8D35-F14F-4A1B-A129-BCD790B43475}"/>
              </a:ext>
            </a:extLst>
          </p:cNvPr>
          <p:cNvSpPr/>
          <p:nvPr/>
        </p:nvSpPr>
        <p:spPr>
          <a:xfrm>
            <a:off x="9907174" y="1142451"/>
            <a:ext cx="2286025" cy="1143013"/>
          </a:xfrm>
          <a:custGeom>
            <a:avLst/>
            <a:gdLst>
              <a:gd name="connsiteX0" fmla="*/ 2286026 w 2286025"/>
              <a:gd name="connsiteY0" fmla="*/ 1143013 h 1143013"/>
              <a:gd name="connsiteX1" fmla="*/ 0 w 2286025"/>
              <a:gd name="connsiteY1" fmla="*/ 1143013 h 1143013"/>
              <a:gd name="connsiteX2" fmla="*/ 1143012 w 2286025"/>
              <a:gd name="connsiteY2" fmla="*/ 0 h 1143013"/>
              <a:gd name="connsiteX3" fmla="*/ 2286026 w 2286025"/>
              <a:gd name="connsiteY3" fmla="*/ 1143013 h 1143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3">
                <a:moveTo>
                  <a:pt x="2286026" y="1143013"/>
                </a:moveTo>
                <a:lnTo>
                  <a:pt x="0" y="1143013"/>
                </a:lnTo>
                <a:cubicBezTo>
                  <a:pt x="-1" y="511784"/>
                  <a:pt x="511784" y="0"/>
                  <a:pt x="1143012" y="0"/>
                </a:cubicBezTo>
                <a:cubicBezTo>
                  <a:pt x="1774241" y="0"/>
                  <a:pt x="2286026" y="511784"/>
                  <a:pt x="2286026" y="1143013"/>
                </a:cubicBezTo>
                <a:close/>
              </a:path>
            </a:pathLst>
          </a:custGeom>
          <a:solidFill>
            <a:srgbClr val="FBB70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5" name="Vrije vorm: vorm 24">
            <a:extLst>
              <a:ext uri="{FF2B5EF4-FFF2-40B4-BE49-F238E27FC236}">
                <a16:creationId xmlns:a16="http://schemas.microsoft.com/office/drawing/2014/main" id="{7E72A2F5-A3A4-2ABF-26F3-A5CDEF0BE5E5}"/>
              </a:ext>
            </a:extLst>
          </p:cNvPr>
          <p:cNvSpPr/>
          <p:nvPr/>
        </p:nvSpPr>
        <p:spPr>
          <a:xfrm>
            <a:off x="6478134" y="-545"/>
            <a:ext cx="1143013" cy="2286025"/>
          </a:xfrm>
          <a:custGeom>
            <a:avLst/>
            <a:gdLst>
              <a:gd name="connsiteX0" fmla="*/ 1143013 w 1143013"/>
              <a:gd name="connsiteY0" fmla="*/ 2286026 h 2286025"/>
              <a:gd name="connsiteX1" fmla="*/ 1143012 w 1143013"/>
              <a:gd name="connsiteY1" fmla="*/ 0 h 2286025"/>
              <a:gd name="connsiteX2" fmla="*/ 0 w 1143013"/>
              <a:gd name="connsiteY2" fmla="*/ 1143014 h 2286025"/>
              <a:gd name="connsiteX3" fmla="*/ 1143013 w 1143013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13" h="2286025">
                <a:moveTo>
                  <a:pt x="1143013" y="2286026"/>
                </a:moveTo>
                <a:lnTo>
                  <a:pt x="1143012" y="0"/>
                </a:lnTo>
                <a:lnTo>
                  <a:pt x="0" y="1143014"/>
                </a:lnTo>
                <a:lnTo>
                  <a:pt x="1143013" y="2286026"/>
                </a:lnTo>
                <a:close/>
              </a:path>
            </a:pathLst>
          </a:custGeom>
          <a:solidFill>
            <a:srgbClr val="E82E4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6" name="Vrije vorm: vorm 25">
            <a:extLst>
              <a:ext uri="{FF2B5EF4-FFF2-40B4-BE49-F238E27FC236}">
                <a16:creationId xmlns:a16="http://schemas.microsoft.com/office/drawing/2014/main" id="{DC9D5A06-4B5F-5150-061F-8455585C64F0}"/>
              </a:ext>
            </a:extLst>
          </p:cNvPr>
          <p:cNvSpPr/>
          <p:nvPr/>
        </p:nvSpPr>
        <p:spPr>
          <a:xfrm>
            <a:off x="9907168" y="2285706"/>
            <a:ext cx="2286036" cy="2286039"/>
          </a:xfrm>
          <a:custGeom>
            <a:avLst/>
            <a:gdLst>
              <a:gd name="connsiteX0" fmla="*/ 2286033 w 2286036"/>
              <a:gd name="connsiteY0" fmla="*/ 0 h 2286039"/>
              <a:gd name="connsiteX1" fmla="*/ 2286037 w 2286036"/>
              <a:gd name="connsiteY1" fmla="*/ 2286036 h 2286039"/>
              <a:gd name="connsiteX2" fmla="*/ 0 w 2286036"/>
              <a:gd name="connsiteY2" fmla="*/ 2286039 h 2286039"/>
              <a:gd name="connsiteX3" fmla="*/ 2286033 w 2286036"/>
              <a:gd name="connsiteY3" fmla="*/ 0 h 2286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36" h="2286039">
                <a:moveTo>
                  <a:pt x="2286033" y="0"/>
                </a:moveTo>
                <a:lnTo>
                  <a:pt x="2286037" y="2286036"/>
                </a:lnTo>
                <a:lnTo>
                  <a:pt x="0" y="2286039"/>
                </a:lnTo>
                <a:lnTo>
                  <a:pt x="2286033" y="0"/>
                </a:lnTo>
                <a:close/>
              </a:path>
            </a:pathLst>
          </a:custGeom>
          <a:solidFill>
            <a:srgbClr val="00A14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61F9A396-0EEA-2B0B-8AA0-DE358108E8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91995" y="5030067"/>
            <a:ext cx="5616000" cy="963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3CADEFD4-6B11-AE69-9A08-71FC23F985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996" y="2206486"/>
            <a:ext cx="5616000" cy="26280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6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9" name="Tijdelijke aanduiding voor tekst 26">
            <a:extLst>
              <a:ext uri="{FF2B5EF4-FFF2-40B4-BE49-F238E27FC236}">
                <a16:creationId xmlns:a16="http://schemas.microsoft.com/office/drawing/2014/main" id="{40A5C408-5E3E-D255-18F2-1071AD120D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996" y="6329094"/>
            <a:ext cx="5616000" cy="24702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descriptor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2" name="Tijdelijke aanduiding voor tekst 26">
            <a:extLst>
              <a:ext uri="{FF2B5EF4-FFF2-40B4-BE49-F238E27FC236}">
                <a16:creationId xmlns:a16="http://schemas.microsoft.com/office/drawing/2014/main" id="{5F4B7A6B-4044-14D4-784F-331FC19D9EC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1996" y="6329094"/>
            <a:ext cx="5616000" cy="24702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 err="1"/>
              <a:t>Add</a:t>
            </a:r>
            <a:r>
              <a:rPr lang="nl-NL" dirty="0"/>
              <a:t> name or descriptor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5C48F7-BB2C-E74C-C1B2-C65E8B1B3383}"/>
              </a:ext>
            </a:extLst>
          </p:cNvPr>
          <p:cNvSpPr txBox="1"/>
          <p:nvPr userDrawn="1"/>
        </p:nvSpPr>
        <p:spPr>
          <a:xfrm>
            <a:off x="7422078" y="6284426"/>
            <a:ext cx="2351314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81BE72E1-A7D6-DB40-9E4F-BB9483D61517}" type="datetime3">
              <a:rPr lang="en-US" sz="1200" smtClean="0"/>
              <a:t>24 October 2025</a:t>
            </a:fld>
            <a:endParaRPr lang="en-BE" sz="1200" dirty="0"/>
          </a:p>
        </p:txBody>
      </p:sp>
    </p:spTree>
    <p:extLst>
      <p:ext uri="{BB962C8B-B14F-4D97-AF65-F5344CB8AC3E}">
        <p14:creationId xmlns:p14="http://schemas.microsoft.com/office/powerpoint/2010/main" val="1602683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ark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528156B-733A-E015-B005-B2352FABC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000" y="288000"/>
            <a:ext cx="914400" cy="485775"/>
          </a:xfrm>
          <a:prstGeom prst="rect">
            <a:avLst/>
          </a:prstGeom>
        </p:spPr>
      </p:pic>
      <p:grpSp>
        <p:nvGrpSpPr>
          <p:cNvPr id="2" name="Groep 1">
            <a:extLst>
              <a:ext uri="{FF2B5EF4-FFF2-40B4-BE49-F238E27FC236}">
                <a16:creationId xmlns:a16="http://schemas.microsoft.com/office/drawing/2014/main" id="{3CAE82DC-C843-24AF-7C4F-F73308DBB9C8}"/>
              </a:ext>
            </a:extLst>
          </p:cNvPr>
          <p:cNvGrpSpPr/>
          <p:nvPr/>
        </p:nvGrpSpPr>
        <p:grpSpPr>
          <a:xfrm>
            <a:off x="7619944" y="0"/>
            <a:ext cx="4572056" cy="6858000"/>
            <a:chOff x="7621146" y="-5"/>
            <a:chExt cx="4572058" cy="6858004"/>
          </a:xfrm>
        </p:grpSpPr>
        <p:sp>
          <p:nvSpPr>
            <p:cNvPr id="6" name="Vrije vorm: vorm 5">
              <a:extLst>
                <a:ext uri="{FF2B5EF4-FFF2-40B4-BE49-F238E27FC236}">
                  <a16:creationId xmlns:a16="http://schemas.microsoft.com/office/drawing/2014/main" id="{C563F611-38B1-2032-B456-83619E58A643}"/>
                </a:ext>
              </a:extLst>
            </p:cNvPr>
            <p:cNvSpPr/>
            <p:nvPr/>
          </p:nvSpPr>
          <p:spPr>
            <a:xfrm>
              <a:off x="9907174" y="4571974"/>
              <a:ext cx="2286025" cy="2286025"/>
            </a:xfrm>
            <a:custGeom>
              <a:avLst/>
              <a:gdLst>
                <a:gd name="connsiteX0" fmla="*/ 2286026 w 2286025"/>
                <a:gd name="connsiteY0" fmla="*/ 1143013 h 2286025"/>
                <a:gd name="connsiteX1" fmla="*/ 1143013 w 2286025"/>
                <a:gd name="connsiteY1" fmla="*/ 2286026 h 2286025"/>
                <a:gd name="connsiteX2" fmla="*/ -1 w 2286025"/>
                <a:gd name="connsiteY2" fmla="*/ 1143013 h 2286025"/>
                <a:gd name="connsiteX3" fmla="*/ 1143013 w 2286025"/>
                <a:gd name="connsiteY3" fmla="*/ 0 h 2286025"/>
                <a:gd name="connsiteX4" fmla="*/ 2286026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6" y="1143013"/>
                  </a:moveTo>
                  <a:cubicBezTo>
                    <a:pt x="2286026" y="1774282"/>
                    <a:pt x="1774282" y="2286026"/>
                    <a:pt x="1143013" y="2286026"/>
                  </a:cubicBezTo>
                  <a:cubicBezTo>
                    <a:pt x="511744" y="2286026"/>
                    <a:pt x="-1" y="1774282"/>
                    <a:pt x="-1" y="1143013"/>
                  </a:cubicBezTo>
                  <a:cubicBezTo>
                    <a:pt x="-1" y="511745"/>
                    <a:pt x="511743" y="0"/>
                    <a:pt x="1143013" y="0"/>
                  </a:cubicBezTo>
                  <a:cubicBezTo>
                    <a:pt x="1774281" y="0"/>
                    <a:pt x="2286026" y="511745"/>
                    <a:pt x="2286026" y="1143013"/>
                  </a:cubicBezTo>
                  <a:close/>
                </a:path>
              </a:pathLst>
            </a:custGeom>
            <a:solidFill>
              <a:srgbClr val="00A14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" name="Vrije vorm: vorm 6">
              <a:extLst>
                <a:ext uri="{FF2B5EF4-FFF2-40B4-BE49-F238E27FC236}">
                  <a16:creationId xmlns:a16="http://schemas.microsoft.com/office/drawing/2014/main" id="{E47D3D4E-9ACE-D283-BCDD-03C00B56B5AE}"/>
                </a:ext>
              </a:extLst>
            </p:cNvPr>
            <p:cNvSpPr/>
            <p:nvPr/>
          </p:nvSpPr>
          <p:spPr>
            <a:xfrm rot="2700000">
              <a:off x="10241959" y="2620804"/>
              <a:ext cx="1616455" cy="1616455"/>
            </a:xfrm>
            <a:custGeom>
              <a:avLst/>
              <a:gdLst>
                <a:gd name="connsiteX0" fmla="*/ 0 w 1616455"/>
                <a:gd name="connsiteY0" fmla="*/ 0 h 1616455"/>
                <a:gd name="connsiteX1" fmla="*/ 1616455 w 1616455"/>
                <a:gd name="connsiteY1" fmla="*/ 0 h 1616455"/>
                <a:gd name="connsiteX2" fmla="*/ 1616455 w 1616455"/>
                <a:gd name="connsiteY2" fmla="*/ 1616455 h 1616455"/>
                <a:gd name="connsiteX3" fmla="*/ 0 w 1616455"/>
                <a:gd name="connsiteY3" fmla="*/ 1616455 h 1616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5" h="1616455">
                  <a:moveTo>
                    <a:pt x="0" y="0"/>
                  </a:moveTo>
                  <a:lnTo>
                    <a:pt x="1616455" y="0"/>
                  </a:lnTo>
                  <a:lnTo>
                    <a:pt x="1616455" y="1616455"/>
                  </a:lnTo>
                  <a:lnTo>
                    <a:pt x="0" y="1616455"/>
                  </a:lnTo>
                  <a:close/>
                </a:path>
              </a:pathLst>
            </a:custGeom>
            <a:solidFill>
              <a:srgbClr val="E82E4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" name="Vrije vorm: vorm 9">
              <a:extLst>
                <a:ext uri="{FF2B5EF4-FFF2-40B4-BE49-F238E27FC236}">
                  <a16:creationId xmlns:a16="http://schemas.microsoft.com/office/drawing/2014/main" id="{B023998D-C006-A129-B939-66EBA515E1C8}"/>
                </a:ext>
              </a:extLst>
            </p:cNvPr>
            <p:cNvSpPr/>
            <p:nvPr/>
          </p:nvSpPr>
          <p:spPr>
            <a:xfrm>
              <a:off x="7621148" y="2285714"/>
              <a:ext cx="2286025" cy="2286025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solidFill>
              <a:srgbClr val="123F9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0DDE395E-B364-D37D-5FD1-2B830CBC2632}"/>
                </a:ext>
              </a:extLst>
            </p:cNvPr>
            <p:cNvSpPr/>
            <p:nvPr/>
          </p:nvSpPr>
          <p:spPr>
            <a:xfrm>
              <a:off x="7621146" y="0"/>
              <a:ext cx="2286025" cy="2286025"/>
            </a:xfrm>
            <a:custGeom>
              <a:avLst/>
              <a:gdLst>
                <a:gd name="connsiteX0" fmla="*/ 2286026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6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6" y="1143013"/>
                  </a:moveTo>
                  <a:cubicBezTo>
                    <a:pt x="2286026" y="1774282"/>
                    <a:pt x="1774282" y="2286026"/>
                    <a:pt x="1143013" y="2286026"/>
                  </a:cubicBezTo>
                  <a:cubicBezTo>
                    <a:pt x="511745" y="2286026"/>
                    <a:pt x="0" y="1774282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6" y="511744"/>
                    <a:pt x="2286026" y="1143013"/>
                  </a:cubicBezTo>
                  <a:close/>
                </a:path>
              </a:pathLst>
            </a:custGeom>
            <a:solidFill>
              <a:srgbClr val="00A3A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233AE839-8025-3840-0C31-EB8B5332C5D6}"/>
                </a:ext>
              </a:extLst>
            </p:cNvPr>
            <p:cNvSpPr/>
            <p:nvPr/>
          </p:nvSpPr>
          <p:spPr>
            <a:xfrm>
              <a:off x="7621147" y="4571739"/>
              <a:ext cx="2286025" cy="1143013"/>
            </a:xfrm>
            <a:custGeom>
              <a:avLst/>
              <a:gdLst>
                <a:gd name="connsiteX0" fmla="*/ 2286026 w 2286025"/>
                <a:gd name="connsiteY0" fmla="*/ 1143013 h 1143013"/>
                <a:gd name="connsiteX1" fmla="*/ 0 w 2286025"/>
                <a:gd name="connsiteY1" fmla="*/ 1143014 h 1143013"/>
                <a:gd name="connsiteX2" fmla="*/ 1143012 w 2286025"/>
                <a:gd name="connsiteY2" fmla="*/ 0 h 1143013"/>
                <a:gd name="connsiteX3" fmla="*/ 2286026 w 2286025"/>
                <a:gd name="connsiteY3" fmla="*/ 1143013 h 1143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3">
                  <a:moveTo>
                    <a:pt x="2286026" y="1143013"/>
                  </a:moveTo>
                  <a:lnTo>
                    <a:pt x="0" y="1143014"/>
                  </a:lnTo>
                  <a:cubicBezTo>
                    <a:pt x="0" y="511784"/>
                    <a:pt x="511784" y="0"/>
                    <a:pt x="1143012" y="0"/>
                  </a:cubicBezTo>
                  <a:cubicBezTo>
                    <a:pt x="1774242" y="0"/>
                    <a:pt x="2286026" y="511784"/>
                    <a:pt x="2286026" y="1143013"/>
                  </a:cubicBezTo>
                  <a:close/>
                </a:path>
              </a:pathLst>
            </a:custGeom>
            <a:solidFill>
              <a:srgbClr val="EE641C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" name="Vrije vorm: vorm 14">
              <a:extLst>
                <a:ext uri="{FF2B5EF4-FFF2-40B4-BE49-F238E27FC236}">
                  <a16:creationId xmlns:a16="http://schemas.microsoft.com/office/drawing/2014/main" id="{C14D20DD-EB8E-D491-50DA-258711D4E711}"/>
                </a:ext>
              </a:extLst>
            </p:cNvPr>
            <p:cNvSpPr/>
            <p:nvPr/>
          </p:nvSpPr>
          <p:spPr>
            <a:xfrm>
              <a:off x="9907168" y="-5"/>
              <a:ext cx="2286036" cy="2286036"/>
            </a:xfrm>
            <a:custGeom>
              <a:avLst/>
              <a:gdLst>
                <a:gd name="connsiteX0" fmla="*/ 2286037 w 2286036"/>
                <a:gd name="connsiteY0" fmla="*/ 2286036 h 2286036"/>
                <a:gd name="connsiteX1" fmla="*/ 0 w 2286036"/>
                <a:gd name="connsiteY1" fmla="*/ 2286036 h 2286036"/>
                <a:gd name="connsiteX2" fmla="*/ 0 w 2286036"/>
                <a:gd name="connsiteY2" fmla="*/ 0 h 2286036"/>
                <a:gd name="connsiteX3" fmla="*/ 2286037 w 2286036"/>
                <a:gd name="connsiteY3" fmla="*/ 2286036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6" h="2286036">
                  <a:moveTo>
                    <a:pt x="2286037" y="2286036"/>
                  </a:moveTo>
                  <a:lnTo>
                    <a:pt x="0" y="2286036"/>
                  </a:lnTo>
                  <a:lnTo>
                    <a:pt x="0" y="0"/>
                  </a:lnTo>
                  <a:lnTo>
                    <a:pt x="2286037" y="2286036"/>
                  </a:lnTo>
                  <a:close/>
                </a:path>
              </a:pathLst>
            </a:custGeom>
            <a:solidFill>
              <a:srgbClr val="68398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4F9D0E7-B088-7D78-A63B-ED616832FC6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91995" y="5030067"/>
            <a:ext cx="5616000" cy="963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2C3ED83-C284-DFF3-6178-7D20BDC513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996" y="2206486"/>
            <a:ext cx="5616000" cy="26280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6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ijdelijke aanduiding voor tekst 26">
            <a:extLst>
              <a:ext uri="{FF2B5EF4-FFF2-40B4-BE49-F238E27FC236}">
                <a16:creationId xmlns:a16="http://schemas.microsoft.com/office/drawing/2014/main" id="{95C72ED6-2C18-B726-B981-B86F2DACCE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996" y="6329094"/>
            <a:ext cx="5616000" cy="24702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descriptor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4" name="Tijdelijke aanduiding voor tekst 26">
            <a:extLst>
              <a:ext uri="{FF2B5EF4-FFF2-40B4-BE49-F238E27FC236}">
                <a16:creationId xmlns:a16="http://schemas.microsoft.com/office/drawing/2014/main" id="{D9C354AE-094C-0219-0443-23C3FBBD753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1996" y="6329094"/>
            <a:ext cx="5616000" cy="24702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 err="1"/>
              <a:t>Add</a:t>
            </a:r>
            <a:r>
              <a:rPr lang="nl-NL" dirty="0"/>
              <a:t> name or descriptor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3F8D0C-DB72-413F-5706-D2E61CEBC58D}"/>
              </a:ext>
            </a:extLst>
          </p:cNvPr>
          <p:cNvSpPr txBox="1"/>
          <p:nvPr userDrawn="1"/>
        </p:nvSpPr>
        <p:spPr>
          <a:xfrm>
            <a:off x="7422078" y="6284426"/>
            <a:ext cx="2351314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0FA17A3D-9CC9-7045-8EDF-CDDBA677654B}" type="datetime3">
              <a:rPr lang="en-US" sz="1200" smtClean="0"/>
              <a:t>24 October 2025</a:t>
            </a:fld>
            <a:endParaRPr lang="en-BE" sz="1200" dirty="0"/>
          </a:p>
        </p:txBody>
      </p:sp>
    </p:spTree>
    <p:extLst>
      <p:ext uri="{BB962C8B-B14F-4D97-AF65-F5344CB8AC3E}">
        <p14:creationId xmlns:p14="http://schemas.microsoft.com/office/powerpoint/2010/main" val="11914696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94925F7-3367-5E1C-72A7-0F7C7D5098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000" y="3428996"/>
            <a:ext cx="5616000" cy="26280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01</a:t>
            </a:r>
            <a:br>
              <a:rPr lang="en-US" dirty="0"/>
            </a:br>
            <a:r>
              <a:rPr lang="en-US" dirty="0"/>
              <a:t>Click to edit chapter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172C627-6B22-1CE4-C94A-AD37FEE63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000" y="288000"/>
            <a:ext cx="914400" cy="485775"/>
          </a:xfrm>
          <a:prstGeom prst="rect">
            <a:avLst/>
          </a:prstGeom>
        </p:spPr>
      </p:pic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9D7874E6-8F32-E150-BAF7-B511F20500C6}"/>
              </a:ext>
            </a:extLst>
          </p:cNvPr>
          <p:cNvSpPr/>
          <p:nvPr/>
        </p:nvSpPr>
        <p:spPr>
          <a:xfrm>
            <a:off x="6319232" y="979711"/>
            <a:ext cx="1959432" cy="1959432"/>
          </a:xfrm>
          <a:custGeom>
            <a:avLst/>
            <a:gdLst>
              <a:gd name="connsiteX0" fmla="*/ 1959432 w 1959432"/>
              <a:gd name="connsiteY0" fmla="*/ 979716 h 1959432"/>
              <a:gd name="connsiteX1" fmla="*/ 979716 w 1959432"/>
              <a:gd name="connsiteY1" fmla="*/ 1959432 h 1959432"/>
              <a:gd name="connsiteX2" fmla="*/ 0 w 1959432"/>
              <a:gd name="connsiteY2" fmla="*/ 979716 h 1959432"/>
              <a:gd name="connsiteX3" fmla="*/ 979716 w 1959432"/>
              <a:gd name="connsiteY3" fmla="*/ 0 h 1959432"/>
              <a:gd name="connsiteX4" fmla="*/ 1959432 w 1959432"/>
              <a:gd name="connsiteY4" fmla="*/ 979716 h 1959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9432" h="1959432">
                <a:moveTo>
                  <a:pt x="1959432" y="979716"/>
                </a:moveTo>
                <a:cubicBezTo>
                  <a:pt x="1959432" y="1520798"/>
                  <a:pt x="1520799" y="1959432"/>
                  <a:pt x="979716" y="1959432"/>
                </a:cubicBezTo>
                <a:cubicBezTo>
                  <a:pt x="438634" y="1959432"/>
                  <a:pt x="0" y="1520798"/>
                  <a:pt x="0" y="979716"/>
                </a:cubicBezTo>
                <a:cubicBezTo>
                  <a:pt x="0" y="438634"/>
                  <a:pt x="438634" y="0"/>
                  <a:pt x="979716" y="0"/>
                </a:cubicBezTo>
                <a:cubicBezTo>
                  <a:pt x="1520799" y="0"/>
                  <a:pt x="1959432" y="438634"/>
                  <a:pt x="1959432" y="979716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1" name="Vrije vorm: vorm 10">
            <a:extLst>
              <a:ext uri="{FF2B5EF4-FFF2-40B4-BE49-F238E27FC236}">
                <a16:creationId xmlns:a16="http://schemas.microsoft.com/office/drawing/2014/main" id="{2086703F-1C6B-9CEE-059F-79D72CC7F7D9}"/>
              </a:ext>
            </a:extLst>
          </p:cNvPr>
          <p:cNvSpPr/>
          <p:nvPr/>
        </p:nvSpPr>
        <p:spPr>
          <a:xfrm rot="18900000">
            <a:off x="10520734" y="5185526"/>
            <a:ext cx="1385515" cy="1385515"/>
          </a:xfrm>
          <a:custGeom>
            <a:avLst/>
            <a:gdLst>
              <a:gd name="connsiteX0" fmla="*/ 0 w 1385515"/>
              <a:gd name="connsiteY0" fmla="*/ 0 h 1385515"/>
              <a:gd name="connsiteX1" fmla="*/ 1385515 w 1385515"/>
              <a:gd name="connsiteY1" fmla="*/ 0 h 1385515"/>
              <a:gd name="connsiteX2" fmla="*/ 1385515 w 1385515"/>
              <a:gd name="connsiteY2" fmla="*/ 1385516 h 1385515"/>
              <a:gd name="connsiteX3" fmla="*/ 0 w 1385515"/>
              <a:gd name="connsiteY3" fmla="*/ 1385516 h 1385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5515" h="1385515">
                <a:moveTo>
                  <a:pt x="0" y="0"/>
                </a:moveTo>
                <a:lnTo>
                  <a:pt x="1385515" y="0"/>
                </a:lnTo>
                <a:lnTo>
                  <a:pt x="1385515" y="1385516"/>
                </a:lnTo>
                <a:lnTo>
                  <a:pt x="0" y="1385516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2" name="Vrije vorm: vorm 11">
            <a:extLst>
              <a:ext uri="{FF2B5EF4-FFF2-40B4-BE49-F238E27FC236}">
                <a16:creationId xmlns:a16="http://schemas.microsoft.com/office/drawing/2014/main" id="{94737E12-FD75-B42D-8730-33325832D72C}"/>
              </a:ext>
            </a:extLst>
          </p:cNvPr>
          <p:cNvSpPr/>
          <p:nvPr/>
        </p:nvSpPr>
        <p:spPr>
          <a:xfrm>
            <a:off x="8278655" y="2939135"/>
            <a:ext cx="1959432" cy="1959432"/>
          </a:xfrm>
          <a:custGeom>
            <a:avLst/>
            <a:gdLst>
              <a:gd name="connsiteX0" fmla="*/ 0 w 1959432"/>
              <a:gd name="connsiteY0" fmla="*/ 0 h 1959432"/>
              <a:gd name="connsiteX1" fmla="*/ 1959433 w 1959432"/>
              <a:gd name="connsiteY1" fmla="*/ 0 h 1959432"/>
              <a:gd name="connsiteX2" fmla="*/ 1959433 w 1959432"/>
              <a:gd name="connsiteY2" fmla="*/ 1959432 h 1959432"/>
              <a:gd name="connsiteX3" fmla="*/ 0 w 1959432"/>
              <a:gd name="connsiteY3" fmla="*/ 1959432 h 1959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32" h="1959432">
                <a:moveTo>
                  <a:pt x="0" y="0"/>
                </a:moveTo>
                <a:lnTo>
                  <a:pt x="1959433" y="0"/>
                </a:lnTo>
                <a:lnTo>
                  <a:pt x="1959433" y="1959432"/>
                </a:lnTo>
                <a:lnTo>
                  <a:pt x="0" y="1959432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3" name="Vrije vorm: vorm 12">
            <a:extLst>
              <a:ext uri="{FF2B5EF4-FFF2-40B4-BE49-F238E27FC236}">
                <a16:creationId xmlns:a16="http://schemas.microsoft.com/office/drawing/2014/main" id="{8407AF6D-9000-F733-EA84-FF76C63BD23E}"/>
              </a:ext>
            </a:extLst>
          </p:cNvPr>
          <p:cNvSpPr/>
          <p:nvPr/>
        </p:nvSpPr>
        <p:spPr>
          <a:xfrm>
            <a:off x="8278655" y="4898567"/>
            <a:ext cx="1959432" cy="1959432"/>
          </a:xfrm>
          <a:custGeom>
            <a:avLst/>
            <a:gdLst>
              <a:gd name="connsiteX0" fmla="*/ 1959433 w 1959432"/>
              <a:gd name="connsiteY0" fmla="*/ 979716 h 1959432"/>
              <a:gd name="connsiteX1" fmla="*/ 979716 w 1959432"/>
              <a:gd name="connsiteY1" fmla="*/ 1959432 h 1959432"/>
              <a:gd name="connsiteX2" fmla="*/ 0 w 1959432"/>
              <a:gd name="connsiteY2" fmla="*/ 979716 h 1959432"/>
              <a:gd name="connsiteX3" fmla="*/ 979716 w 1959432"/>
              <a:gd name="connsiteY3" fmla="*/ 0 h 1959432"/>
              <a:gd name="connsiteX4" fmla="*/ 1959433 w 1959432"/>
              <a:gd name="connsiteY4" fmla="*/ 979716 h 1959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9432" h="1959432">
                <a:moveTo>
                  <a:pt x="1959433" y="979716"/>
                </a:moveTo>
                <a:cubicBezTo>
                  <a:pt x="1959433" y="1520798"/>
                  <a:pt x="1520799" y="1959432"/>
                  <a:pt x="979716" y="1959432"/>
                </a:cubicBezTo>
                <a:cubicBezTo>
                  <a:pt x="438634" y="1959432"/>
                  <a:pt x="0" y="1520799"/>
                  <a:pt x="0" y="979716"/>
                </a:cubicBezTo>
                <a:cubicBezTo>
                  <a:pt x="0" y="438634"/>
                  <a:pt x="438634" y="0"/>
                  <a:pt x="979716" y="0"/>
                </a:cubicBezTo>
                <a:cubicBezTo>
                  <a:pt x="1520799" y="0"/>
                  <a:pt x="1959433" y="438634"/>
                  <a:pt x="1959433" y="979716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5" name="Vrije vorm: vorm 14">
            <a:extLst>
              <a:ext uri="{FF2B5EF4-FFF2-40B4-BE49-F238E27FC236}">
                <a16:creationId xmlns:a16="http://schemas.microsoft.com/office/drawing/2014/main" id="{514ADAA3-453A-9C26-2FBA-422163CFD1A2}"/>
              </a:ext>
            </a:extLst>
          </p:cNvPr>
          <p:cNvSpPr/>
          <p:nvPr/>
        </p:nvSpPr>
        <p:spPr>
          <a:xfrm>
            <a:off x="8278655" y="1959427"/>
            <a:ext cx="1959432" cy="979716"/>
          </a:xfrm>
          <a:custGeom>
            <a:avLst/>
            <a:gdLst>
              <a:gd name="connsiteX0" fmla="*/ 1959432 w 1959432"/>
              <a:gd name="connsiteY0" fmla="*/ 1 h 979716"/>
              <a:gd name="connsiteX1" fmla="*/ 0 w 1959432"/>
              <a:gd name="connsiteY1" fmla="*/ 0 h 979716"/>
              <a:gd name="connsiteX2" fmla="*/ 979715 w 1959432"/>
              <a:gd name="connsiteY2" fmla="*/ 979717 h 979716"/>
              <a:gd name="connsiteX3" fmla="*/ 1959432 w 1959432"/>
              <a:gd name="connsiteY3" fmla="*/ 1 h 97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32" h="979716">
                <a:moveTo>
                  <a:pt x="1959432" y="1"/>
                </a:moveTo>
                <a:lnTo>
                  <a:pt x="0" y="0"/>
                </a:lnTo>
                <a:cubicBezTo>
                  <a:pt x="0" y="541049"/>
                  <a:pt x="438667" y="979716"/>
                  <a:pt x="979715" y="979717"/>
                </a:cubicBezTo>
                <a:cubicBezTo>
                  <a:pt x="1520764" y="979717"/>
                  <a:pt x="1959432" y="541049"/>
                  <a:pt x="1959432" y="1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13A82B70-3E4B-D590-C7AB-B541A730BDE4}"/>
              </a:ext>
            </a:extLst>
          </p:cNvPr>
          <p:cNvSpPr/>
          <p:nvPr/>
        </p:nvSpPr>
        <p:spPr>
          <a:xfrm>
            <a:off x="6319232" y="-4"/>
            <a:ext cx="1959432" cy="979716"/>
          </a:xfrm>
          <a:custGeom>
            <a:avLst/>
            <a:gdLst>
              <a:gd name="connsiteX0" fmla="*/ 0 w 1959432"/>
              <a:gd name="connsiteY0" fmla="*/ 979716 h 979716"/>
              <a:gd name="connsiteX1" fmla="*/ 1959432 w 1959432"/>
              <a:gd name="connsiteY1" fmla="*/ 979716 h 979716"/>
              <a:gd name="connsiteX2" fmla="*/ 979716 w 1959432"/>
              <a:gd name="connsiteY2" fmla="*/ 0 h 979716"/>
              <a:gd name="connsiteX3" fmla="*/ 0 w 1959432"/>
              <a:gd name="connsiteY3" fmla="*/ 979716 h 97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32" h="979716">
                <a:moveTo>
                  <a:pt x="0" y="979716"/>
                </a:moveTo>
                <a:lnTo>
                  <a:pt x="1959432" y="979716"/>
                </a:lnTo>
                <a:lnTo>
                  <a:pt x="979716" y="0"/>
                </a:lnTo>
                <a:lnTo>
                  <a:pt x="0" y="979716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4" name="Vrije vorm: vorm 23">
            <a:extLst>
              <a:ext uri="{FF2B5EF4-FFF2-40B4-BE49-F238E27FC236}">
                <a16:creationId xmlns:a16="http://schemas.microsoft.com/office/drawing/2014/main" id="{BF269EE7-C1AF-3F62-C49F-070358B3ED1D}"/>
              </a:ext>
            </a:extLst>
          </p:cNvPr>
          <p:cNvSpPr/>
          <p:nvPr/>
        </p:nvSpPr>
        <p:spPr>
          <a:xfrm>
            <a:off x="6319241" y="2939143"/>
            <a:ext cx="1959414" cy="979707"/>
          </a:xfrm>
          <a:custGeom>
            <a:avLst/>
            <a:gdLst>
              <a:gd name="connsiteX0" fmla="*/ 1959415 w 1959414"/>
              <a:gd name="connsiteY0" fmla="*/ 0 h 979707"/>
              <a:gd name="connsiteX1" fmla="*/ 0 w 1959414"/>
              <a:gd name="connsiteY1" fmla="*/ 1 h 979707"/>
              <a:gd name="connsiteX2" fmla="*/ 979708 w 1959414"/>
              <a:gd name="connsiteY2" fmla="*/ 979708 h 979707"/>
              <a:gd name="connsiteX3" fmla="*/ 1959415 w 1959414"/>
              <a:gd name="connsiteY3" fmla="*/ 0 h 979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14" h="979707">
                <a:moveTo>
                  <a:pt x="1959415" y="0"/>
                </a:moveTo>
                <a:lnTo>
                  <a:pt x="0" y="1"/>
                </a:lnTo>
                <a:lnTo>
                  <a:pt x="979708" y="979708"/>
                </a:lnTo>
                <a:lnTo>
                  <a:pt x="1959415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25" name="Vrije vorm: vorm 24">
            <a:extLst>
              <a:ext uri="{FF2B5EF4-FFF2-40B4-BE49-F238E27FC236}">
                <a16:creationId xmlns:a16="http://schemas.microsoft.com/office/drawing/2014/main" id="{BD6879C0-8027-C467-721B-B6EA184AF2D1}"/>
              </a:ext>
            </a:extLst>
          </p:cNvPr>
          <p:cNvSpPr/>
          <p:nvPr/>
        </p:nvSpPr>
        <p:spPr>
          <a:xfrm rot="8100000">
            <a:off x="4646758" y="289739"/>
            <a:ext cx="1385515" cy="1385515"/>
          </a:xfrm>
          <a:custGeom>
            <a:avLst/>
            <a:gdLst>
              <a:gd name="connsiteX0" fmla="*/ 0 w 1385515"/>
              <a:gd name="connsiteY0" fmla="*/ 0 h 1385515"/>
              <a:gd name="connsiteX1" fmla="*/ 1385515 w 1385515"/>
              <a:gd name="connsiteY1" fmla="*/ 0 h 1385515"/>
              <a:gd name="connsiteX2" fmla="*/ 1385515 w 1385515"/>
              <a:gd name="connsiteY2" fmla="*/ 1385516 h 1385515"/>
              <a:gd name="connsiteX3" fmla="*/ 0 w 1385515"/>
              <a:gd name="connsiteY3" fmla="*/ 1385516 h 1385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5515" h="1385515">
                <a:moveTo>
                  <a:pt x="0" y="0"/>
                </a:moveTo>
                <a:lnTo>
                  <a:pt x="1385515" y="0"/>
                </a:lnTo>
                <a:lnTo>
                  <a:pt x="1385515" y="1385516"/>
                </a:lnTo>
                <a:lnTo>
                  <a:pt x="0" y="1385516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6" name="Vrije vorm: vorm 25">
            <a:extLst>
              <a:ext uri="{FF2B5EF4-FFF2-40B4-BE49-F238E27FC236}">
                <a16:creationId xmlns:a16="http://schemas.microsoft.com/office/drawing/2014/main" id="{80F902A1-E45C-814F-FECF-6D8954C7AEB7}"/>
              </a:ext>
            </a:extLst>
          </p:cNvPr>
          <p:cNvSpPr/>
          <p:nvPr/>
        </p:nvSpPr>
        <p:spPr>
          <a:xfrm rot="10800000">
            <a:off x="2400367" y="2781"/>
            <a:ext cx="1959432" cy="1959432"/>
          </a:xfrm>
          <a:custGeom>
            <a:avLst/>
            <a:gdLst>
              <a:gd name="connsiteX0" fmla="*/ 0 w 1959432"/>
              <a:gd name="connsiteY0" fmla="*/ 0 h 1959432"/>
              <a:gd name="connsiteX1" fmla="*/ 1959432 w 1959432"/>
              <a:gd name="connsiteY1" fmla="*/ 0 h 1959432"/>
              <a:gd name="connsiteX2" fmla="*/ 1959432 w 1959432"/>
              <a:gd name="connsiteY2" fmla="*/ 1959432 h 1959432"/>
              <a:gd name="connsiteX3" fmla="*/ 0 w 1959432"/>
              <a:gd name="connsiteY3" fmla="*/ 1959432 h 1959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32" h="1959432">
                <a:moveTo>
                  <a:pt x="0" y="0"/>
                </a:moveTo>
                <a:lnTo>
                  <a:pt x="1959432" y="0"/>
                </a:lnTo>
                <a:lnTo>
                  <a:pt x="1959432" y="1959432"/>
                </a:lnTo>
                <a:lnTo>
                  <a:pt x="0" y="1959432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7" name="Vrije vorm: vorm 26">
            <a:extLst>
              <a:ext uri="{FF2B5EF4-FFF2-40B4-BE49-F238E27FC236}">
                <a16:creationId xmlns:a16="http://schemas.microsoft.com/office/drawing/2014/main" id="{ECF82274-B301-1AF4-CC14-71F8F6BD4890}"/>
              </a:ext>
            </a:extLst>
          </p:cNvPr>
          <p:cNvSpPr/>
          <p:nvPr/>
        </p:nvSpPr>
        <p:spPr>
          <a:xfrm>
            <a:off x="4359799" y="1962213"/>
            <a:ext cx="1959432" cy="979716"/>
          </a:xfrm>
          <a:custGeom>
            <a:avLst/>
            <a:gdLst>
              <a:gd name="connsiteX0" fmla="*/ 1959432 w 1959432"/>
              <a:gd name="connsiteY0" fmla="*/ 0 h 979716"/>
              <a:gd name="connsiteX1" fmla="*/ 0 w 1959432"/>
              <a:gd name="connsiteY1" fmla="*/ 1 h 979716"/>
              <a:gd name="connsiteX2" fmla="*/ 979717 w 1959432"/>
              <a:gd name="connsiteY2" fmla="*/ 979716 h 979716"/>
              <a:gd name="connsiteX3" fmla="*/ 1959432 w 1959432"/>
              <a:gd name="connsiteY3" fmla="*/ 0 h 97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32" h="979716">
                <a:moveTo>
                  <a:pt x="1959432" y="0"/>
                </a:moveTo>
                <a:lnTo>
                  <a:pt x="0" y="1"/>
                </a:lnTo>
                <a:cubicBezTo>
                  <a:pt x="0" y="541049"/>
                  <a:pt x="438668" y="979717"/>
                  <a:pt x="979717" y="979716"/>
                </a:cubicBezTo>
                <a:cubicBezTo>
                  <a:pt x="1520765" y="979716"/>
                  <a:pt x="1959433" y="541048"/>
                  <a:pt x="1959432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3" name="Tijdelijke aanduiding voor tekst 26">
            <a:extLst>
              <a:ext uri="{FF2B5EF4-FFF2-40B4-BE49-F238E27FC236}">
                <a16:creationId xmlns:a16="http://schemas.microsoft.com/office/drawing/2014/main" id="{3323596C-789A-A39A-B269-94D6937570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98655" y="288000"/>
            <a:ext cx="3433345" cy="57232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descriptor </a:t>
            </a:r>
            <a:r>
              <a:rPr lang="nl-NL" dirty="0" err="1"/>
              <a:t>text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39743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titel 1">
            <a:extLst>
              <a:ext uri="{FF2B5EF4-FFF2-40B4-BE49-F238E27FC236}">
                <a16:creationId xmlns:a16="http://schemas.microsoft.com/office/drawing/2014/main" id="{752C6DDF-7D23-2B36-06F0-BF7E049D5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10608000" cy="7091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16" name="Tijdelijke aanduiding voor inhoud 15">
            <a:extLst>
              <a:ext uri="{FF2B5EF4-FFF2-40B4-BE49-F238E27FC236}">
                <a16:creationId xmlns:a16="http://schemas.microsoft.com/office/drawing/2014/main" id="{125A134B-4472-3C4F-313C-1F720D46F8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92000" y="1941197"/>
            <a:ext cx="10608000" cy="4605686"/>
          </a:xfrm>
        </p:spPr>
        <p:txBody>
          <a:bodyPr/>
          <a:lstStyle>
            <a:lvl1pPr>
              <a:lnSpc>
                <a:spcPct val="114000"/>
              </a:lnSpc>
              <a:buClr>
                <a:srgbClr val="507AC2"/>
              </a:buClr>
              <a:defRPr/>
            </a:lvl1pPr>
            <a:lvl2pPr>
              <a:lnSpc>
                <a:spcPct val="114000"/>
              </a:lnSpc>
              <a:buClr>
                <a:srgbClr val="507AC2"/>
              </a:buClr>
              <a:defRPr/>
            </a:lvl2pPr>
            <a:lvl3pPr>
              <a:lnSpc>
                <a:spcPct val="114000"/>
              </a:lnSpc>
              <a:buClr>
                <a:srgbClr val="507AC2"/>
              </a:buClr>
              <a:defRPr/>
            </a:lvl3pPr>
            <a:lvl4pPr>
              <a:lnSpc>
                <a:spcPct val="114000"/>
              </a:lnSpc>
              <a:buClr>
                <a:srgbClr val="507AC2"/>
              </a:buClr>
              <a:defRPr/>
            </a:lvl4pPr>
            <a:lvl5pPr>
              <a:lnSpc>
                <a:spcPct val="114000"/>
              </a:lnSpc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4109B49-8E9B-045A-4FF2-6C1EEAF697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8775788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jdelijke aanduiding voor inhoud 15">
            <a:extLst>
              <a:ext uri="{FF2B5EF4-FFF2-40B4-BE49-F238E27FC236}">
                <a16:creationId xmlns:a16="http://schemas.microsoft.com/office/drawing/2014/main" id="{125A134B-4472-3C4F-313C-1F720D46F8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92000" y="1941197"/>
            <a:ext cx="10608000" cy="4605686"/>
          </a:xfr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jdelijke aanduiding voor tekst 2">
            <a:extLst>
              <a:ext uri="{FF2B5EF4-FFF2-40B4-BE49-F238E27FC236}">
                <a16:creationId xmlns:a16="http://schemas.microsoft.com/office/drawing/2014/main" id="{454383B9-6827-26F2-8396-DE6E793DD38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2000" y="1370911"/>
            <a:ext cx="10608000" cy="36177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DD020A-7C2F-CCE6-2C4C-BE0419E0B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11" name="Tijdelijke aanduiding voor titel 1">
            <a:extLst>
              <a:ext uri="{FF2B5EF4-FFF2-40B4-BE49-F238E27FC236}">
                <a16:creationId xmlns:a16="http://schemas.microsoft.com/office/drawing/2014/main" id="{2910A0CA-A2AF-1707-F6C0-C306876B7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10608000" cy="715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71816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2C0AEA8-36A5-0A78-8020-162823F2DF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2000" y="1941197"/>
            <a:ext cx="5040000" cy="4605686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5E56D917-8B3E-E3F3-59B6-BFAF8729DE6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6360002" y="1941197"/>
            <a:ext cx="5040000" cy="4605686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24A31AAF-BF23-0A37-0AC9-1605529D01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7" name="Tijdelijke aanduiding voor titel 1">
            <a:extLst>
              <a:ext uri="{FF2B5EF4-FFF2-40B4-BE49-F238E27FC236}">
                <a16:creationId xmlns:a16="http://schemas.microsoft.com/office/drawing/2014/main" id="{1FF692A7-8273-C9DE-2CF6-2DBE10E98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10608000" cy="715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74283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2">
            <a:extLst>
              <a:ext uri="{FF2B5EF4-FFF2-40B4-BE49-F238E27FC236}">
                <a16:creationId xmlns:a16="http://schemas.microsoft.com/office/drawing/2014/main" id="{1E11D0CE-46E7-3F62-6F16-774A16A33DF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1999" y="1382389"/>
            <a:ext cx="5040001" cy="3225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22B77CE3-A4E3-B4AD-046D-A483AA6B73D5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59998" y="1382388"/>
            <a:ext cx="5040001" cy="3225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C635C777-7967-B221-E2C1-A813B0BBF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6F14BDDB-A0FC-AA7C-6931-0D2E4744818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2000" y="1941197"/>
            <a:ext cx="5040000" cy="4605686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>
                <a:solidFill>
                  <a:schemeClr val="tx1">
                    <a:alpha val="85000"/>
                  </a:schemeClr>
                </a:solidFill>
              </a:defRPr>
            </a:lvl1pPr>
            <a:lvl2pPr>
              <a:buClr>
                <a:srgbClr val="507AC2"/>
              </a:buClr>
              <a:defRPr>
                <a:solidFill>
                  <a:schemeClr val="tx1">
                    <a:alpha val="85000"/>
                  </a:schemeClr>
                </a:solidFill>
              </a:defRPr>
            </a:lvl2pPr>
            <a:lvl3pPr>
              <a:buClr>
                <a:srgbClr val="507AC2"/>
              </a:buClr>
              <a:defRPr>
                <a:solidFill>
                  <a:schemeClr val="tx1">
                    <a:alpha val="85000"/>
                  </a:schemeClr>
                </a:solidFill>
              </a:defRPr>
            </a:lvl3pPr>
            <a:lvl4pPr>
              <a:buClr>
                <a:srgbClr val="507AC2"/>
              </a:buClr>
              <a:defRPr>
                <a:solidFill>
                  <a:schemeClr val="tx1">
                    <a:alpha val="85000"/>
                  </a:schemeClr>
                </a:solidFill>
              </a:defRPr>
            </a:lvl4pPr>
            <a:lvl5pPr>
              <a:buClr>
                <a:srgbClr val="507AC2"/>
              </a:buClr>
              <a:defRPr>
                <a:solidFill>
                  <a:schemeClr val="tx1">
                    <a:alpha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jdelijke aanduiding voor inhoud 2">
            <a:extLst>
              <a:ext uri="{FF2B5EF4-FFF2-40B4-BE49-F238E27FC236}">
                <a16:creationId xmlns:a16="http://schemas.microsoft.com/office/drawing/2014/main" id="{3467D3E9-DCDF-6EC0-994D-A6933FB3202B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6360002" y="1941197"/>
            <a:ext cx="5040000" cy="4605686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>
                <a:solidFill>
                  <a:schemeClr val="tx1">
                    <a:alpha val="85000"/>
                  </a:schemeClr>
                </a:solidFill>
              </a:defRPr>
            </a:lvl1pPr>
            <a:lvl2pPr>
              <a:buClr>
                <a:srgbClr val="507AC2"/>
              </a:buClr>
              <a:defRPr>
                <a:solidFill>
                  <a:schemeClr val="tx1">
                    <a:alpha val="85000"/>
                  </a:schemeClr>
                </a:solidFill>
              </a:defRPr>
            </a:lvl2pPr>
            <a:lvl3pPr>
              <a:buClr>
                <a:srgbClr val="507AC2"/>
              </a:buClr>
              <a:defRPr>
                <a:solidFill>
                  <a:schemeClr val="tx1">
                    <a:alpha val="85000"/>
                  </a:schemeClr>
                </a:solidFill>
              </a:defRPr>
            </a:lvl3pPr>
            <a:lvl4pPr>
              <a:buClr>
                <a:srgbClr val="507AC2"/>
              </a:buClr>
              <a:defRPr>
                <a:solidFill>
                  <a:schemeClr val="tx1">
                    <a:alpha val="85000"/>
                  </a:schemeClr>
                </a:solidFill>
              </a:defRPr>
            </a:lvl4pPr>
            <a:lvl5pPr>
              <a:buClr>
                <a:srgbClr val="507AC2"/>
              </a:buClr>
              <a:defRPr>
                <a:solidFill>
                  <a:schemeClr val="tx1">
                    <a:alpha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jdelijke aanduiding voor titel 1">
            <a:extLst>
              <a:ext uri="{FF2B5EF4-FFF2-40B4-BE49-F238E27FC236}">
                <a16:creationId xmlns:a16="http://schemas.microsoft.com/office/drawing/2014/main" id="{2C08D2FE-85D7-220D-1997-6D3B19D0C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10608000" cy="715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03143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log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2C0AEA8-36A5-0A78-8020-162823F2DF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2000" y="1941197"/>
            <a:ext cx="5040000" cy="4619176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6DCB1552-6BA2-5743-9E75-BCEA0A87BB2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59998" y="2032987"/>
            <a:ext cx="720000" cy="720000"/>
          </a:xfrm>
        </p:spPr>
        <p:txBody>
          <a:bodyPr/>
          <a:lstStyle>
            <a:lvl1pPr marL="0" indent="0">
              <a:buFontTx/>
              <a:buNone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</p:txBody>
      </p:sp>
      <p:sp>
        <p:nvSpPr>
          <p:cNvPr id="6" name="Tijdelijke aanduiding voor afbeelding 4">
            <a:extLst>
              <a:ext uri="{FF2B5EF4-FFF2-40B4-BE49-F238E27FC236}">
                <a16:creationId xmlns:a16="http://schemas.microsoft.com/office/drawing/2014/main" id="{CB9A7961-F32D-C953-455F-8511A70229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583999" y="2032987"/>
            <a:ext cx="720000" cy="720000"/>
          </a:xfr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7" name="Tijdelijke aanduiding voor afbeelding 4">
            <a:extLst>
              <a:ext uri="{FF2B5EF4-FFF2-40B4-BE49-F238E27FC236}">
                <a16:creationId xmlns:a16="http://schemas.microsoft.com/office/drawing/2014/main" id="{49B8A7DA-608F-E1F1-3D28-26CAC74AEE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415998" y="2032987"/>
            <a:ext cx="720000" cy="720000"/>
          </a:xfr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9" name="Tijdelijke aanduiding voor afbeelding 4">
            <a:extLst>
              <a:ext uri="{FF2B5EF4-FFF2-40B4-BE49-F238E27FC236}">
                <a16:creationId xmlns:a16="http://schemas.microsoft.com/office/drawing/2014/main" id="{46E0DBD1-6B7F-DFCF-0D6D-21B1F6CB82A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471998" y="2032987"/>
            <a:ext cx="720000" cy="720000"/>
          </a:xfr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10" name="Tijdelijke aanduiding voor afbeelding 4">
            <a:extLst>
              <a:ext uri="{FF2B5EF4-FFF2-40B4-BE49-F238E27FC236}">
                <a16:creationId xmlns:a16="http://schemas.microsoft.com/office/drawing/2014/main" id="{AB81FC5C-706E-D0C1-7398-256EE2A0A64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527998" y="2032987"/>
            <a:ext cx="720000" cy="720000"/>
          </a:xfr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13" name="Tijdelijke aanduiding voor afbeelding 4">
            <a:extLst>
              <a:ext uri="{FF2B5EF4-FFF2-40B4-BE49-F238E27FC236}">
                <a16:creationId xmlns:a16="http://schemas.microsoft.com/office/drawing/2014/main" id="{B2399D94-41F0-E023-E634-9E7013CADF3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59998" y="4468045"/>
            <a:ext cx="720000" cy="720000"/>
          </a:xfr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14" name="Tijdelijke aanduiding voor afbeelding 4">
            <a:extLst>
              <a:ext uri="{FF2B5EF4-FFF2-40B4-BE49-F238E27FC236}">
                <a16:creationId xmlns:a16="http://schemas.microsoft.com/office/drawing/2014/main" id="{99FFE453-B38A-C4D5-C090-140F6D7B778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0583999" y="4468045"/>
            <a:ext cx="720000" cy="720000"/>
          </a:xfr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15" name="Tijdelijke aanduiding voor afbeelding 4">
            <a:extLst>
              <a:ext uri="{FF2B5EF4-FFF2-40B4-BE49-F238E27FC236}">
                <a16:creationId xmlns:a16="http://schemas.microsoft.com/office/drawing/2014/main" id="{0A6ED53A-9F4A-5190-97D9-F6B0819D8BF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415998" y="4468045"/>
            <a:ext cx="720000" cy="720000"/>
          </a:xfrm>
        </p:spPr>
        <p:txBody>
          <a:bodyPr/>
          <a:lstStyle>
            <a:lvl1pPr marL="0" indent="0">
              <a:buFont typeface="+mj-lt"/>
              <a:buNone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</p:txBody>
      </p:sp>
      <p:sp>
        <p:nvSpPr>
          <p:cNvPr id="16" name="Tijdelijke aanduiding voor afbeelding 4">
            <a:extLst>
              <a:ext uri="{FF2B5EF4-FFF2-40B4-BE49-F238E27FC236}">
                <a16:creationId xmlns:a16="http://schemas.microsoft.com/office/drawing/2014/main" id="{5C627550-6F75-0716-F947-784C8BC2D53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476150" y="4468045"/>
            <a:ext cx="720000" cy="720000"/>
          </a:xfr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17" name="Tijdelijke aanduiding voor afbeelding 4">
            <a:extLst>
              <a:ext uri="{FF2B5EF4-FFF2-40B4-BE49-F238E27FC236}">
                <a16:creationId xmlns:a16="http://schemas.microsoft.com/office/drawing/2014/main" id="{A8318F08-255E-E28E-CA0B-DE12226A779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527998" y="4468045"/>
            <a:ext cx="720000" cy="720000"/>
          </a:xfr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23" name="Tijdelijke aanduiding voor afbeelding 4">
            <a:extLst>
              <a:ext uri="{FF2B5EF4-FFF2-40B4-BE49-F238E27FC236}">
                <a16:creationId xmlns:a16="http://schemas.microsoft.com/office/drawing/2014/main" id="{7E12676C-3873-A993-4AE5-1FAF61ECE24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359998" y="3656359"/>
            <a:ext cx="720000" cy="720000"/>
          </a:xfr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24" name="Tijdelijke aanduiding voor afbeelding 4">
            <a:extLst>
              <a:ext uri="{FF2B5EF4-FFF2-40B4-BE49-F238E27FC236}">
                <a16:creationId xmlns:a16="http://schemas.microsoft.com/office/drawing/2014/main" id="{FD50B4E6-85A9-F1F2-6F39-E6CF32493F2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0583999" y="3656359"/>
            <a:ext cx="720000" cy="720000"/>
          </a:xfr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25" name="Tijdelijke aanduiding voor afbeelding 4">
            <a:extLst>
              <a:ext uri="{FF2B5EF4-FFF2-40B4-BE49-F238E27FC236}">
                <a16:creationId xmlns:a16="http://schemas.microsoft.com/office/drawing/2014/main" id="{F3C196DA-4005-DC96-0D43-0776658575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415998" y="3656359"/>
            <a:ext cx="720000" cy="720000"/>
          </a:xfr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26" name="Tijdelijke aanduiding voor afbeelding 4">
            <a:extLst>
              <a:ext uri="{FF2B5EF4-FFF2-40B4-BE49-F238E27FC236}">
                <a16:creationId xmlns:a16="http://schemas.microsoft.com/office/drawing/2014/main" id="{8FDBB679-F75E-40F0-8811-288DB1CB6E1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476150" y="3656359"/>
            <a:ext cx="720000" cy="720000"/>
          </a:xfr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27" name="Tijdelijke aanduiding voor afbeelding 4">
            <a:extLst>
              <a:ext uri="{FF2B5EF4-FFF2-40B4-BE49-F238E27FC236}">
                <a16:creationId xmlns:a16="http://schemas.microsoft.com/office/drawing/2014/main" id="{94490BF4-7C50-E4CD-1745-F545080F5C72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527998" y="3656359"/>
            <a:ext cx="720000" cy="720000"/>
          </a:xfr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33" name="Tijdelijke aanduiding voor afbeelding 4">
            <a:extLst>
              <a:ext uri="{FF2B5EF4-FFF2-40B4-BE49-F238E27FC236}">
                <a16:creationId xmlns:a16="http://schemas.microsoft.com/office/drawing/2014/main" id="{2EE1009F-5ACA-4126-6A99-FE7F7ABEDDFC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359998" y="2844673"/>
            <a:ext cx="720000" cy="720000"/>
          </a:xfr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34" name="Tijdelijke aanduiding voor afbeelding 4">
            <a:extLst>
              <a:ext uri="{FF2B5EF4-FFF2-40B4-BE49-F238E27FC236}">
                <a16:creationId xmlns:a16="http://schemas.microsoft.com/office/drawing/2014/main" id="{8881785D-E343-C047-C655-39D0DEAE1B84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0583999" y="2844673"/>
            <a:ext cx="720000" cy="720000"/>
          </a:xfr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35" name="Tijdelijke aanduiding voor afbeelding 4">
            <a:extLst>
              <a:ext uri="{FF2B5EF4-FFF2-40B4-BE49-F238E27FC236}">
                <a16:creationId xmlns:a16="http://schemas.microsoft.com/office/drawing/2014/main" id="{C935BDE4-424E-4501-7F4D-4B3F85DA9D7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415998" y="2844673"/>
            <a:ext cx="720000" cy="720000"/>
          </a:xfr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36" name="Tijdelijke aanduiding voor afbeelding 4">
            <a:extLst>
              <a:ext uri="{FF2B5EF4-FFF2-40B4-BE49-F238E27FC236}">
                <a16:creationId xmlns:a16="http://schemas.microsoft.com/office/drawing/2014/main" id="{08E04B72-2157-6BA7-4523-FC626B2E4D6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476150" y="2844673"/>
            <a:ext cx="720000" cy="720000"/>
          </a:xfr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37" name="Tijdelijke aanduiding voor afbeelding 4">
            <a:extLst>
              <a:ext uri="{FF2B5EF4-FFF2-40B4-BE49-F238E27FC236}">
                <a16:creationId xmlns:a16="http://schemas.microsoft.com/office/drawing/2014/main" id="{C8B873D7-32CD-A7F7-90FF-7312B8507F40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9527998" y="2844673"/>
            <a:ext cx="720000" cy="720000"/>
          </a:xfr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19" name="Tijdelijke aanduiding voor afbeelding 4">
            <a:extLst>
              <a:ext uri="{FF2B5EF4-FFF2-40B4-BE49-F238E27FC236}">
                <a16:creationId xmlns:a16="http://schemas.microsoft.com/office/drawing/2014/main" id="{04117451-BB96-E9B6-97E9-6A97A0002444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59998" y="5279731"/>
            <a:ext cx="720000" cy="720000"/>
          </a:xfr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20" name="Tijdelijke aanduiding voor afbeelding 4">
            <a:extLst>
              <a:ext uri="{FF2B5EF4-FFF2-40B4-BE49-F238E27FC236}">
                <a16:creationId xmlns:a16="http://schemas.microsoft.com/office/drawing/2014/main" id="{FE69476D-1624-40C2-DA08-83BEF5716D9E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0583999" y="5279731"/>
            <a:ext cx="720000" cy="720000"/>
          </a:xfr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21" name="Tijdelijke aanduiding voor afbeelding 4">
            <a:extLst>
              <a:ext uri="{FF2B5EF4-FFF2-40B4-BE49-F238E27FC236}">
                <a16:creationId xmlns:a16="http://schemas.microsoft.com/office/drawing/2014/main" id="{81E8399D-88CC-75B0-9B5B-3ECDD1C665E8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415998" y="5279731"/>
            <a:ext cx="720000" cy="720000"/>
          </a:xfrm>
        </p:spPr>
        <p:txBody>
          <a:bodyPr/>
          <a:lstStyle>
            <a:lvl1pPr marL="0" indent="0">
              <a:buFont typeface="+mj-lt"/>
              <a:buNone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</p:txBody>
      </p:sp>
      <p:sp>
        <p:nvSpPr>
          <p:cNvPr id="22" name="Tijdelijke aanduiding voor afbeelding 4">
            <a:extLst>
              <a:ext uri="{FF2B5EF4-FFF2-40B4-BE49-F238E27FC236}">
                <a16:creationId xmlns:a16="http://schemas.microsoft.com/office/drawing/2014/main" id="{5A86DE8D-2B18-EC6A-2F90-19613D09B58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476150" y="5279731"/>
            <a:ext cx="720000" cy="720000"/>
          </a:xfr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28" name="Tijdelijke aanduiding voor afbeelding 4">
            <a:extLst>
              <a:ext uri="{FF2B5EF4-FFF2-40B4-BE49-F238E27FC236}">
                <a16:creationId xmlns:a16="http://schemas.microsoft.com/office/drawing/2014/main" id="{EB8F21E5-E7D0-1935-C2F3-6FC792A3497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9527998" y="5279731"/>
            <a:ext cx="720000" cy="720000"/>
          </a:xfr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B199AC4C-2A8C-563B-9DAB-3E70D8EB2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30" name="Tijdelijke aanduiding voor tekst 2">
            <a:extLst>
              <a:ext uri="{FF2B5EF4-FFF2-40B4-BE49-F238E27FC236}">
                <a16:creationId xmlns:a16="http://schemas.microsoft.com/office/drawing/2014/main" id="{2FF0FF55-E995-19A7-A927-646856DBAE7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1999" y="1382389"/>
            <a:ext cx="5040001" cy="3225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31" name="Tijdelijke aanduiding voor tekst 2">
            <a:extLst>
              <a:ext uri="{FF2B5EF4-FFF2-40B4-BE49-F238E27FC236}">
                <a16:creationId xmlns:a16="http://schemas.microsoft.com/office/drawing/2014/main" id="{385B5F98-A464-A53B-AB10-04C602A94E6A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59998" y="1382388"/>
            <a:ext cx="5040001" cy="3225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38" name="Tijdelijke aanduiding voor titel 1">
            <a:extLst>
              <a:ext uri="{FF2B5EF4-FFF2-40B4-BE49-F238E27FC236}">
                <a16:creationId xmlns:a16="http://schemas.microsoft.com/office/drawing/2014/main" id="{DB68BBDB-800C-B4DA-26A4-780E8BD98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10608000" cy="715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4690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subtitle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2C0AEA8-36A5-0A78-8020-162823F2DF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2000" y="2721714"/>
            <a:ext cx="5040000" cy="3878814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jdelijke aanduiding voor afbeelding 11">
            <a:extLst>
              <a:ext uri="{FF2B5EF4-FFF2-40B4-BE49-F238E27FC236}">
                <a16:creationId xmlns:a16="http://schemas.microsoft.com/office/drawing/2014/main" id="{00ED5CDE-7DD7-6C29-351F-D60C9DAA6FCE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792000" y="1353676"/>
            <a:ext cx="720000" cy="720000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6" name="Tijdelijke aanduiding voor afbeelding 11">
            <a:extLst>
              <a:ext uri="{FF2B5EF4-FFF2-40B4-BE49-F238E27FC236}">
                <a16:creationId xmlns:a16="http://schemas.microsoft.com/office/drawing/2014/main" id="{FF99C2C0-57DE-865F-6FCB-599C11DF621E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355295" y="1353676"/>
            <a:ext cx="720000" cy="720000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98FA3BDE-BCF0-9867-FFD9-16E5FE7A6B11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2000" y="2129961"/>
            <a:ext cx="5040000" cy="3225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14" name="Tijdelijke aanduiding voor inhoud 2">
            <a:extLst>
              <a:ext uri="{FF2B5EF4-FFF2-40B4-BE49-F238E27FC236}">
                <a16:creationId xmlns:a16="http://schemas.microsoft.com/office/drawing/2014/main" id="{FC2FF63A-F718-2692-DDB5-CAE2E3D83CB8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6360000" y="2721714"/>
            <a:ext cx="5040000" cy="3878814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ijdelijke aanduiding voor tekst 2">
            <a:extLst>
              <a:ext uri="{FF2B5EF4-FFF2-40B4-BE49-F238E27FC236}">
                <a16:creationId xmlns:a16="http://schemas.microsoft.com/office/drawing/2014/main" id="{23D6B2A6-8B82-552B-5C44-65797C08164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55295" y="2129960"/>
            <a:ext cx="5040000" cy="32258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6978B2D-7A09-2916-21D0-72FD22A13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16" name="Tijdelijke aanduiding voor titel 1">
            <a:extLst>
              <a:ext uri="{FF2B5EF4-FFF2-40B4-BE49-F238E27FC236}">
                <a16:creationId xmlns:a16="http://schemas.microsoft.com/office/drawing/2014/main" id="{DBBD21DB-3DD5-CE29-7471-76FED3ABD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10608000" cy="715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30311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6" userDrawn="1">
          <p15:clr>
            <a:srgbClr val="FBAE40"/>
          </p15:clr>
        </p15:guide>
        <p15:guide id="2" pos="483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hap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rije vorm: vorm 4">
            <a:extLst>
              <a:ext uri="{FF2B5EF4-FFF2-40B4-BE49-F238E27FC236}">
                <a16:creationId xmlns:a16="http://schemas.microsoft.com/office/drawing/2014/main" id="{36B21C0E-85D6-BE90-0206-45AD0D4362F2}"/>
              </a:ext>
            </a:extLst>
          </p:cNvPr>
          <p:cNvSpPr/>
          <p:nvPr/>
        </p:nvSpPr>
        <p:spPr>
          <a:xfrm rot="13500000">
            <a:off x="6729047" y="3798050"/>
            <a:ext cx="1781899" cy="1781899"/>
          </a:xfrm>
          <a:custGeom>
            <a:avLst/>
            <a:gdLst>
              <a:gd name="connsiteX0" fmla="*/ 0 w 1616455"/>
              <a:gd name="connsiteY0" fmla="*/ 0 h 1616455"/>
              <a:gd name="connsiteX1" fmla="*/ 1616455 w 1616455"/>
              <a:gd name="connsiteY1" fmla="*/ 0 h 1616455"/>
              <a:gd name="connsiteX2" fmla="*/ 1616455 w 1616455"/>
              <a:gd name="connsiteY2" fmla="*/ 1616455 h 1616455"/>
              <a:gd name="connsiteX3" fmla="*/ 0 w 1616455"/>
              <a:gd name="connsiteY3" fmla="*/ 1616455 h 1616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6455" h="1616455">
                <a:moveTo>
                  <a:pt x="0" y="0"/>
                </a:moveTo>
                <a:lnTo>
                  <a:pt x="1616455" y="0"/>
                </a:lnTo>
                <a:lnTo>
                  <a:pt x="1616455" y="1616455"/>
                </a:lnTo>
                <a:lnTo>
                  <a:pt x="0" y="1616455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Vrije vorm: vorm 5">
            <a:extLst>
              <a:ext uri="{FF2B5EF4-FFF2-40B4-BE49-F238E27FC236}">
                <a16:creationId xmlns:a16="http://schemas.microsoft.com/office/drawing/2014/main" id="{AEC5FFC3-5F75-5246-054B-E4F0D5B92918}"/>
              </a:ext>
            </a:extLst>
          </p:cNvPr>
          <p:cNvSpPr/>
          <p:nvPr/>
        </p:nvSpPr>
        <p:spPr>
          <a:xfrm>
            <a:off x="8880001" y="909007"/>
            <a:ext cx="2519999" cy="2519999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CCB94422-7EEB-D43D-A4B0-B4249C8AF168}"/>
              </a:ext>
            </a:extLst>
          </p:cNvPr>
          <p:cNvSpPr/>
          <p:nvPr/>
        </p:nvSpPr>
        <p:spPr>
          <a:xfrm>
            <a:off x="6360003" y="909007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9" name="Vrije vorm: vorm 8">
            <a:extLst>
              <a:ext uri="{FF2B5EF4-FFF2-40B4-BE49-F238E27FC236}">
                <a16:creationId xmlns:a16="http://schemas.microsoft.com/office/drawing/2014/main" id="{CACCFB09-D7D1-5807-1E3D-CCB5DD0A9BD7}"/>
              </a:ext>
            </a:extLst>
          </p:cNvPr>
          <p:cNvSpPr/>
          <p:nvPr/>
        </p:nvSpPr>
        <p:spPr>
          <a:xfrm>
            <a:off x="8880000" y="3428994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F98C765-EEF2-063A-BFDC-407F7481B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18" name="Tijdelijke aanduiding voor inhoud 2">
            <a:extLst>
              <a:ext uri="{FF2B5EF4-FFF2-40B4-BE49-F238E27FC236}">
                <a16:creationId xmlns:a16="http://schemas.microsoft.com/office/drawing/2014/main" id="{1324B594-AC8D-D219-CB08-42B70704266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2000" y="2314362"/>
            <a:ext cx="5040000" cy="4185388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jdelijke aanduiding voor titel 1">
            <a:extLst>
              <a:ext uri="{FF2B5EF4-FFF2-40B4-BE49-F238E27FC236}">
                <a16:creationId xmlns:a16="http://schemas.microsoft.com/office/drawing/2014/main" id="{40D11602-1C70-1337-997C-83754B3B7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8" y="672286"/>
            <a:ext cx="5039999" cy="10164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20" name="Tijdelijke aanduiding voor tekst 2">
            <a:extLst>
              <a:ext uri="{FF2B5EF4-FFF2-40B4-BE49-F238E27FC236}">
                <a16:creationId xmlns:a16="http://schemas.microsoft.com/office/drawing/2014/main" id="{3A802CEA-9D0F-2EEA-58FE-0BF167ECDCF6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91996" y="1712704"/>
            <a:ext cx="5040001" cy="3225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595927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multiple imag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Vrije vorm: vorm 25">
            <a:extLst>
              <a:ext uri="{FF2B5EF4-FFF2-40B4-BE49-F238E27FC236}">
                <a16:creationId xmlns:a16="http://schemas.microsoft.com/office/drawing/2014/main" id="{3B768417-84B8-4DE2-B012-8B10435FA345}"/>
              </a:ext>
            </a:extLst>
          </p:cNvPr>
          <p:cNvSpPr/>
          <p:nvPr/>
        </p:nvSpPr>
        <p:spPr>
          <a:xfrm rot="13500000">
            <a:off x="6729047" y="3798050"/>
            <a:ext cx="1781899" cy="1781899"/>
          </a:xfrm>
          <a:custGeom>
            <a:avLst/>
            <a:gdLst>
              <a:gd name="connsiteX0" fmla="*/ 0 w 1616455"/>
              <a:gd name="connsiteY0" fmla="*/ 0 h 1616455"/>
              <a:gd name="connsiteX1" fmla="*/ 1616455 w 1616455"/>
              <a:gd name="connsiteY1" fmla="*/ 0 h 1616455"/>
              <a:gd name="connsiteX2" fmla="*/ 1616455 w 1616455"/>
              <a:gd name="connsiteY2" fmla="*/ 1616455 h 1616455"/>
              <a:gd name="connsiteX3" fmla="*/ 0 w 1616455"/>
              <a:gd name="connsiteY3" fmla="*/ 1616455 h 1616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6455" h="1616455">
                <a:moveTo>
                  <a:pt x="0" y="0"/>
                </a:moveTo>
                <a:lnTo>
                  <a:pt x="1616455" y="0"/>
                </a:lnTo>
                <a:lnTo>
                  <a:pt x="1616455" y="1616455"/>
                </a:lnTo>
                <a:lnTo>
                  <a:pt x="0" y="1616455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7" name="Vrije vorm: vorm 26">
            <a:extLst>
              <a:ext uri="{FF2B5EF4-FFF2-40B4-BE49-F238E27FC236}">
                <a16:creationId xmlns:a16="http://schemas.microsoft.com/office/drawing/2014/main" id="{C5C134B3-0C65-09AB-E1C8-00A828796E03}"/>
              </a:ext>
            </a:extLst>
          </p:cNvPr>
          <p:cNvSpPr/>
          <p:nvPr/>
        </p:nvSpPr>
        <p:spPr>
          <a:xfrm>
            <a:off x="8880001" y="909007"/>
            <a:ext cx="2519999" cy="2519999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8" name="Vrije vorm: vorm 27">
            <a:extLst>
              <a:ext uri="{FF2B5EF4-FFF2-40B4-BE49-F238E27FC236}">
                <a16:creationId xmlns:a16="http://schemas.microsoft.com/office/drawing/2014/main" id="{9960CBC0-B3E6-7815-A46E-4557FB4748A9}"/>
              </a:ext>
            </a:extLst>
          </p:cNvPr>
          <p:cNvSpPr/>
          <p:nvPr/>
        </p:nvSpPr>
        <p:spPr>
          <a:xfrm>
            <a:off x="6360003" y="909007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9" name="Vrije vorm: vorm 28">
            <a:extLst>
              <a:ext uri="{FF2B5EF4-FFF2-40B4-BE49-F238E27FC236}">
                <a16:creationId xmlns:a16="http://schemas.microsoft.com/office/drawing/2014/main" id="{E370AB24-64BC-5CD5-795A-AFF00B6F927B}"/>
              </a:ext>
            </a:extLst>
          </p:cNvPr>
          <p:cNvSpPr/>
          <p:nvPr/>
        </p:nvSpPr>
        <p:spPr>
          <a:xfrm>
            <a:off x="8880000" y="3428994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5" name="Tijdelijke aanduiding voor afbeelding 24">
            <a:extLst>
              <a:ext uri="{FF2B5EF4-FFF2-40B4-BE49-F238E27FC236}">
                <a16:creationId xmlns:a16="http://schemas.microsoft.com/office/drawing/2014/main" id="{6886C291-C616-C8D3-E7D4-970392A52E6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60002" y="3429010"/>
            <a:ext cx="2519985" cy="2519986"/>
          </a:xfrm>
          <a:custGeom>
            <a:avLst/>
            <a:gdLst>
              <a:gd name="connsiteX0" fmla="*/ 1259993 w 2519985"/>
              <a:gd name="connsiteY0" fmla="*/ 0 h 2519986"/>
              <a:gd name="connsiteX1" fmla="*/ 2519985 w 2519985"/>
              <a:gd name="connsiteY1" fmla="*/ 1259993 h 2519986"/>
              <a:gd name="connsiteX2" fmla="*/ 1259993 w 2519985"/>
              <a:gd name="connsiteY2" fmla="*/ 2519986 h 2519986"/>
              <a:gd name="connsiteX3" fmla="*/ 0 w 2519985"/>
              <a:gd name="connsiteY3" fmla="*/ 1259993 h 2519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9985" h="2519986">
                <a:moveTo>
                  <a:pt x="1259993" y="0"/>
                </a:moveTo>
                <a:lnTo>
                  <a:pt x="2519985" y="1259993"/>
                </a:lnTo>
                <a:lnTo>
                  <a:pt x="1259993" y="2519986"/>
                </a:lnTo>
                <a:lnTo>
                  <a:pt x="0" y="125999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</p:txBody>
      </p:sp>
      <p:sp>
        <p:nvSpPr>
          <p:cNvPr id="22" name="Tijdelijke aanduiding voor afbeelding 21">
            <a:extLst>
              <a:ext uri="{FF2B5EF4-FFF2-40B4-BE49-F238E27FC236}">
                <a16:creationId xmlns:a16="http://schemas.microsoft.com/office/drawing/2014/main" id="{6B034BEE-BCA7-F72A-2C28-2D21AB93B9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879998" y="3428996"/>
            <a:ext cx="2520001" cy="2520000"/>
          </a:xfrm>
          <a:custGeom>
            <a:avLst/>
            <a:gdLst>
              <a:gd name="connsiteX0" fmla="*/ 1260000 w 2520001"/>
              <a:gd name="connsiteY0" fmla="*/ 0 h 2520000"/>
              <a:gd name="connsiteX1" fmla="*/ 2520001 w 2520001"/>
              <a:gd name="connsiteY1" fmla="*/ 1260000 h 2520000"/>
              <a:gd name="connsiteX2" fmla="*/ 1260000 w 2520001"/>
              <a:gd name="connsiteY2" fmla="*/ 2520000 h 2520000"/>
              <a:gd name="connsiteX3" fmla="*/ 0 w 2520001"/>
              <a:gd name="connsiteY3" fmla="*/ 1260000 h 2520000"/>
              <a:gd name="connsiteX4" fmla="*/ 1260000 w 2520001"/>
              <a:gd name="connsiteY4" fmla="*/ 0 h 25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20001" h="2520000">
                <a:moveTo>
                  <a:pt x="1260000" y="0"/>
                </a:moveTo>
                <a:cubicBezTo>
                  <a:pt x="1955879" y="0"/>
                  <a:pt x="2520001" y="564121"/>
                  <a:pt x="2520001" y="1260000"/>
                </a:cubicBezTo>
                <a:cubicBezTo>
                  <a:pt x="2520001" y="1955879"/>
                  <a:pt x="1955880" y="2520000"/>
                  <a:pt x="1260000" y="2520000"/>
                </a:cubicBezTo>
                <a:cubicBezTo>
                  <a:pt x="564122" y="2520000"/>
                  <a:pt x="0" y="1955879"/>
                  <a:pt x="0" y="1260000"/>
                </a:cubicBezTo>
                <a:cubicBezTo>
                  <a:pt x="0" y="564121"/>
                  <a:pt x="564121" y="0"/>
                  <a:pt x="1260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</p:txBody>
      </p:sp>
      <p:sp>
        <p:nvSpPr>
          <p:cNvPr id="16" name="Tijdelijke aanduiding voor afbeelding 15">
            <a:extLst>
              <a:ext uri="{FF2B5EF4-FFF2-40B4-BE49-F238E27FC236}">
                <a16:creationId xmlns:a16="http://schemas.microsoft.com/office/drawing/2014/main" id="{01794381-8EDE-2E41-B9B3-79B9AE44AC5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59999" y="909007"/>
            <a:ext cx="2520000" cy="2520000"/>
          </a:xfrm>
          <a:custGeom>
            <a:avLst/>
            <a:gdLst>
              <a:gd name="connsiteX0" fmla="*/ 1259999 w 2520000"/>
              <a:gd name="connsiteY0" fmla="*/ 0 h 2520000"/>
              <a:gd name="connsiteX1" fmla="*/ 2520000 w 2520000"/>
              <a:gd name="connsiteY1" fmla="*/ 1260000 h 2520000"/>
              <a:gd name="connsiteX2" fmla="*/ 1259999 w 2520000"/>
              <a:gd name="connsiteY2" fmla="*/ 2520000 h 2520000"/>
              <a:gd name="connsiteX3" fmla="*/ 6504 w 2520000"/>
              <a:gd name="connsiteY3" fmla="*/ 1388828 h 2520000"/>
              <a:gd name="connsiteX4" fmla="*/ 0 w 2520000"/>
              <a:gd name="connsiteY4" fmla="*/ 1260020 h 2520000"/>
              <a:gd name="connsiteX5" fmla="*/ 0 w 2520000"/>
              <a:gd name="connsiteY5" fmla="*/ 1259980 h 2520000"/>
              <a:gd name="connsiteX6" fmla="*/ 6504 w 2520000"/>
              <a:gd name="connsiteY6" fmla="*/ 1131172 h 2520000"/>
              <a:gd name="connsiteX7" fmla="*/ 1259999 w 2520000"/>
              <a:gd name="connsiteY7" fmla="*/ 0 h 25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20000" h="2520000">
                <a:moveTo>
                  <a:pt x="1259999" y="0"/>
                </a:moveTo>
                <a:cubicBezTo>
                  <a:pt x="1955878" y="0"/>
                  <a:pt x="2520000" y="564121"/>
                  <a:pt x="2520000" y="1260000"/>
                </a:cubicBezTo>
                <a:cubicBezTo>
                  <a:pt x="2520000" y="1955879"/>
                  <a:pt x="1955879" y="2520000"/>
                  <a:pt x="1259999" y="2520000"/>
                </a:cubicBezTo>
                <a:cubicBezTo>
                  <a:pt x="607614" y="2520000"/>
                  <a:pt x="71029" y="2024191"/>
                  <a:pt x="6504" y="1388828"/>
                </a:cubicBezTo>
                <a:lnTo>
                  <a:pt x="0" y="1260020"/>
                </a:lnTo>
                <a:lnTo>
                  <a:pt x="0" y="1259980"/>
                </a:lnTo>
                <a:lnTo>
                  <a:pt x="6504" y="1131172"/>
                </a:lnTo>
                <a:cubicBezTo>
                  <a:pt x="71029" y="495810"/>
                  <a:pt x="607613" y="0"/>
                  <a:pt x="125999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9" name="Tijdelijke aanduiding voor afbeelding 18">
            <a:extLst>
              <a:ext uri="{FF2B5EF4-FFF2-40B4-BE49-F238E27FC236}">
                <a16:creationId xmlns:a16="http://schemas.microsoft.com/office/drawing/2014/main" id="{6A98DD9D-D701-5D38-C060-9C5A926C2C9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879999" y="909009"/>
            <a:ext cx="2520000" cy="2520000"/>
          </a:xfrm>
          <a:custGeom>
            <a:avLst/>
            <a:gdLst>
              <a:gd name="connsiteX0" fmla="*/ 0 w 2520000"/>
              <a:gd name="connsiteY0" fmla="*/ 0 h 2520000"/>
              <a:gd name="connsiteX1" fmla="*/ 2520000 w 2520000"/>
              <a:gd name="connsiteY1" fmla="*/ 0 h 2520000"/>
              <a:gd name="connsiteX2" fmla="*/ 2520000 w 2520000"/>
              <a:gd name="connsiteY2" fmla="*/ 2520000 h 2520000"/>
              <a:gd name="connsiteX3" fmla="*/ 0 w 2520000"/>
              <a:gd name="connsiteY3" fmla="*/ 2520000 h 25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0000" h="2520000">
                <a:moveTo>
                  <a:pt x="0" y="0"/>
                </a:moveTo>
                <a:lnTo>
                  <a:pt x="2520000" y="0"/>
                </a:lnTo>
                <a:lnTo>
                  <a:pt x="2520000" y="2520000"/>
                </a:lnTo>
                <a:lnTo>
                  <a:pt x="0" y="2520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FAFD1609-2092-C496-7D85-0466033B25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D5F1B7D4-31AF-A12E-9AD5-F1928B24BC4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2000" y="2314362"/>
            <a:ext cx="5040000" cy="4185388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jdelijke aanduiding voor titel 1">
            <a:extLst>
              <a:ext uri="{FF2B5EF4-FFF2-40B4-BE49-F238E27FC236}">
                <a16:creationId xmlns:a16="http://schemas.microsoft.com/office/drawing/2014/main" id="{D268542A-8D8A-A5EA-4977-736292712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8" y="672286"/>
            <a:ext cx="5039999" cy="10164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A9269AA4-F365-CB63-BF8A-B87006DB48FB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791996" y="1712704"/>
            <a:ext cx="5040001" cy="3225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22953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one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jdelijke aanduiding voor afbeelding 18">
            <a:extLst>
              <a:ext uri="{FF2B5EF4-FFF2-40B4-BE49-F238E27FC236}">
                <a16:creationId xmlns:a16="http://schemas.microsoft.com/office/drawing/2014/main" id="{9FD9FC05-1E9C-E4F0-2FDB-F453836D410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8909" y="895491"/>
            <a:ext cx="5069196" cy="5069184"/>
          </a:xfrm>
          <a:custGeom>
            <a:avLst/>
            <a:gdLst>
              <a:gd name="connsiteX0" fmla="*/ 2531702 w 5069196"/>
              <a:gd name="connsiteY0" fmla="*/ 1383467 h 5069184"/>
              <a:gd name="connsiteX1" fmla="*/ 2530945 w 5069196"/>
              <a:gd name="connsiteY1" fmla="*/ 1398469 h 5069184"/>
              <a:gd name="connsiteX2" fmla="*/ 1398469 w 5069196"/>
              <a:gd name="connsiteY2" fmla="*/ 2530943 h 5069184"/>
              <a:gd name="connsiteX3" fmla="*/ 1274255 w 5069196"/>
              <a:gd name="connsiteY3" fmla="*/ 2537216 h 5069184"/>
              <a:gd name="connsiteX4" fmla="*/ 2532229 w 5069196"/>
              <a:gd name="connsiteY4" fmla="*/ 3795191 h 5069184"/>
              <a:gd name="connsiteX5" fmla="*/ 2557477 w 5069196"/>
              <a:gd name="connsiteY5" fmla="*/ 3544740 h 5069184"/>
              <a:gd name="connsiteX6" fmla="*/ 3575858 w 5069196"/>
              <a:gd name="connsiteY6" fmla="*/ 2551506 h 5069184"/>
              <a:gd name="connsiteX7" fmla="*/ 3680911 w 5069196"/>
              <a:gd name="connsiteY7" fmla="*/ 2537494 h 5069184"/>
              <a:gd name="connsiteX8" fmla="*/ 2531702 w 5069196"/>
              <a:gd name="connsiteY8" fmla="*/ 2537494 h 5069184"/>
              <a:gd name="connsiteX9" fmla="*/ 1268747 w 5069196"/>
              <a:gd name="connsiteY9" fmla="*/ 0 h 5069184"/>
              <a:gd name="connsiteX10" fmla="*/ 2530945 w 5069196"/>
              <a:gd name="connsiteY10" fmla="*/ 1139025 h 5069184"/>
              <a:gd name="connsiteX11" fmla="*/ 2531703 w 5069196"/>
              <a:gd name="connsiteY11" fmla="*/ 1154027 h 5069184"/>
              <a:gd name="connsiteX12" fmla="*/ 2531702 w 5069196"/>
              <a:gd name="connsiteY12" fmla="*/ 0 h 5069184"/>
              <a:gd name="connsiteX13" fmla="*/ 5069196 w 5069196"/>
              <a:gd name="connsiteY13" fmla="*/ 0 h 5069184"/>
              <a:gd name="connsiteX14" fmla="*/ 5069196 w 5069196"/>
              <a:gd name="connsiteY14" fmla="*/ 2537494 h 5069184"/>
              <a:gd name="connsiteX15" fmla="*/ 3915387 w 5069196"/>
              <a:gd name="connsiteY15" fmla="*/ 2537494 h 5069184"/>
              <a:gd name="connsiteX16" fmla="*/ 3930169 w 5069196"/>
              <a:gd name="connsiteY16" fmla="*/ 2538240 h 5069184"/>
              <a:gd name="connsiteX17" fmla="*/ 5069195 w 5069196"/>
              <a:gd name="connsiteY17" fmla="*/ 3800437 h 5069184"/>
              <a:gd name="connsiteX18" fmla="*/ 3800447 w 5069196"/>
              <a:gd name="connsiteY18" fmla="*/ 5069184 h 5069184"/>
              <a:gd name="connsiteX19" fmla="*/ 2557477 w 5069196"/>
              <a:gd name="connsiteY19" fmla="*/ 4056134 h 5069184"/>
              <a:gd name="connsiteX20" fmla="*/ 2532229 w 5069196"/>
              <a:gd name="connsiteY20" fmla="*/ 3805693 h 5069184"/>
              <a:gd name="connsiteX21" fmla="*/ 1268742 w 5069196"/>
              <a:gd name="connsiteY21" fmla="*/ 5069182 h 5069184"/>
              <a:gd name="connsiteX22" fmla="*/ 2 w 5069196"/>
              <a:gd name="connsiteY22" fmla="*/ 3800443 h 5069184"/>
              <a:gd name="connsiteX23" fmla="*/ 1263229 w 5069196"/>
              <a:gd name="connsiteY23" fmla="*/ 2537215 h 5069184"/>
              <a:gd name="connsiteX24" fmla="*/ 1139025 w 5069196"/>
              <a:gd name="connsiteY24" fmla="*/ 2530944 h 5069184"/>
              <a:gd name="connsiteX25" fmla="*/ 0 w 5069196"/>
              <a:gd name="connsiteY25" fmla="*/ 1268747 h 5069184"/>
              <a:gd name="connsiteX26" fmla="*/ 1268747 w 5069196"/>
              <a:gd name="connsiteY26" fmla="*/ 0 h 5069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069196" h="5069184">
                <a:moveTo>
                  <a:pt x="2531702" y="1383467"/>
                </a:moveTo>
                <a:lnTo>
                  <a:pt x="2530945" y="1398469"/>
                </a:lnTo>
                <a:cubicBezTo>
                  <a:pt x="2470304" y="1995591"/>
                  <a:pt x="1995592" y="2470302"/>
                  <a:pt x="1398469" y="2530943"/>
                </a:cubicBezTo>
                <a:lnTo>
                  <a:pt x="1274255" y="2537216"/>
                </a:lnTo>
                <a:lnTo>
                  <a:pt x="2532229" y="3795191"/>
                </a:lnTo>
                <a:lnTo>
                  <a:pt x="2557477" y="3544740"/>
                </a:lnTo>
                <a:cubicBezTo>
                  <a:pt x="2660995" y="3038862"/>
                  <a:pt x="3065585" y="2642654"/>
                  <a:pt x="3575858" y="2551506"/>
                </a:cubicBezTo>
                <a:lnTo>
                  <a:pt x="3680911" y="2537494"/>
                </a:lnTo>
                <a:lnTo>
                  <a:pt x="2531702" y="2537494"/>
                </a:lnTo>
                <a:close/>
                <a:moveTo>
                  <a:pt x="1268747" y="0"/>
                </a:moveTo>
                <a:cubicBezTo>
                  <a:pt x="1925663" y="0"/>
                  <a:pt x="2465971" y="499251"/>
                  <a:pt x="2530945" y="1139025"/>
                </a:cubicBezTo>
                <a:lnTo>
                  <a:pt x="2531703" y="1154027"/>
                </a:lnTo>
                <a:lnTo>
                  <a:pt x="2531702" y="0"/>
                </a:lnTo>
                <a:lnTo>
                  <a:pt x="5069196" y="0"/>
                </a:lnTo>
                <a:lnTo>
                  <a:pt x="5069196" y="2537494"/>
                </a:lnTo>
                <a:lnTo>
                  <a:pt x="3915387" y="2537494"/>
                </a:lnTo>
                <a:lnTo>
                  <a:pt x="3930169" y="2538240"/>
                </a:lnTo>
                <a:cubicBezTo>
                  <a:pt x="4569943" y="2603213"/>
                  <a:pt x="5069195" y="3143521"/>
                  <a:pt x="5069195" y="3800437"/>
                </a:cubicBezTo>
                <a:cubicBezTo>
                  <a:pt x="5069195" y="4501147"/>
                  <a:pt x="4501158" y="5069184"/>
                  <a:pt x="3800447" y="5069184"/>
                </a:cubicBezTo>
                <a:cubicBezTo>
                  <a:pt x="3187327" y="5069184"/>
                  <a:pt x="2675783" y="4634281"/>
                  <a:pt x="2557477" y="4056134"/>
                </a:cubicBezTo>
                <a:lnTo>
                  <a:pt x="2532229" y="3805693"/>
                </a:lnTo>
                <a:lnTo>
                  <a:pt x="1268742" y="5069182"/>
                </a:lnTo>
                <a:lnTo>
                  <a:pt x="2" y="3800443"/>
                </a:lnTo>
                <a:lnTo>
                  <a:pt x="1263229" y="2537215"/>
                </a:lnTo>
                <a:lnTo>
                  <a:pt x="1139025" y="2530944"/>
                </a:lnTo>
                <a:cubicBezTo>
                  <a:pt x="499253" y="2465971"/>
                  <a:pt x="1" y="1925663"/>
                  <a:pt x="0" y="1268747"/>
                </a:cubicBezTo>
                <a:cubicBezTo>
                  <a:pt x="0" y="568037"/>
                  <a:pt x="568037" y="0"/>
                  <a:pt x="126874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26A45BE-4463-DE4E-0DC7-A786AB2807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A7755E25-7DA8-EBE4-168A-C85FE626B65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2000" y="2314362"/>
            <a:ext cx="5040000" cy="4185388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jdelijke aanduiding voor titel 1">
            <a:extLst>
              <a:ext uri="{FF2B5EF4-FFF2-40B4-BE49-F238E27FC236}">
                <a16:creationId xmlns:a16="http://schemas.microsoft.com/office/drawing/2014/main" id="{7E4D7A82-28F1-196B-4C97-DAB9467D7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8" y="672286"/>
            <a:ext cx="5039999" cy="10164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551CC8C5-C7A1-C525-2823-33DAB4F01F0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91996" y="1712704"/>
            <a:ext cx="5040001" cy="3225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629410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hap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Vrije vorm: vorm 10">
            <a:extLst>
              <a:ext uri="{FF2B5EF4-FFF2-40B4-BE49-F238E27FC236}">
                <a16:creationId xmlns:a16="http://schemas.microsoft.com/office/drawing/2014/main" id="{42CFF806-F8B3-D15B-28AA-4E802B03AA4A}"/>
              </a:ext>
            </a:extLst>
          </p:cNvPr>
          <p:cNvSpPr>
            <a:spLocks noChangeAspect="1"/>
          </p:cNvSpPr>
          <p:nvPr/>
        </p:nvSpPr>
        <p:spPr>
          <a:xfrm rot="10800000">
            <a:off x="6360002" y="3428989"/>
            <a:ext cx="2519999" cy="2520000"/>
          </a:xfrm>
          <a:custGeom>
            <a:avLst/>
            <a:gdLst>
              <a:gd name="connsiteX0" fmla="*/ 2286035 w 2286035"/>
              <a:gd name="connsiteY0" fmla="*/ 0 h 2286036"/>
              <a:gd name="connsiteX1" fmla="*/ 2286036 w 2286035"/>
              <a:gd name="connsiteY1" fmla="*/ 2286036 h 2286036"/>
              <a:gd name="connsiteX2" fmla="*/ 0 w 2286035"/>
              <a:gd name="connsiteY2" fmla="*/ 2286037 h 2286036"/>
              <a:gd name="connsiteX3" fmla="*/ 2286035 w 2286035"/>
              <a:gd name="connsiteY3" fmla="*/ 0 h 2286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35" h="2286036">
                <a:moveTo>
                  <a:pt x="2286035" y="0"/>
                </a:moveTo>
                <a:lnTo>
                  <a:pt x="2286036" y="2286036"/>
                </a:lnTo>
                <a:lnTo>
                  <a:pt x="0" y="2286037"/>
                </a:lnTo>
                <a:lnTo>
                  <a:pt x="2286035" y="0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2" name="Vrije vorm: vorm 11">
            <a:extLst>
              <a:ext uri="{FF2B5EF4-FFF2-40B4-BE49-F238E27FC236}">
                <a16:creationId xmlns:a16="http://schemas.microsoft.com/office/drawing/2014/main" id="{61F6E6B7-245A-9CA5-4BBE-F4D7E30E1BAA}"/>
              </a:ext>
            </a:extLst>
          </p:cNvPr>
          <p:cNvSpPr/>
          <p:nvPr/>
        </p:nvSpPr>
        <p:spPr>
          <a:xfrm>
            <a:off x="8879989" y="3429000"/>
            <a:ext cx="2519999" cy="2519999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3" name="Vrije vorm: vorm 12">
            <a:extLst>
              <a:ext uri="{FF2B5EF4-FFF2-40B4-BE49-F238E27FC236}">
                <a16:creationId xmlns:a16="http://schemas.microsoft.com/office/drawing/2014/main" id="{F1822B71-9E93-66D0-8971-291CB800F398}"/>
              </a:ext>
            </a:extLst>
          </p:cNvPr>
          <p:cNvSpPr/>
          <p:nvPr/>
        </p:nvSpPr>
        <p:spPr>
          <a:xfrm>
            <a:off x="8879977" y="909004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6304FB0C-1A71-9573-A10B-25CE18784514}"/>
              </a:ext>
            </a:extLst>
          </p:cNvPr>
          <p:cNvSpPr>
            <a:spLocks noChangeAspect="1"/>
          </p:cNvSpPr>
          <p:nvPr/>
        </p:nvSpPr>
        <p:spPr>
          <a:xfrm rot="16200000">
            <a:off x="6989963" y="1538992"/>
            <a:ext cx="2520000" cy="1260001"/>
          </a:xfrm>
          <a:custGeom>
            <a:avLst/>
            <a:gdLst>
              <a:gd name="connsiteX0" fmla="*/ 2286026 w 2286025"/>
              <a:gd name="connsiteY0" fmla="*/ 1143013 h 1143013"/>
              <a:gd name="connsiteX1" fmla="*/ 0 w 2286025"/>
              <a:gd name="connsiteY1" fmla="*/ 1143013 h 1143013"/>
              <a:gd name="connsiteX2" fmla="*/ 1143012 w 2286025"/>
              <a:gd name="connsiteY2" fmla="*/ 0 h 1143013"/>
              <a:gd name="connsiteX3" fmla="*/ 2286026 w 2286025"/>
              <a:gd name="connsiteY3" fmla="*/ 1143013 h 1143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3">
                <a:moveTo>
                  <a:pt x="2286026" y="1143013"/>
                </a:moveTo>
                <a:lnTo>
                  <a:pt x="0" y="1143013"/>
                </a:lnTo>
                <a:cubicBezTo>
                  <a:pt x="-1" y="511784"/>
                  <a:pt x="511784" y="0"/>
                  <a:pt x="1143012" y="0"/>
                </a:cubicBezTo>
                <a:cubicBezTo>
                  <a:pt x="1774241" y="0"/>
                  <a:pt x="2286026" y="51178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88C330E6-21C7-BA00-321B-D4E1AADD51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C4196E2B-5CDC-3D30-47CD-D430A40142C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2000" y="2314362"/>
            <a:ext cx="5040000" cy="4185388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jdelijke aanduiding voor titel 1">
            <a:extLst>
              <a:ext uri="{FF2B5EF4-FFF2-40B4-BE49-F238E27FC236}">
                <a16:creationId xmlns:a16="http://schemas.microsoft.com/office/drawing/2014/main" id="{F29797D4-C6CC-30E9-81E9-573FC30AE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8" y="672286"/>
            <a:ext cx="5039999" cy="10164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15" name="Tijdelijke aanduiding voor tekst 2">
            <a:extLst>
              <a:ext uri="{FF2B5EF4-FFF2-40B4-BE49-F238E27FC236}">
                <a16:creationId xmlns:a16="http://schemas.microsoft.com/office/drawing/2014/main" id="{04B2CB0E-BD8C-F2B3-BA9C-DD21C2BF85EA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91996" y="1712704"/>
            <a:ext cx="5040001" cy="3225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091347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multiple imag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rije vorm: vorm 20">
            <a:extLst>
              <a:ext uri="{FF2B5EF4-FFF2-40B4-BE49-F238E27FC236}">
                <a16:creationId xmlns:a16="http://schemas.microsoft.com/office/drawing/2014/main" id="{FDABA6E2-685F-E6F3-F709-98EA777E5AD2}"/>
              </a:ext>
            </a:extLst>
          </p:cNvPr>
          <p:cNvSpPr>
            <a:spLocks noChangeAspect="1"/>
          </p:cNvSpPr>
          <p:nvPr/>
        </p:nvSpPr>
        <p:spPr>
          <a:xfrm rot="10800000">
            <a:off x="6360002" y="3428989"/>
            <a:ext cx="2519999" cy="2520000"/>
          </a:xfrm>
          <a:custGeom>
            <a:avLst/>
            <a:gdLst>
              <a:gd name="connsiteX0" fmla="*/ 2286035 w 2286035"/>
              <a:gd name="connsiteY0" fmla="*/ 0 h 2286036"/>
              <a:gd name="connsiteX1" fmla="*/ 2286036 w 2286035"/>
              <a:gd name="connsiteY1" fmla="*/ 2286036 h 2286036"/>
              <a:gd name="connsiteX2" fmla="*/ 0 w 2286035"/>
              <a:gd name="connsiteY2" fmla="*/ 2286037 h 2286036"/>
              <a:gd name="connsiteX3" fmla="*/ 2286035 w 2286035"/>
              <a:gd name="connsiteY3" fmla="*/ 0 h 2286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35" h="2286036">
                <a:moveTo>
                  <a:pt x="2286035" y="0"/>
                </a:moveTo>
                <a:lnTo>
                  <a:pt x="2286036" y="2286036"/>
                </a:lnTo>
                <a:lnTo>
                  <a:pt x="0" y="2286037"/>
                </a:lnTo>
                <a:lnTo>
                  <a:pt x="2286035" y="0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2" name="Vrije vorm: vorm 21">
            <a:extLst>
              <a:ext uri="{FF2B5EF4-FFF2-40B4-BE49-F238E27FC236}">
                <a16:creationId xmlns:a16="http://schemas.microsoft.com/office/drawing/2014/main" id="{B4E0EE34-F0EB-A78A-7732-A6498A98A521}"/>
              </a:ext>
            </a:extLst>
          </p:cNvPr>
          <p:cNvSpPr/>
          <p:nvPr/>
        </p:nvSpPr>
        <p:spPr>
          <a:xfrm>
            <a:off x="8879989" y="3429000"/>
            <a:ext cx="2519999" cy="2519999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B5215D8D-8999-4F4C-B87B-B969396575A3}"/>
              </a:ext>
            </a:extLst>
          </p:cNvPr>
          <p:cNvSpPr/>
          <p:nvPr/>
        </p:nvSpPr>
        <p:spPr>
          <a:xfrm>
            <a:off x="8879977" y="909004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4" name="Vrije vorm: vorm 23">
            <a:extLst>
              <a:ext uri="{FF2B5EF4-FFF2-40B4-BE49-F238E27FC236}">
                <a16:creationId xmlns:a16="http://schemas.microsoft.com/office/drawing/2014/main" id="{E5A0618B-04D3-6E5A-B9A9-0F3B2B739994}"/>
              </a:ext>
            </a:extLst>
          </p:cNvPr>
          <p:cNvSpPr>
            <a:spLocks noChangeAspect="1"/>
          </p:cNvSpPr>
          <p:nvPr/>
        </p:nvSpPr>
        <p:spPr>
          <a:xfrm rot="16200000">
            <a:off x="6989963" y="1538992"/>
            <a:ext cx="2520000" cy="1260001"/>
          </a:xfrm>
          <a:custGeom>
            <a:avLst/>
            <a:gdLst>
              <a:gd name="connsiteX0" fmla="*/ 2286026 w 2286025"/>
              <a:gd name="connsiteY0" fmla="*/ 1143013 h 1143013"/>
              <a:gd name="connsiteX1" fmla="*/ 0 w 2286025"/>
              <a:gd name="connsiteY1" fmla="*/ 1143013 h 1143013"/>
              <a:gd name="connsiteX2" fmla="*/ 1143012 w 2286025"/>
              <a:gd name="connsiteY2" fmla="*/ 0 h 1143013"/>
              <a:gd name="connsiteX3" fmla="*/ 2286026 w 2286025"/>
              <a:gd name="connsiteY3" fmla="*/ 1143013 h 1143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3">
                <a:moveTo>
                  <a:pt x="2286026" y="1143013"/>
                </a:moveTo>
                <a:lnTo>
                  <a:pt x="0" y="1143013"/>
                </a:lnTo>
                <a:cubicBezTo>
                  <a:pt x="-1" y="511784"/>
                  <a:pt x="511784" y="0"/>
                  <a:pt x="1143012" y="0"/>
                </a:cubicBezTo>
                <a:cubicBezTo>
                  <a:pt x="1774241" y="0"/>
                  <a:pt x="2286026" y="51178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0" name="Tijdelijke aanduiding voor afbeelding 19">
            <a:extLst>
              <a:ext uri="{FF2B5EF4-FFF2-40B4-BE49-F238E27FC236}">
                <a16:creationId xmlns:a16="http://schemas.microsoft.com/office/drawing/2014/main" id="{5BBC29BB-6510-527C-2816-2652A98FAAC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879950" y="3434380"/>
            <a:ext cx="2520000" cy="2520000"/>
          </a:xfrm>
          <a:custGeom>
            <a:avLst/>
            <a:gdLst>
              <a:gd name="connsiteX0" fmla="*/ 0 w 2520000"/>
              <a:gd name="connsiteY0" fmla="*/ 0 h 2520000"/>
              <a:gd name="connsiteX1" fmla="*/ 2520000 w 2520000"/>
              <a:gd name="connsiteY1" fmla="*/ 0 h 2520000"/>
              <a:gd name="connsiteX2" fmla="*/ 2520000 w 2520000"/>
              <a:gd name="connsiteY2" fmla="*/ 2520000 h 2520000"/>
              <a:gd name="connsiteX3" fmla="*/ 0 w 2520000"/>
              <a:gd name="connsiteY3" fmla="*/ 2520000 h 25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0000" h="2520000">
                <a:moveTo>
                  <a:pt x="0" y="0"/>
                </a:moveTo>
                <a:lnTo>
                  <a:pt x="2520000" y="0"/>
                </a:lnTo>
                <a:lnTo>
                  <a:pt x="2520000" y="2520000"/>
                </a:lnTo>
                <a:lnTo>
                  <a:pt x="0" y="2520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17" name="Tijdelijke aanduiding voor afbeelding 16">
            <a:extLst>
              <a:ext uri="{FF2B5EF4-FFF2-40B4-BE49-F238E27FC236}">
                <a16:creationId xmlns:a16="http://schemas.microsoft.com/office/drawing/2014/main" id="{2FD023ED-19A9-752E-B06F-C0051E916EF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879937" y="914384"/>
            <a:ext cx="2520001" cy="2520000"/>
          </a:xfrm>
          <a:custGeom>
            <a:avLst/>
            <a:gdLst>
              <a:gd name="connsiteX0" fmla="*/ 1260000 w 2520001"/>
              <a:gd name="connsiteY0" fmla="*/ 0 h 2520000"/>
              <a:gd name="connsiteX1" fmla="*/ 2520001 w 2520001"/>
              <a:gd name="connsiteY1" fmla="*/ 1260000 h 2520000"/>
              <a:gd name="connsiteX2" fmla="*/ 1260000 w 2520001"/>
              <a:gd name="connsiteY2" fmla="*/ 2520000 h 2520000"/>
              <a:gd name="connsiteX3" fmla="*/ 0 w 2520001"/>
              <a:gd name="connsiteY3" fmla="*/ 1260000 h 2520000"/>
              <a:gd name="connsiteX4" fmla="*/ 1260000 w 2520001"/>
              <a:gd name="connsiteY4" fmla="*/ 0 h 25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20001" h="2520000">
                <a:moveTo>
                  <a:pt x="1260000" y="0"/>
                </a:moveTo>
                <a:cubicBezTo>
                  <a:pt x="1955879" y="0"/>
                  <a:pt x="2520001" y="564121"/>
                  <a:pt x="2520001" y="1260000"/>
                </a:cubicBezTo>
                <a:cubicBezTo>
                  <a:pt x="2520001" y="1955879"/>
                  <a:pt x="1955880" y="2520000"/>
                  <a:pt x="1260000" y="2520000"/>
                </a:cubicBezTo>
                <a:cubicBezTo>
                  <a:pt x="564122" y="2520000"/>
                  <a:pt x="0" y="1955879"/>
                  <a:pt x="0" y="1260000"/>
                </a:cubicBezTo>
                <a:cubicBezTo>
                  <a:pt x="0" y="564121"/>
                  <a:pt x="564121" y="0"/>
                  <a:pt x="1260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10" name="Tijdelijke aanduiding voor afbeelding 9">
            <a:extLst>
              <a:ext uri="{FF2B5EF4-FFF2-40B4-BE49-F238E27FC236}">
                <a16:creationId xmlns:a16="http://schemas.microsoft.com/office/drawing/2014/main" id="{BD06A1A4-7662-2810-DAF5-DD1A9A281AE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59962" y="3434369"/>
            <a:ext cx="2520000" cy="2520001"/>
          </a:xfrm>
          <a:custGeom>
            <a:avLst/>
            <a:gdLst>
              <a:gd name="connsiteX0" fmla="*/ 2520000 w 2520000"/>
              <a:gd name="connsiteY0" fmla="*/ 0 h 2520001"/>
              <a:gd name="connsiteX1" fmla="*/ 1 w 2520000"/>
              <a:gd name="connsiteY1" fmla="*/ 2520001 h 2520001"/>
              <a:gd name="connsiteX2" fmla="*/ 0 w 2520000"/>
              <a:gd name="connsiteY2" fmla="*/ 1 h 252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20000" h="2520001">
                <a:moveTo>
                  <a:pt x="2520000" y="0"/>
                </a:moveTo>
                <a:lnTo>
                  <a:pt x="1" y="2520001"/>
                </a:lnTo>
                <a:lnTo>
                  <a:pt x="0" y="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A08C4A73-29AF-49AA-7154-4FC8ED409A0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619925" y="914373"/>
            <a:ext cx="1260001" cy="2520001"/>
          </a:xfrm>
          <a:custGeom>
            <a:avLst/>
            <a:gdLst>
              <a:gd name="connsiteX0" fmla="*/ 1260001 w 1260001"/>
              <a:gd name="connsiteY0" fmla="*/ 0 h 2520001"/>
              <a:gd name="connsiteX1" fmla="*/ 1260001 w 1260001"/>
              <a:gd name="connsiteY1" fmla="*/ 2520001 h 2520001"/>
              <a:gd name="connsiteX2" fmla="*/ 0 w 1260001"/>
              <a:gd name="connsiteY2" fmla="*/ 1260001 h 2520001"/>
              <a:gd name="connsiteX3" fmla="*/ 1260001 w 1260001"/>
              <a:gd name="connsiteY3" fmla="*/ 0 h 252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0001" h="2520001">
                <a:moveTo>
                  <a:pt x="1260001" y="0"/>
                </a:moveTo>
                <a:lnTo>
                  <a:pt x="1260001" y="2520001"/>
                </a:lnTo>
                <a:cubicBezTo>
                  <a:pt x="564165" y="2520002"/>
                  <a:pt x="0" y="1955835"/>
                  <a:pt x="0" y="1260001"/>
                </a:cubicBezTo>
                <a:cubicBezTo>
                  <a:pt x="0" y="564166"/>
                  <a:pt x="564165" y="0"/>
                  <a:pt x="126000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569CA3E9-8AED-7488-33EB-F4BD549A0C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A3173130-10B8-936F-47F6-63823C9E37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2000" y="2314362"/>
            <a:ext cx="5040000" cy="4185388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jdelijke aanduiding voor titel 1">
            <a:extLst>
              <a:ext uri="{FF2B5EF4-FFF2-40B4-BE49-F238E27FC236}">
                <a16:creationId xmlns:a16="http://schemas.microsoft.com/office/drawing/2014/main" id="{99F8A5BB-643B-9624-CF54-536E6877A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8" y="672286"/>
            <a:ext cx="5039999" cy="10164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13" name="Tijdelijke aanduiding voor tekst 2">
            <a:extLst>
              <a:ext uri="{FF2B5EF4-FFF2-40B4-BE49-F238E27FC236}">
                <a16:creationId xmlns:a16="http://schemas.microsoft.com/office/drawing/2014/main" id="{9EB0E9EF-1702-D468-F4BC-255890ECAEE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791996" y="1712704"/>
            <a:ext cx="5040001" cy="3225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379255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one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5EBE94DE-4B26-060E-5A1E-F2B6C047F9F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66222" y="908993"/>
            <a:ext cx="5033769" cy="5033789"/>
          </a:xfrm>
          <a:custGeom>
            <a:avLst/>
            <a:gdLst>
              <a:gd name="connsiteX0" fmla="*/ 2519964 w 5033769"/>
              <a:gd name="connsiteY0" fmla="*/ 1382954 h 5033789"/>
              <a:gd name="connsiteX1" fmla="*/ 2519964 w 5033769"/>
              <a:gd name="connsiteY1" fmla="*/ 2513777 h 5033789"/>
              <a:gd name="connsiteX2" fmla="*/ 2520001 w 5033769"/>
              <a:gd name="connsiteY2" fmla="*/ 2513777 h 5033789"/>
              <a:gd name="connsiteX3" fmla="*/ 2519989 w 5033769"/>
              <a:gd name="connsiteY3" fmla="*/ 2513789 h 5033789"/>
              <a:gd name="connsiteX4" fmla="*/ 3649376 w 5033769"/>
              <a:gd name="connsiteY4" fmla="*/ 2513789 h 5033789"/>
              <a:gd name="connsiteX5" fmla="*/ 3535235 w 5033769"/>
              <a:gd name="connsiteY5" fmla="*/ 2497467 h 5033789"/>
              <a:gd name="connsiteX6" fmla="*/ 2520261 w 5033769"/>
              <a:gd name="connsiteY6" fmla="*/ 1388840 h 5033789"/>
              <a:gd name="connsiteX7" fmla="*/ 2519964 w 5033769"/>
              <a:gd name="connsiteY7" fmla="*/ 0 h 5033789"/>
              <a:gd name="connsiteX8" fmla="*/ 2519964 w 5033769"/>
              <a:gd name="connsiteY8" fmla="*/ 1137072 h 5033789"/>
              <a:gd name="connsiteX9" fmla="*/ 2520261 w 5033769"/>
              <a:gd name="connsiteY9" fmla="*/ 1131185 h 5033789"/>
              <a:gd name="connsiteX10" fmla="*/ 3773756 w 5033769"/>
              <a:gd name="connsiteY10" fmla="*/ 13 h 5033789"/>
              <a:gd name="connsiteX11" fmla="*/ 5033757 w 5033769"/>
              <a:gd name="connsiteY11" fmla="*/ 1260013 h 5033789"/>
              <a:gd name="connsiteX12" fmla="*/ 3902584 w 5033769"/>
              <a:gd name="connsiteY12" fmla="*/ 2513507 h 5033789"/>
              <a:gd name="connsiteX13" fmla="*/ 3897013 w 5033769"/>
              <a:gd name="connsiteY13" fmla="*/ 2513789 h 5033789"/>
              <a:gd name="connsiteX14" fmla="*/ 5033769 w 5033769"/>
              <a:gd name="connsiteY14" fmla="*/ 2513789 h 5033789"/>
              <a:gd name="connsiteX15" fmla="*/ 5033768 w 5033769"/>
              <a:gd name="connsiteY15" fmla="*/ 5033789 h 5033789"/>
              <a:gd name="connsiteX16" fmla="*/ 2513768 w 5033769"/>
              <a:gd name="connsiteY16" fmla="*/ 5033789 h 5033789"/>
              <a:gd name="connsiteX17" fmla="*/ 2513769 w 5033769"/>
              <a:gd name="connsiteY17" fmla="*/ 2520008 h 5033789"/>
              <a:gd name="connsiteX18" fmla="*/ 1 w 5033769"/>
              <a:gd name="connsiteY18" fmla="*/ 5033777 h 5033789"/>
              <a:gd name="connsiteX19" fmla="*/ 0 w 5033769"/>
              <a:gd name="connsiteY19" fmla="*/ 2513777 h 5033789"/>
              <a:gd name="connsiteX20" fmla="*/ 2458226 w 5033769"/>
              <a:gd name="connsiteY20" fmla="*/ 2513776 h 5033789"/>
              <a:gd name="connsiteX21" fmla="*/ 2266042 w 5033769"/>
              <a:gd name="connsiteY21" fmla="*/ 2494401 h 5033789"/>
              <a:gd name="connsiteX22" fmla="*/ 1259962 w 5033769"/>
              <a:gd name="connsiteY22" fmla="*/ 1260001 h 5033789"/>
              <a:gd name="connsiteX23" fmla="*/ 2519964 w 5033769"/>
              <a:gd name="connsiteY23" fmla="*/ 0 h 5033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033769" h="5033789">
                <a:moveTo>
                  <a:pt x="2519964" y="1382954"/>
                </a:moveTo>
                <a:lnTo>
                  <a:pt x="2519964" y="2513777"/>
                </a:lnTo>
                <a:lnTo>
                  <a:pt x="2520001" y="2513777"/>
                </a:lnTo>
                <a:lnTo>
                  <a:pt x="2519989" y="2513789"/>
                </a:lnTo>
                <a:lnTo>
                  <a:pt x="3649376" y="2513789"/>
                </a:lnTo>
                <a:lnTo>
                  <a:pt x="3535235" y="2497467"/>
                </a:lnTo>
                <a:cubicBezTo>
                  <a:pt x="2994600" y="2393880"/>
                  <a:pt x="2576720" y="1944783"/>
                  <a:pt x="2520261" y="1388840"/>
                </a:cubicBezTo>
                <a:close/>
                <a:moveTo>
                  <a:pt x="2519964" y="0"/>
                </a:moveTo>
                <a:lnTo>
                  <a:pt x="2519964" y="1137072"/>
                </a:lnTo>
                <a:lnTo>
                  <a:pt x="2520261" y="1131185"/>
                </a:lnTo>
                <a:cubicBezTo>
                  <a:pt x="2584786" y="495822"/>
                  <a:pt x="3121369" y="13"/>
                  <a:pt x="3773756" y="13"/>
                </a:cubicBezTo>
                <a:cubicBezTo>
                  <a:pt x="4469635" y="13"/>
                  <a:pt x="5033757" y="564134"/>
                  <a:pt x="5033757" y="1260013"/>
                </a:cubicBezTo>
                <a:cubicBezTo>
                  <a:pt x="5033757" y="1912399"/>
                  <a:pt x="4537948" y="2448983"/>
                  <a:pt x="3902584" y="2513507"/>
                </a:cubicBezTo>
                <a:lnTo>
                  <a:pt x="3897013" y="2513789"/>
                </a:lnTo>
                <a:lnTo>
                  <a:pt x="5033769" y="2513789"/>
                </a:lnTo>
                <a:lnTo>
                  <a:pt x="5033768" y="5033789"/>
                </a:lnTo>
                <a:lnTo>
                  <a:pt x="2513768" y="5033789"/>
                </a:lnTo>
                <a:lnTo>
                  <a:pt x="2513769" y="2520008"/>
                </a:lnTo>
                <a:lnTo>
                  <a:pt x="1" y="5033777"/>
                </a:lnTo>
                <a:lnTo>
                  <a:pt x="0" y="2513777"/>
                </a:lnTo>
                <a:lnTo>
                  <a:pt x="2458226" y="2513776"/>
                </a:lnTo>
                <a:lnTo>
                  <a:pt x="2266042" y="2494401"/>
                </a:lnTo>
                <a:cubicBezTo>
                  <a:pt x="1691901" y="2376903"/>
                  <a:pt x="1259962" y="1868856"/>
                  <a:pt x="1259962" y="1260001"/>
                </a:cubicBezTo>
                <a:cubicBezTo>
                  <a:pt x="1259962" y="564166"/>
                  <a:pt x="1824128" y="0"/>
                  <a:pt x="251996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48E4BD2D-57AD-1E69-0355-6DFBBE91EF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A1A5623A-0EB7-35B2-6C66-7A4C703DB40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2000" y="2314362"/>
            <a:ext cx="5040000" cy="4185388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jdelijke aanduiding voor titel 1">
            <a:extLst>
              <a:ext uri="{FF2B5EF4-FFF2-40B4-BE49-F238E27FC236}">
                <a16:creationId xmlns:a16="http://schemas.microsoft.com/office/drawing/2014/main" id="{CBF9D5D8-42A1-949A-FA29-057160B16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8" y="672286"/>
            <a:ext cx="5039999" cy="10164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12" name="Tijdelijke aanduiding voor tekst 2">
            <a:extLst>
              <a:ext uri="{FF2B5EF4-FFF2-40B4-BE49-F238E27FC236}">
                <a16:creationId xmlns:a16="http://schemas.microsoft.com/office/drawing/2014/main" id="{F783E021-65ED-4C7F-899F-811DFA5B7A0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91996" y="1712704"/>
            <a:ext cx="5040001" cy="3225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723686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hap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76F6EEEB-9971-9726-81A6-A842C217CA1A}"/>
              </a:ext>
            </a:extLst>
          </p:cNvPr>
          <p:cNvSpPr/>
          <p:nvPr/>
        </p:nvSpPr>
        <p:spPr>
          <a:xfrm>
            <a:off x="8879977" y="3429000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9" name="Vrije vorm: vorm 8">
            <a:extLst>
              <a:ext uri="{FF2B5EF4-FFF2-40B4-BE49-F238E27FC236}">
                <a16:creationId xmlns:a16="http://schemas.microsoft.com/office/drawing/2014/main" id="{5297B128-04E7-F095-D863-25F3756FB4B4}"/>
              </a:ext>
            </a:extLst>
          </p:cNvPr>
          <p:cNvSpPr>
            <a:spLocks noChangeAspect="1"/>
          </p:cNvSpPr>
          <p:nvPr/>
        </p:nvSpPr>
        <p:spPr>
          <a:xfrm>
            <a:off x="8879963" y="912007"/>
            <a:ext cx="2519999" cy="2520000"/>
          </a:xfrm>
          <a:custGeom>
            <a:avLst/>
            <a:gdLst>
              <a:gd name="connsiteX0" fmla="*/ 2286035 w 2286035"/>
              <a:gd name="connsiteY0" fmla="*/ 0 h 2286036"/>
              <a:gd name="connsiteX1" fmla="*/ 2286036 w 2286035"/>
              <a:gd name="connsiteY1" fmla="*/ 2286036 h 2286036"/>
              <a:gd name="connsiteX2" fmla="*/ 0 w 2286035"/>
              <a:gd name="connsiteY2" fmla="*/ 2286037 h 2286036"/>
              <a:gd name="connsiteX3" fmla="*/ 2286035 w 2286035"/>
              <a:gd name="connsiteY3" fmla="*/ 0 h 2286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35" h="2286036">
                <a:moveTo>
                  <a:pt x="2286035" y="0"/>
                </a:moveTo>
                <a:lnTo>
                  <a:pt x="2286036" y="2286036"/>
                </a:lnTo>
                <a:lnTo>
                  <a:pt x="0" y="2286037"/>
                </a:lnTo>
                <a:lnTo>
                  <a:pt x="2286035" y="0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Vrije vorm: vorm 18">
            <a:extLst>
              <a:ext uri="{FF2B5EF4-FFF2-40B4-BE49-F238E27FC236}">
                <a16:creationId xmlns:a16="http://schemas.microsoft.com/office/drawing/2014/main" id="{69DDE691-C5AE-BC2F-E04B-661180E83819}"/>
              </a:ext>
            </a:extLst>
          </p:cNvPr>
          <p:cNvSpPr>
            <a:spLocks noChangeAspect="1"/>
          </p:cNvSpPr>
          <p:nvPr/>
        </p:nvSpPr>
        <p:spPr>
          <a:xfrm>
            <a:off x="6360002" y="917534"/>
            <a:ext cx="2520057" cy="5031466"/>
          </a:xfrm>
          <a:custGeom>
            <a:avLst/>
            <a:gdLst>
              <a:gd name="connsiteX0" fmla="*/ 2520056 w 2520057"/>
              <a:gd name="connsiteY0" fmla="*/ 0 h 5031466"/>
              <a:gd name="connsiteX1" fmla="*/ 2520057 w 2520057"/>
              <a:gd name="connsiteY1" fmla="*/ 2520000 h 5031466"/>
              <a:gd name="connsiteX2" fmla="*/ 2520000 w 2520057"/>
              <a:gd name="connsiteY2" fmla="*/ 2520000 h 5031466"/>
              <a:gd name="connsiteX3" fmla="*/ 2520000 w 2520057"/>
              <a:gd name="connsiteY3" fmla="*/ 5031466 h 5031466"/>
              <a:gd name="connsiteX4" fmla="*/ 0 w 2520057"/>
              <a:gd name="connsiteY4" fmla="*/ 5031466 h 5031466"/>
              <a:gd name="connsiteX5" fmla="*/ 0 w 2520057"/>
              <a:gd name="connsiteY5" fmla="*/ 2511466 h 5031466"/>
              <a:gd name="connsiteX6" fmla="*/ 8592 w 2520057"/>
              <a:gd name="connsiteY6" fmla="*/ 2511466 h 5031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0057" h="5031466">
                <a:moveTo>
                  <a:pt x="2520056" y="0"/>
                </a:moveTo>
                <a:lnTo>
                  <a:pt x="2520057" y="2520000"/>
                </a:lnTo>
                <a:lnTo>
                  <a:pt x="2520000" y="2520000"/>
                </a:lnTo>
                <a:lnTo>
                  <a:pt x="2520000" y="5031466"/>
                </a:lnTo>
                <a:lnTo>
                  <a:pt x="0" y="5031466"/>
                </a:lnTo>
                <a:lnTo>
                  <a:pt x="0" y="2511466"/>
                </a:lnTo>
                <a:lnTo>
                  <a:pt x="8592" y="2511466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8453352F-9F90-A96F-6245-6763AFEC9C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A70221B0-0BF5-7A1C-F299-359A15CB0D2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2000" y="2314362"/>
            <a:ext cx="5040000" cy="4185388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jdelijke aanduiding voor titel 1">
            <a:extLst>
              <a:ext uri="{FF2B5EF4-FFF2-40B4-BE49-F238E27FC236}">
                <a16:creationId xmlns:a16="http://schemas.microsoft.com/office/drawing/2014/main" id="{9DA8D749-4150-C7CC-205D-D51985855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8" y="672286"/>
            <a:ext cx="5039999" cy="10164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13" name="Tijdelijke aanduiding voor tekst 2">
            <a:extLst>
              <a:ext uri="{FF2B5EF4-FFF2-40B4-BE49-F238E27FC236}">
                <a16:creationId xmlns:a16="http://schemas.microsoft.com/office/drawing/2014/main" id="{495CFFE3-7534-99C9-3869-47C083F49651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91996" y="1712704"/>
            <a:ext cx="5040001" cy="3225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108413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multiple imag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76F6EEEB-9971-9726-81A6-A842C217CA1A}"/>
              </a:ext>
            </a:extLst>
          </p:cNvPr>
          <p:cNvSpPr/>
          <p:nvPr/>
        </p:nvSpPr>
        <p:spPr>
          <a:xfrm>
            <a:off x="8879977" y="3429000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9" name="Vrije vorm: vorm 8">
            <a:extLst>
              <a:ext uri="{FF2B5EF4-FFF2-40B4-BE49-F238E27FC236}">
                <a16:creationId xmlns:a16="http://schemas.microsoft.com/office/drawing/2014/main" id="{5297B128-04E7-F095-D863-25F3756FB4B4}"/>
              </a:ext>
            </a:extLst>
          </p:cNvPr>
          <p:cNvSpPr>
            <a:spLocks noChangeAspect="1"/>
          </p:cNvSpPr>
          <p:nvPr/>
        </p:nvSpPr>
        <p:spPr>
          <a:xfrm>
            <a:off x="8879963" y="912007"/>
            <a:ext cx="2519999" cy="2520000"/>
          </a:xfrm>
          <a:custGeom>
            <a:avLst/>
            <a:gdLst>
              <a:gd name="connsiteX0" fmla="*/ 2286035 w 2286035"/>
              <a:gd name="connsiteY0" fmla="*/ 0 h 2286036"/>
              <a:gd name="connsiteX1" fmla="*/ 2286036 w 2286035"/>
              <a:gd name="connsiteY1" fmla="*/ 2286036 h 2286036"/>
              <a:gd name="connsiteX2" fmla="*/ 0 w 2286035"/>
              <a:gd name="connsiteY2" fmla="*/ 2286037 h 2286036"/>
              <a:gd name="connsiteX3" fmla="*/ 2286035 w 2286035"/>
              <a:gd name="connsiteY3" fmla="*/ 0 h 2286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35" h="2286036">
                <a:moveTo>
                  <a:pt x="2286035" y="0"/>
                </a:moveTo>
                <a:lnTo>
                  <a:pt x="2286036" y="2286036"/>
                </a:lnTo>
                <a:lnTo>
                  <a:pt x="0" y="2286037"/>
                </a:lnTo>
                <a:lnTo>
                  <a:pt x="2286035" y="0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Vrije vorm: vorm 18">
            <a:extLst>
              <a:ext uri="{FF2B5EF4-FFF2-40B4-BE49-F238E27FC236}">
                <a16:creationId xmlns:a16="http://schemas.microsoft.com/office/drawing/2014/main" id="{69DDE691-C5AE-BC2F-E04B-661180E83819}"/>
              </a:ext>
            </a:extLst>
          </p:cNvPr>
          <p:cNvSpPr>
            <a:spLocks noChangeAspect="1"/>
          </p:cNvSpPr>
          <p:nvPr/>
        </p:nvSpPr>
        <p:spPr>
          <a:xfrm>
            <a:off x="6360002" y="917534"/>
            <a:ext cx="2520057" cy="5031466"/>
          </a:xfrm>
          <a:custGeom>
            <a:avLst/>
            <a:gdLst>
              <a:gd name="connsiteX0" fmla="*/ 2520056 w 2520057"/>
              <a:gd name="connsiteY0" fmla="*/ 0 h 5031466"/>
              <a:gd name="connsiteX1" fmla="*/ 2520057 w 2520057"/>
              <a:gd name="connsiteY1" fmla="*/ 2520000 h 5031466"/>
              <a:gd name="connsiteX2" fmla="*/ 2520000 w 2520057"/>
              <a:gd name="connsiteY2" fmla="*/ 2520000 h 5031466"/>
              <a:gd name="connsiteX3" fmla="*/ 2520000 w 2520057"/>
              <a:gd name="connsiteY3" fmla="*/ 5031466 h 5031466"/>
              <a:gd name="connsiteX4" fmla="*/ 0 w 2520057"/>
              <a:gd name="connsiteY4" fmla="*/ 5031466 h 5031466"/>
              <a:gd name="connsiteX5" fmla="*/ 0 w 2520057"/>
              <a:gd name="connsiteY5" fmla="*/ 2511466 h 5031466"/>
              <a:gd name="connsiteX6" fmla="*/ 8592 w 2520057"/>
              <a:gd name="connsiteY6" fmla="*/ 2511466 h 5031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0057" h="5031466">
                <a:moveTo>
                  <a:pt x="2520056" y="0"/>
                </a:moveTo>
                <a:lnTo>
                  <a:pt x="2520057" y="2520000"/>
                </a:lnTo>
                <a:lnTo>
                  <a:pt x="2520000" y="2520000"/>
                </a:lnTo>
                <a:lnTo>
                  <a:pt x="2520000" y="5031466"/>
                </a:lnTo>
                <a:lnTo>
                  <a:pt x="0" y="5031466"/>
                </a:lnTo>
                <a:lnTo>
                  <a:pt x="0" y="2511466"/>
                </a:lnTo>
                <a:lnTo>
                  <a:pt x="8592" y="2511466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CB217713-8550-6E7D-74DA-B21E396D96B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879943" y="3446554"/>
            <a:ext cx="2520001" cy="2520000"/>
          </a:xfrm>
          <a:custGeom>
            <a:avLst/>
            <a:gdLst>
              <a:gd name="connsiteX0" fmla="*/ 1260000 w 2520001"/>
              <a:gd name="connsiteY0" fmla="*/ 0 h 2520000"/>
              <a:gd name="connsiteX1" fmla="*/ 2520001 w 2520001"/>
              <a:gd name="connsiteY1" fmla="*/ 1260000 h 2520000"/>
              <a:gd name="connsiteX2" fmla="*/ 1260000 w 2520001"/>
              <a:gd name="connsiteY2" fmla="*/ 2520000 h 2520000"/>
              <a:gd name="connsiteX3" fmla="*/ 0 w 2520001"/>
              <a:gd name="connsiteY3" fmla="*/ 1260000 h 2520000"/>
              <a:gd name="connsiteX4" fmla="*/ 1260000 w 2520001"/>
              <a:gd name="connsiteY4" fmla="*/ 0 h 25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20001" h="2520000">
                <a:moveTo>
                  <a:pt x="1260000" y="0"/>
                </a:moveTo>
                <a:cubicBezTo>
                  <a:pt x="1955879" y="0"/>
                  <a:pt x="2520001" y="564121"/>
                  <a:pt x="2520001" y="1260000"/>
                </a:cubicBezTo>
                <a:cubicBezTo>
                  <a:pt x="2520001" y="1955879"/>
                  <a:pt x="1955880" y="2520000"/>
                  <a:pt x="1260000" y="2520000"/>
                </a:cubicBezTo>
                <a:cubicBezTo>
                  <a:pt x="564122" y="2520000"/>
                  <a:pt x="0" y="1955879"/>
                  <a:pt x="0" y="1260000"/>
                </a:cubicBezTo>
                <a:cubicBezTo>
                  <a:pt x="0" y="564121"/>
                  <a:pt x="564121" y="0"/>
                  <a:pt x="1260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CE3366A8-6FCF-5D96-79E8-44158F6D91F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79930" y="929562"/>
            <a:ext cx="2520000" cy="2520001"/>
          </a:xfrm>
          <a:custGeom>
            <a:avLst/>
            <a:gdLst>
              <a:gd name="connsiteX0" fmla="*/ 2519999 w 2520000"/>
              <a:gd name="connsiteY0" fmla="*/ 0 h 2520001"/>
              <a:gd name="connsiteX1" fmla="*/ 2520000 w 2520000"/>
              <a:gd name="connsiteY1" fmla="*/ 2520000 h 2520001"/>
              <a:gd name="connsiteX2" fmla="*/ 0 w 2520000"/>
              <a:gd name="connsiteY2" fmla="*/ 2520001 h 252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20000" h="2520001">
                <a:moveTo>
                  <a:pt x="2519999" y="0"/>
                </a:moveTo>
                <a:lnTo>
                  <a:pt x="2520000" y="2520000"/>
                </a:lnTo>
                <a:lnTo>
                  <a:pt x="0" y="252000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43E36CDE-2109-3197-B5A1-145E138A70C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59969" y="935088"/>
            <a:ext cx="2520057" cy="5031466"/>
          </a:xfrm>
          <a:custGeom>
            <a:avLst/>
            <a:gdLst>
              <a:gd name="connsiteX0" fmla="*/ 2520056 w 2520057"/>
              <a:gd name="connsiteY0" fmla="*/ 0 h 5031466"/>
              <a:gd name="connsiteX1" fmla="*/ 2520057 w 2520057"/>
              <a:gd name="connsiteY1" fmla="*/ 2520000 h 5031466"/>
              <a:gd name="connsiteX2" fmla="*/ 2520000 w 2520057"/>
              <a:gd name="connsiteY2" fmla="*/ 2520000 h 5031466"/>
              <a:gd name="connsiteX3" fmla="*/ 2520000 w 2520057"/>
              <a:gd name="connsiteY3" fmla="*/ 5031466 h 5031466"/>
              <a:gd name="connsiteX4" fmla="*/ 0 w 2520057"/>
              <a:gd name="connsiteY4" fmla="*/ 5031466 h 5031466"/>
              <a:gd name="connsiteX5" fmla="*/ 0 w 2520057"/>
              <a:gd name="connsiteY5" fmla="*/ 2511466 h 5031466"/>
              <a:gd name="connsiteX6" fmla="*/ 8592 w 2520057"/>
              <a:gd name="connsiteY6" fmla="*/ 2511466 h 5031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0057" h="5031466">
                <a:moveTo>
                  <a:pt x="2520056" y="0"/>
                </a:moveTo>
                <a:lnTo>
                  <a:pt x="2520057" y="2520000"/>
                </a:lnTo>
                <a:lnTo>
                  <a:pt x="2520000" y="2520000"/>
                </a:lnTo>
                <a:lnTo>
                  <a:pt x="2520000" y="5031466"/>
                </a:lnTo>
                <a:lnTo>
                  <a:pt x="0" y="5031466"/>
                </a:lnTo>
                <a:lnTo>
                  <a:pt x="0" y="2511466"/>
                </a:lnTo>
                <a:lnTo>
                  <a:pt x="8592" y="251146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BA4B9571-DDC2-A53D-F8C4-46A498BF8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14" name="Tijdelijke aanduiding voor inhoud 2">
            <a:extLst>
              <a:ext uri="{FF2B5EF4-FFF2-40B4-BE49-F238E27FC236}">
                <a16:creationId xmlns:a16="http://schemas.microsoft.com/office/drawing/2014/main" id="{72419906-A772-9C62-E56C-C5F1AAFE645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2000" y="2314362"/>
            <a:ext cx="5040000" cy="4185388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ijdelijke aanduiding voor titel 1">
            <a:extLst>
              <a:ext uri="{FF2B5EF4-FFF2-40B4-BE49-F238E27FC236}">
                <a16:creationId xmlns:a16="http://schemas.microsoft.com/office/drawing/2014/main" id="{0639D06C-4508-B431-3253-71A36D441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8" y="672286"/>
            <a:ext cx="5039999" cy="10164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16" name="Tijdelijke aanduiding voor tekst 2">
            <a:extLst>
              <a:ext uri="{FF2B5EF4-FFF2-40B4-BE49-F238E27FC236}">
                <a16:creationId xmlns:a16="http://schemas.microsoft.com/office/drawing/2014/main" id="{B4C839F1-D2D4-584B-D9E7-2D4471EA787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91996" y="1712704"/>
            <a:ext cx="5040001" cy="3225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172840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one imag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2">
            <a:extLst>
              <a:ext uri="{FF2B5EF4-FFF2-40B4-BE49-F238E27FC236}">
                <a16:creationId xmlns:a16="http://schemas.microsoft.com/office/drawing/2014/main" id="{9ED2D670-E603-60EE-4F3B-5B534395736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70051" y="917534"/>
            <a:ext cx="5029927" cy="5031466"/>
          </a:xfrm>
          <a:custGeom>
            <a:avLst/>
            <a:gdLst>
              <a:gd name="connsiteX0" fmla="*/ 2520000 w 5029927"/>
              <a:gd name="connsiteY0" fmla="*/ 2524522 h 5031466"/>
              <a:gd name="connsiteX1" fmla="*/ 2520000 w 5029927"/>
              <a:gd name="connsiteY1" fmla="*/ 3620442 h 5031466"/>
              <a:gd name="connsiteX2" fmla="*/ 2529606 w 5029927"/>
              <a:gd name="connsiteY2" fmla="*/ 3548425 h 5031466"/>
              <a:gd name="connsiteX3" fmla="*/ 3515992 w 5029927"/>
              <a:gd name="connsiteY3" fmla="*/ 2537065 h 5031466"/>
              <a:gd name="connsiteX4" fmla="*/ 3640418 w 5029927"/>
              <a:gd name="connsiteY4" fmla="*/ 2524522 h 5031466"/>
              <a:gd name="connsiteX5" fmla="*/ 2520056 w 5029927"/>
              <a:gd name="connsiteY5" fmla="*/ 0 h 5031466"/>
              <a:gd name="connsiteX6" fmla="*/ 2520057 w 5029927"/>
              <a:gd name="connsiteY6" fmla="*/ 2514378 h 5031466"/>
              <a:gd name="connsiteX7" fmla="*/ 5029912 w 5029927"/>
              <a:gd name="connsiteY7" fmla="*/ 4521 h 5031466"/>
              <a:gd name="connsiteX8" fmla="*/ 5029913 w 5029927"/>
              <a:gd name="connsiteY8" fmla="*/ 2524521 h 5031466"/>
              <a:gd name="connsiteX9" fmla="*/ 3899433 w 5029927"/>
              <a:gd name="connsiteY9" fmla="*/ 2524522 h 5031466"/>
              <a:gd name="connsiteX10" fmla="*/ 4023860 w 5029927"/>
              <a:gd name="connsiteY10" fmla="*/ 2537065 h 5031466"/>
              <a:gd name="connsiteX11" fmla="*/ 5029927 w 5029927"/>
              <a:gd name="connsiteY11" fmla="*/ 3771466 h 5031466"/>
              <a:gd name="connsiteX12" fmla="*/ 3769926 w 5029927"/>
              <a:gd name="connsiteY12" fmla="*/ 5031466 h 5031466"/>
              <a:gd name="connsiteX13" fmla="*/ 2535525 w 5029927"/>
              <a:gd name="connsiteY13" fmla="*/ 4025400 h 5031466"/>
              <a:gd name="connsiteX14" fmla="*/ 2520000 w 5029927"/>
              <a:gd name="connsiteY14" fmla="*/ 3923677 h 5031466"/>
              <a:gd name="connsiteX15" fmla="*/ 2520000 w 5029927"/>
              <a:gd name="connsiteY15" fmla="*/ 5031466 h 5031466"/>
              <a:gd name="connsiteX16" fmla="*/ 0 w 5029927"/>
              <a:gd name="connsiteY16" fmla="*/ 5031466 h 5031466"/>
              <a:gd name="connsiteX17" fmla="*/ 0 w 5029927"/>
              <a:gd name="connsiteY17" fmla="*/ 2511466 h 5031466"/>
              <a:gd name="connsiteX18" fmla="*/ 8592 w 5029927"/>
              <a:gd name="connsiteY18" fmla="*/ 2511466 h 5031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029927" h="5031466">
                <a:moveTo>
                  <a:pt x="2520000" y="2524522"/>
                </a:moveTo>
                <a:lnTo>
                  <a:pt x="2520000" y="3620442"/>
                </a:lnTo>
                <a:lnTo>
                  <a:pt x="2529606" y="3548425"/>
                </a:lnTo>
                <a:cubicBezTo>
                  <a:pt x="2620125" y="3041670"/>
                  <a:pt x="3013601" y="2639869"/>
                  <a:pt x="3515992" y="2537065"/>
                </a:cubicBezTo>
                <a:lnTo>
                  <a:pt x="3640418" y="2524522"/>
                </a:lnTo>
                <a:close/>
                <a:moveTo>
                  <a:pt x="2520056" y="0"/>
                </a:moveTo>
                <a:lnTo>
                  <a:pt x="2520057" y="2514378"/>
                </a:lnTo>
                <a:lnTo>
                  <a:pt x="5029912" y="4521"/>
                </a:lnTo>
                <a:lnTo>
                  <a:pt x="5029913" y="2524521"/>
                </a:lnTo>
                <a:lnTo>
                  <a:pt x="3899433" y="2524522"/>
                </a:lnTo>
                <a:lnTo>
                  <a:pt x="4023860" y="2537065"/>
                </a:lnTo>
                <a:cubicBezTo>
                  <a:pt x="4598021" y="2654555"/>
                  <a:pt x="5029927" y="3162572"/>
                  <a:pt x="5029927" y="3771466"/>
                </a:cubicBezTo>
                <a:cubicBezTo>
                  <a:pt x="5029927" y="4467345"/>
                  <a:pt x="4465806" y="5031466"/>
                  <a:pt x="3769926" y="5031466"/>
                </a:cubicBezTo>
                <a:cubicBezTo>
                  <a:pt x="3161033" y="5031466"/>
                  <a:pt x="2653015" y="4599561"/>
                  <a:pt x="2535525" y="4025400"/>
                </a:cubicBezTo>
                <a:lnTo>
                  <a:pt x="2520000" y="3923677"/>
                </a:lnTo>
                <a:lnTo>
                  <a:pt x="2520000" y="5031466"/>
                </a:lnTo>
                <a:lnTo>
                  <a:pt x="0" y="5031466"/>
                </a:lnTo>
                <a:lnTo>
                  <a:pt x="0" y="2511466"/>
                </a:lnTo>
                <a:lnTo>
                  <a:pt x="8592" y="251146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8D090757-0E39-F2F3-C110-9C7057ADE2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678607A3-402E-7DF7-D41A-131BC04A64B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2000" y="2314362"/>
            <a:ext cx="5040000" cy="4185388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jdelijke aanduiding voor titel 1">
            <a:extLst>
              <a:ext uri="{FF2B5EF4-FFF2-40B4-BE49-F238E27FC236}">
                <a16:creationId xmlns:a16="http://schemas.microsoft.com/office/drawing/2014/main" id="{CB7BF335-DEA1-BDBB-F207-30E6EA70F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8" y="672286"/>
            <a:ext cx="5039999" cy="10164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4568C832-3576-5E7F-B94C-DE7488C6E92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91996" y="1712704"/>
            <a:ext cx="5040001" cy="3225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425699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one imag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4AC286A-338D-4219-0A98-80D7321BD69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59525" y="672286"/>
            <a:ext cx="5832475" cy="5827464"/>
          </a:xfrm>
        </p:spPr>
        <p:txBody>
          <a:bodyPr/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add image</a:t>
            </a:r>
          </a:p>
          <a:p>
            <a:endParaRPr lang="en-BE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269286CF-3160-C780-C006-C84560D1C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34B3B2A7-2612-D8E7-770B-AF28A1D8C6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2000" y="2314362"/>
            <a:ext cx="5040000" cy="4185388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jdelijke aanduiding voor titel 1">
            <a:extLst>
              <a:ext uri="{FF2B5EF4-FFF2-40B4-BE49-F238E27FC236}">
                <a16:creationId xmlns:a16="http://schemas.microsoft.com/office/drawing/2014/main" id="{8B0EAC23-EB3D-6BBA-44A2-DFD7999B4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8" y="672286"/>
            <a:ext cx="5039999" cy="10164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12" name="Tijdelijke aanduiding voor tekst 2">
            <a:extLst>
              <a:ext uri="{FF2B5EF4-FFF2-40B4-BE49-F238E27FC236}">
                <a16:creationId xmlns:a16="http://schemas.microsoft.com/office/drawing/2014/main" id="{CFDD37F5-728C-3667-ECB0-0030D6B0A315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91996" y="1712704"/>
            <a:ext cx="5040001" cy="3225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612389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one imag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BAC730FC-3807-86A2-F8F4-1781854F64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59526" y="358250"/>
            <a:ext cx="5040000" cy="61415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70598355-BA9C-263F-C135-AFD6EC16B3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D200F661-2213-F613-2E25-4CC2D0B202B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2000" y="2314362"/>
            <a:ext cx="5040000" cy="4185388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jdelijke aanduiding voor titel 1">
            <a:extLst>
              <a:ext uri="{FF2B5EF4-FFF2-40B4-BE49-F238E27FC236}">
                <a16:creationId xmlns:a16="http://schemas.microsoft.com/office/drawing/2014/main" id="{EC1FF739-9D0F-14A4-8A04-4EF405E18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8" y="672286"/>
            <a:ext cx="5039999" cy="10164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9" name="Tijdelijke aanduiding voor tekst 2">
            <a:extLst>
              <a:ext uri="{FF2B5EF4-FFF2-40B4-BE49-F238E27FC236}">
                <a16:creationId xmlns:a16="http://schemas.microsoft.com/office/drawing/2014/main" id="{10308CD3-8DB0-9B14-6486-0D96B016B91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91996" y="1712704"/>
            <a:ext cx="5040001" cy="3225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256737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s and titl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rije vorm: vorm 4">
            <a:extLst>
              <a:ext uri="{FF2B5EF4-FFF2-40B4-BE49-F238E27FC236}">
                <a16:creationId xmlns:a16="http://schemas.microsoft.com/office/drawing/2014/main" id="{36B21C0E-85D6-BE90-0206-45AD0D4362F2}"/>
              </a:ext>
            </a:extLst>
          </p:cNvPr>
          <p:cNvSpPr/>
          <p:nvPr/>
        </p:nvSpPr>
        <p:spPr>
          <a:xfrm rot="13500000">
            <a:off x="1161043" y="3798044"/>
            <a:ext cx="1781899" cy="1781899"/>
          </a:xfrm>
          <a:custGeom>
            <a:avLst/>
            <a:gdLst>
              <a:gd name="connsiteX0" fmla="*/ 0 w 1616455"/>
              <a:gd name="connsiteY0" fmla="*/ 0 h 1616455"/>
              <a:gd name="connsiteX1" fmla="*/ 1616455 w 1616455"/>
              <a:gd name="connsiteY1" fmla="*/ 0 h 1616455"/>
              <a:gd name="connsiteX2" fmla="*/ 1616455 w 1616455"/>
              <a:gd name="connsiteY2" fmla="*/ 1616455 h 1616455"/>
              <a:gd name="connsiteX3" fmla="*/ 0 w 1616455"/>
              <a:gd name="connsiteY3" fmla="*/ 1616455 h 1616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6455" h="1616455">
                <a:moveTo>
                  <a:pt x="0" y="0"/>
                </a:moveTo>
                <a:lnTo>
                  <a:pt x="1616455" y="0"/>
                </a:lnTo>
                <a:lnTo>
                  <a:pt x="1616455" y="1616455"/>
                </a:lnTo>
                <a:lnTo>
                  <a:pt x="0" y="1616455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Vrije vorm: vorm 5">
            <a:extLst>
              <a:ext uri="{FF2B5EF4-FFF2-40B4-BE49-F238E27FC236}">
                <a16:creationId xmlns:a16="http://schemas.microsoft.com/office/drawing/2014/main" id="{AEC5FFC3-5F75-5246-054B-E4F0D5B92918}"/>
              </a:ext>
            </a:extLst>
          </p:cNvPr>
          <p:cNvSpPr/>
          <p:nvPr/>
        </p:nvSpPr>
        <p:spPr>
          <a:xfrm>
            <a:off x="3311997" y="909001"/>
            <a:ext cx="2519999" cy="2519999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CCB94422-7EEB-D43D-A4B0-B4249C8AF168}"/>
              </a:ext>
            </a:extLst>
          </p:cNvPr>
          <p:cNvSpPr/>
          <p:nvPr/>
        </p:nvSpPr>
        <p:spPr>
          <a:xfrm>
            <a:off x="791999" y="909001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9" name="Vrije vorm: vorm 8">
            <a:extLst>
              <a:ext uri="{FF2B5EF4-FFF2-40B4-BE49-F238E27FC236}">
                <a16:creationId xmlns:a16="http://schemas.microsoft.com/office/drawing/2014/main" id="{CACCFB09-D7D1-5807-1E3D-CCB5DD0A9BD7}"/>
              </a:ext>
            </a:extLst>
          </p:cNvPr>
          <p:cNvSpPr/>
          <p:nvPr/>
        </p:nvSpPr>
        <p:spPr>
          <a:xfrm>
            <a:off x="3311996" y="3428988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F5473E8-E1C9-93DF-5C22-55204ACD11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13" name="Tijdelijke aanduiding voor inhoud 2">
            <a:extLst>
              <a:ext uri="{FF2B5EF4-FFF2-40B4-BE49-F238E27FC236}">
                <a16:creationId xmlns:a16="http://schemas.microsoft.com/office/drawing/2014/main" id="{521E5AA4-3A5A-E62E-FB24-6E89AECE4D1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60003" y="2314362"/>
            <a:ext cx="5040000" cy="4185388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ijdelijke aanduiding voor tekst 2">
            <a:extLst>
              <a:ext uri="{FF2B5EF4-FFF2-40B4-BE49-F238E27FC236}">
                <a16:creationId xmlns:a16="http://schemas.microsoft.com/office/drawing/2014/main" id="{FAB43CB0-F5AC-669A-963C-F46B6BA881D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359999" y="1712704"/>
            <a:ext cx="5040001" cy="3225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18" name="Tijdelijke aanduiding voor titel 1">
            <a:extLst>
              <a:ext uri="{FF2B5EF4-FFF2-40B4-BE49-F238E27FC236}">
                <a16:creationId xmlns:a16="http://schemas.microsoft.com/office/drawing/2014/main" id="{8A47CD0A-6D98-2ACC-56EC-51D5F4E6B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0004" y="672286"/>
            <a:ext cx="5039999" cy="10164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295648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images and titl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Vrije vorm: vorm 25">
            <a:extLst>
              <a:ext uri="{FF2B5EF4-FFF2-40B4-BE49-F238E27FC236}">
                <a16:creationId xmlns:a16="http://schemas.microsoft.com/office/drawing/2014/main" id="{3B768417-84B8-4DE2-B012-8B10435FA345}"/>
              </a:ext>
            </a:extLst>
          </p:cNvPr>
          <p:cNvSpPr/>
          <p:nvPr/>
        </p:nvSpPr>
        <p:spPr>
          <a:xfrm rot="13500000">
            <a:off x="1161046" y="3798050"/>
            <a:ext cx="1781899" cy="1781899"/>
          </a:xfrm>
          <a:custGeom>
            <a:avLst/>
            <a:gdLst>
              <a:gd name="connsiteX0" fmla="*/ 0 w 1616455"/>
              <a:gd name="connsiteY0" fmla="*/ 0 h 1616455"/>
              <a:gd name="connsiteX1" fmla="*/ 1616455 w 1616455"/>
              <a:gd name="connsiteY1" fmla="*/ 0 h 1616455"/>
              <a:gd name="connsiteX2" fmla="*/ 1616455 w 1616455"/>
              <a:gd name="connsiteY2" fmla="*/ 1616455 h 1616455"/>
              <a:gd name="connsiteX3" fmla="*/ 0 w 1616455"/>
              <a:gd name="connsiteY3" fmla="*/ 1616455 h 1616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6455" h="1616455">
                <a:moveTo>
                  <a:pt x="0" y="0"/>
                </a:moveTo>
                <a:lnTo>
                  <a:pt x="1616455" y="0"/>
                </a:lnTo>
                <a:lnTo>
                  <a:pt x="1616455" y="1616455"/>
                </a:lnTo>
                <a:lnTo>
                  <a:pt x="0" y="1616455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7" name="Vrije vorm: vorm 26">
            <a:extLst>
              <a:ext uri="{FF2B5EF4-FFF2-40B4-BE49-F238E27FC236}">
                <a16:creationId xmlns:a16="http://schemas.microsoft.com/office/drawing/2014/main" id="{C5C134B3-0C65-09AB-E1C8-00A828796E03}"/>
              </a:ext>
            </a:extLst>
          </p:cNvPr>
          <p:cNvSpPr/>
          <p:nvPr/>
        </p:nvSpPr>
        <p:spPr>
          <a:xfrm>
            <a:off x="3312000" y="909007"/>
            <a:ext cx="2519999" cy="2519999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8" name="Vrije vorm: vorm 27">
            <a:extLst>
              <a:ext uri="{FF2B5EF4-FFF2-40B4-BE49-F238E27FC236}">
                <a16:creationId xmlns:a16="http://schemas.microsoft.com/office/drawing/2014/main" id="{9960CBC0-B3E6-7815-A46E-4557FB4748A9}"/>
              </a:ext>
            </a:extLst>
          </p:cNvPr>
          <p:cNvSpPr/>
          <p:nvPr/>
        </p:nvSpPr>
        <p:spPr>
          <a:xfrm>
            <a:off x="792002" y="909007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9" name="Vrije vorm: vorm 28">
            <a:extLst>
              <a:ext uri="{FF2B5EF4-FFF2-40B4-BE49-F238E27FC236}">
                <a16:creationId xmlns:a16="http://schemas.microsoft.com/office/drawing/2014/main" id="{E370AB24-64BC-5CD5-795A-AFF00B6F927B}"/>
              </a:ext>
            </a:extLst>
          </p:cNvPr>
          <p:cNvSpPr/>
          <p:nvPr/>
        </p:nvSpPr>
        <p:spPr>
          <a:xfrm>
            <a:off x="3311999" y="3428994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5" name="Tijdelijke aanduiding voor afbeelding 24">
            <a:extLst>
              <a:ext uri="{FF2B5EF4-FFF2-40B4-BE49-F238E27FC236}">
                <a16:creationId xmlns:a16="http://schemas.microsoft.com/office/drawing/2014/main" id="{6886C291-C616-C8D3-E7D4-970392A52E6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91993" y="3429008"/>
            <a:ext cx="2519985" cy="2519986"/>
          </a:xfrm>
          <a:custGeom>
            <a:avLst/>
            <a:gdLst>
              <a:gd name="connsiteX0" fmla="*/ 1259993 w 2519985"/>
              <a:gd name="connsiteY0" fmla="*/ 0 h 2519986"/>
              <a:gd name="connsiteX1" fmla="*/ 2519985 w 2519985"/>
              <a:gd name="connsiteY1" fmla="*/ 1259993 h 2519986"/>
              <a:gd name="connsiteX2" fmla="*/ 1259993 w 2519985"/>
              <a:gd name="connsiteY2" fmla="*/ 2519986 h 2519986"/>
              <a:gd name="connsiteX3" fmla="*/ 0 w 2519985"/>
              <a:gd name="connsiteY3" fmla="*/ 1259993 h 2519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9985" h="2519986">
                <a:moveTo>
                  <a:pt x="1259993" y="0"/>
                </a:moveTo>
                <a:lnTo>
                  <a:pt x="2519985" y="1259993"/>
                </a:lnTo>
                <a:lnTo>
                  <a:pt x="1259993" y="2519986"/>
                </a:lnTo>
                <a:lnTo>
                  <a:pt x="0" y="125999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</p:txBody>
      </p:sp>
      <p:sp>
        <p:nvSpPr>
          <p:cNvPr id="22" name="Tijdelijke aanduiding voor afbeelding 21">
            <a:extLst>
              <a:ext uri="{FF2B5EF4-FFF2-40B4-BE49-F238E27FC236}">
                <a16:creationId xmlns:a16="http://schemas.microsoft.com/office/drawing/2014/main" id="{6B034BEE-BCA7-F72A-2C28-2D21AB93B9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11989" y="3428994"/>
            <a:ext cx="2520001" cy="2520000"/>
          </a:xfrm>
          <a:custGeom>
            <a:avLst/>
            <a:gdLst>
              <a:gd name="connsiteX0" fmla="*/ 1260000 w 2520001"/>
              <a:gd name="connsiteY0" fmla="*/ 0 h 2520000"/>
              <a:gd name="connsiteX1" fmla="*/ 2520001 w 2520001"/>
              <a:gd name="connsiteY1" fmla="*/ 1260000 h 2520000"/>
              <a:gd name="connsiteX2" fmla="*/ 1260000 w 2520001"/>
              <a:gd name="connsiteY2" fmla="*/ 2520000 h 2520000"/>
              <a:gd name="connsiteX3" fmla="*/ 0 w 2520001"/>
              <a:gd name="connsiteY3" fmla="*/ 1260000 h 2520000"/>
              <a:gd name="connsiteX4" fmla="*/ 1260000 w 2520001"/>
              <a:gd name="connsiteY4" fmla="*/ 0 h 25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20001" h="2520000">
                <a:moveTo>
                  <a:pt x="1260000" y="0"/>
                </a:moveTo>
                <a:cubicBezTo>
                  <a:pt x="1955879" y="0"/>
                  <a:pt x="2520001" y="564121"/>
                  <a:pt x="2520001" y="1260000"/>
                </a:cubicBezTo>
                <a:cubicBezTo>
                  <a:pt x="2520001" y="1955879"/>
                  <a:pt x="1955880" y="2520000"/>
                  <a:pt x="1260000" y="2520000"/>
                </a:cubicBezTo>
                <a:cubicBezTo>
                  <a:pt x="564122" y="2520000"/>
                  <a:pt x="0" y="1955879"/>
                  <a:pt x="0" y="1260000"/>
                </a:cubicBezTo>
                <a:cubicBezTo>
                  <a:pt x="0" y="564121"/>
                  <a:pt x="564121" y="0"/>
                  <a:pt x="1260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</p:txBody>
      </p:sp>
      <p:sp>
        <p:nvSpPr>
          <p:cNvPr id="16" name="Tijdelijke aanduiding voor afbeelding 15">
            <a:extLst>
              <a:ext uri="{FF2B5EF4-FFF2-40B4-BE49-F238E27FC236}">
                <a16:creationId xmlns:a16="http://schemas.microsoft.com/office/drawing/2014/main" id="{01794381-8EDE-2E41-B9B3-79B9AE44AC5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91990" y="909005"/>
            <a:ext cx="2520000" cy="2520000"/>
          </a:xfrm>
          <a:custGeom>
            <a:avLst/>
            <a:gdLst>
              <a:gd name="connsiteX0" fmla="*/ 1259999 w 2520000"/>
              <a:gd name="connsiteY0" fmla="*/ 0 h 2520000"/>
              <a:gd name="connsiteX1" fmla="*/ 2520000 w 2520000"/>
              <a:gd name="connsiteY1" fmla="*/ 1260000 h 2520000"/>
              <a:gd name="connsiteX2" fmla="*/ 1259999 w 2520000"/>
              <a:gd name="connsiteY2" fmla="*/ 2520000 h 2520000"/>
              <a:gd name="connsiteX3" fmla="*/ 6504 w 2520000"/>
              <a:gd name="connsiteY3" fmla="*/ 1388828 h 2520000"/>
              <a:gd name="connsiteX4" fmla="*/ 0 w 2520000"/>
              <a:gd name="connsiteY4" fmla="*/ 1260020 h 2520000"/>
              <a:gd name="connsiteX5" fmla="*/ 0 w 2520000"/>
              <a:gd name="connsiteY5" fmla="*/ 1259980 h 2520000"/>
              <a:gd name="connsiteX6" fmla="*/ 6504 w 2520000"/>
              <a:gd name="connsiteY6" fmla="*/ 1131172 h 2520000"/>
              <a:gd name="connsiteX7" fmla="*/ 1259999 w 2520000"/>
              <a:gd name="connsiteY7" fmla="*/ 0 h 25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20000" h="2520000">
                <a:moveTo>
                  <a:pt x="1259999" y="0"/>
                </a:moveTo>
                <a:cubicBezTo>
                  <a:pt x="1955878" y="0"/>
                  <a:pt x="2520000" y="564121"/>
                  <a:pt x="2520000" y="1260000"/>
                </a:cubicBezTo>
                <a:cubicBezTo>
                  <a:pt x="2520000" y="1955879"/>
                  <a:pt x="1955879" y="2520000"/>
                  <a:pt x="1259999" y="2520000"/>
                </a:cubicBezTo>
                <a:cubicBezTo>
                  <a:pt x="607614" y="2520000"/>
                  <a:pt x="71029" y="2024191"/>
                  <a:pt x="6504" y="1388828"/>
                </a:cubicBezTo>
                <a:lnTo>
                  <a:pt x="0" y="1260020"/>
                </a:lnTo>
                <a:lnTo>
                  <a:pt x="0" y="1259980"/>
                </a:lnTo>
                <a:lnTo>
                  <a:pt x="6504" y="1131172"/>
                </a:lnTo>
                <a:cubicBezTo>
                  <a:pt x="71029" y="495810"/>
                  <a:pt x="607613" y="0"/>
                  <a:pt x="125999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9" name="Tijdelijke aanduiding voor afbeelding 18">
            <a:extLst>
              <a:ext uri="{FF2B5EF4-FFF2-40B4-BE49-F238E27FC236}">
                <a16:creationId xmlns:a16="http://schemas.microsoft.com/office/drawing/2014/main" id="{6A98DD9D-D701-5D38-C060-9C5A926C2C9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11990" y="909007"/>
            <a:ext cx="2520000" cy="2520000"/>
          </a:xfrm>
          <a:custGeom>
            <a:avLst/>
            <a:gdLst>
              <a:gd name="connsiteX0" fmla="*/ 0 w 2520000"/>
              <a:gd name="connsiteY0" fmla="*/ 0 h 2520000"/>
              <a:gd name="connsiteX1" fmla="*/ 2520000 w 2520000"/>
              <a:gd name="connsiteY1" fmla="*/ 0 h 2520000"/>
              <a:gd name="connsiteX2" fmla="*/ 2520000 w 2520000"/>
              <a:gd name="connsiteY2" fmla="*/ 2520000 h 2520000"/>
              <a:gd name="connsiteX3" fmla="*/ 0 w 2520000"/>
              <a:gd name="connsiteY3" fmla="*/ 2520000 h 25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0000" h="2520000">
                <a:moveTo>
                  <a:pt x="0" y="0"/>
                </a:moveTo>
                <a:lnTo>
                  <a:pt x="2520000" y="0"/>
                </a:lnTo>
                <a:lnTo>
                  <a:pt x="2520000" y="2520000"/>
                </a:lnTo>
                <a:lnTo>
                  <a:pt x="0" y="2520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F5A9F8E-CB76-FE06-581A-32046AC40A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9E3E10C7-DB8F-1DEA-47F5-04AEED1F0ED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60003" y="2314362"/>
            <a:ext cx="5040000" cy="4185388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8B6BE901-FE9C-30D0-447E-3703D7A7A9EE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359999" y="1712704"/>
            <a:ext cx="5040001" cy="3225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11" name="Tijdelijke aanduiding voor titel 1">
            <a:extLst>
              <a:ext uri="{FF2B5EF4-FFF2-40B4-BE49-F238E27FC236}">
                <a16:creationId xmlns:a16="http://schemas.microsoft.com/office/drawing/2014/main" id="{D151BCFD-6870-D40D-18F2-59F59A63F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0004" y="672286"/>
            <a:ext cx="5039999" cy="10164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144316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image and titl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jdelijke aanduiding voor afbeelding 18">
            <a:extLst>
              <a:ext uri="{FF2B5EF4-FFF2-40B4-BE49-F238E27FC236}">
                <a16:creationId xmlns:a16="http://schemas.microsoft.com/office/drawing/2014/main" id="{9FD9FC05-1E9C-E4F0-2FDB-F453836D410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92000" y="895491"/>
            <a:ext cx="5069196" cy="5069184"/>
          </a:xfrm>
          <a:custGeom>
            <a:avLst/>
            <a:gdLst>
              <a:gd name="connsiteX0" fmla="*/ 2531702 w 5069196"/>
              <a:gd name="connsiteY0" fmla="*/ 1383467 h 5069184"/>
              <a:gd name="connsiteX1" fmla="*/ 2530945 w 5069196"/>
              <a:gd name="connsiteY1" fmla="*/ 1398469 h 5069184"/>
              <a:gd name="connsiteX2" fmla="*/ 1398469 w 5069196"/>
              <a:gd name="connsiteY2" fmla="*/ 2530943 h 5069184"/>
              <a:gd name="connsiteX3" fmla="*/ 1274255 w 5069196"/>
              <a:gd name="connsiteY3" fmla="*/ 2537216 h 5069184"/>
              <a:gd name="connsiteX4" fmla="*/ 2532229 w 5069196"/>
              <a:gd name="connsiteY4" fmla="*/ 3795191 h 5069184"/>
              <a:gd name="connsiteX5" fmla="*/ 2557477 w 5069196"/>
              <a:gd name="connsiteY5" fmla="*/ 3544740 h 5069184"/>
              <a:gd name="connsiteX6" fmla="*/ 3575858 w 5069196"/>
              <a:gd name="connsiteY6" fmla="*/ 2551506 h 5069184"/>
              <a:gd name="connsiteX7" fmla="*/ 3680911 w 5069196"/>
              <a:gd name="connsiteY7" fmla="*/ 2537494 h 5069184"/>
              <a:gd name="connsiteX8" fmla="*/ 2531702 w 5069196"/>
              <a:gd name="connsiteY8" fmla="*/ 2537494 h 5069184"/>
              <a:gd name="connsiteX9" fmla="*/ 1268747 w 5069196"/>
              <a:gd name="connsiteY9" fmla="*/ 0 h 5069184"/>
              <a:gd name="connsiteX10" fmla="*/ 2530945 w 5069196"/>
              <a:gd name="connsiteY10" fmla="*/ 1139025 h 5069184"/>
              <a:gd name="connsiteX11" fmla="*/ 2531703 w 5069196"/>
              <a:gd name="connsiteY11" fmla="*/ 1154027 h 5069184"/>
              <a:gd name="connsiteX12" fmla="*/ 2531702 w 5069196"/>
              <a:gd name="connsiteY12" fmla="*/ 0 h 5069184"/>
              <a:gd name="connsiteX13" fmla="*/ 5069196 w 5069196"/>
              <a:gd name="connsiteY13" fmla="*/ 0 h 5069184"/>
              <a:gd name="connsiteX14" fmla="*/ 5069196 w 5069196"/>
              <a:gd name="connsiteY14" fmla="*/ 2537494 h 5069184"/>
              <a:gd name="connsiteX15" fmla="*/ 3915387 w 5069196"/>
              <a:gd name="connsiteY15" fmla="*/ 2537494 h 5069184"/>
              <a:gd name="connsiteX16" fmla="*/ 3930169 w 5069196"/>
              <a:gd name="connsiteY16" fmla="*/ 2538240 h 5069184"/>
              <a:gd name="connsiteX17" fmla="*/ 5069195 w 5069196"/>
              <a:gd name="connsiteY17" fmla="*/ 3800437 h 5069184"/>
              <a:gd name="connsiteX18" fmla="*/ 3800447 w 5069196"/>
              <a:gd name="connsiteY18" fmla="*/ 5069184 h 5069184"/>
              <a:gd name="connsiteX19" fmla="*/ 2557477 w 5069196"/>
              <a:gd name="connsiteY19" fmla="*/ 4056134 h 5069184"/>
              <a:gd name="connsiteX20" fmla="*/ 2532229 w 5069196"/>
              <a:gd name="connsiteY20" fmla="*/ 3805693 h 5069184"/>
              <a:gd name="connsiteX21" fmla="*/ 1268742 w 5069196"/>
              <a:gd name="connsiteY21" fmla="*/ 5069182 h 5069184"/>
              <a:gd name="connsiteX22" fmla="*/ 2 w 5069196"/>
              <a:gd name="connsiteY22" fmla="*/ 3800443 h 5069184"/>
              <a:gd name="connsiteX23" fmla="*/ 1263229 w 5069196"/>
              <a:gd name="connsiteY23" fmla="*/ 2537215 h 5069184"/>
              <a:gd name="connsiteX24" fmla="*/ 1139025 w 5069196"/>
              <a:gd name="connsiteY24" fmla="*/ 2530944 h 5069184"/>
              <a:gd name="connsiteX25" fmla="*/ 0 w 5069196"/>
              <a:gd name="connsiteY25" fmla="*/ 1268747 h 5069184"/>
              <a:gd name="connsiteX26" fmla="*/ 1268747 w 5069196"/>
              <a:gd name="connsiteY26" fmla="*/ 0 h 5069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069196" h="5069184">
                <a:moveTo>
                  <a:pt x="2531702" y="1383467"/>
                </a:moveTo>
                <a:lnTo>
                  <a:pt x="2530945" y="1398469"/>
                </a:lnTo>
                <a:cubicBezTo>
                  <a:pt x="2470304" y="1995591"/>
                  <a:pt x="1995592" y="2470302"/>
                  <a:pt x="1398469" y="2530943"/>
                </a:cubicBezTo>
                <a:lnTo>
                  <a:pt x="1274255" y="2537216"/>
                </a:lnTo>
                <a:lnTo>
                  <a:pt x="2532229" y="3795191"/>
                </a:lnTo>
                <a:lnTo>
                  <a:pt x="2557477" y="3544740"/>
                </a:lnTo>
                <a:cubicBezTo>
                  <a:pt x="2660995" y="3038862"/>
                  <a:pt x="3065585" y="2642654"/>
                  <a:pt x="3575858" y="2551506"/>
                </a:cubicBezTo>
                <a:lnTo>
                  <a:pt x="3680911" y="2537494"/>
                </a:lnTo>
                <a:lnTo>
                  <a:pt x="2531702" y="2537494"/>
                </a:lnTo>
                <a:close/>
                <a:moveTo>
                  <a:pt x="1268747" y="0"/>
                </a:moveTo>
                <a:cubicBezTo>
                  <a:pt x="1925663" y="0"/>
                  <a:pt x="2465971" y="499251"/>
                  <a:pt x="2530945" y="1139025"/>
                </a:cubicBezTo>
                <a:lnTo>
                  <a:pt x="2531703" y="1154027"/>
                </a:lnTo>
                <a:lnTo>
                  <a:pt x="2531702" y="0"/>
                </a:lnTo>
                <a:lnTo>
                  <a:pt x="5069196" y="0"/>
                </a:lnTo>
                <a:lnTo>
                  <a:pt x="5069196" y="2537494"/>
                </a:lnTo>
                <a:lnTo>
                  <a:pt x="3915387" y="2537494"/>
                </a:lnTo>
                <a:lnTo>
                  <a:pt x="3930169" y="2538240"/>
                </a:lnTo>
                <a:cubicBezTo>
                  <a:pt x="4569943" y="2603213"/>
                  <a:pt x="5069195" y="3143521"/>
                  <a:pt x="5069195" y="3800437"/>
                </a:cubicBezTo>
                <a:cubicBezTo>
                  <a:pt x="5069195" y="4501147"/>
                  <a:pt x="4501158" y="5069184"/>
                  <a:pt x="3800447" y="5069184"/>
                </a:cubicBezTo>
                <a:cubicBezTo>
                  <a:pt x="3187327" y="5069184"/>
                  <a:pt x="2675783" y="4634281"/>
                  <a:pt x="2557477" y="4056134"/>
                </a:cubicBezTo>
                <a:lnTo>
                  <a:pt x="2532229" y="3805693"/>
                </a:lnTo>
                <a:lnTo>
                  <a:pt x="1268742" y="5069182"/>
                </a:lnTo>
                <a:lnTo>
                  <a:pt x="2" y="3800443"/>
                </a:lnTo>
                <a:lnTo>
                  <a:pt x="1263229" y="2537215"/>
                </a:lnTo>
                <a:lnTo>
                  <a:pt x="1139025" y="2530944"/>
                </a:lnTo>
                <a:cubicBezTo>
                  <a:pt x="499253" y="2465971"/>
                  <a:pt x="1" y="1925663"/>
                  <a:pt x="0" y="1268747"/>
                </a:cubicBezTo>
                <a:cubicBezTo>
                  <a:pt x="0" y="568037"/>
                  <a:pt x="568037" y="0"/>
                  <a:pt x="126874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5E14ACC-E961-C39E-8626-15E7DAC7E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F4B10D55-D172-4B12-0A23-7CF43FFC12F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60003" y="2314362"/>
            <a:ext cx="5040000" cy="4185388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93226495-8975-835A-3C9D-E47349D5D158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359999" y="1712704"/>
            <a:ext cx="5040001" cy="3225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8" name="Tijdelijke aanduiding voor titel 1">
            <a:extLst>
              <a:ext uri="{FF2B5EF4-FFF2-40B4-BE49-F238E27FC236}">
                <a16:creationId xmlns:a16="http://schemas.microsoft.com/office/drawing/2014/main" id="{E7A8F1E1-B017-A0D5-F35A-11EBA0F86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0004" y="672286"/>
            <a:ext cx="5039999" cy="10164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464965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s and titl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Vrije vorm: vorm 10">
            <a:extLst>
              <a:ext uri="{FF2B5EF4-FFF2-40B4-BE49-F238E27FC236}">
                <a16:creationId xmlns:a16="http://schemas.microsoft.com/office/drawing/2014/main" id="{42CFF806-F8B3-D15B-28AA-4E802B03AA4A}"/>
              </a:ext>
            </a:extLst>
          </p:cNvPr>
          <p:cNvSpPr>
            <a:spLocks noChangeAspect="1"/>
          </p:cNvSpPr>
          <p:nvPr/>
        </p:nvSpPr>
        <p:spPr>
          <a:xfrm rot="10800000">
            <a:off x="791999" y="3428989"/>
            <a:ext cx="2519999" cy="2520000"/>
          </a:xfrm>
          <a:custGeom>
            <a:avLst/>
            <a:gdLst>
              <a:gd name="connsiteX0" fmla="*/ 2286035 w 2286035"/>
              <a:gd name="connsiteY0" fmla="*/ 0 h 2286036"/>
              <a:gd name="connsiteX1" fmla="*/ 2286036 w 2286035"/>
              <a:gd name="connsiteY1" fmla="*/ 2286036 h 2286036"/>
              <a:gd name="connsiteX2" fmla="*/ 0 w 2286035"/>
              <a:gd name="connsiteY2" fmla="*/ 2286037 h 2286036"/>
              <a:gd name="connsiteX3" fmla="*/ 2286035 w 2286035"/>
              <a:gd name="connsiteY3" fmla="*/ 0 h 2286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35" h="2286036">
                <a:moveTo>
                  <a:pt x="2286035" y="0"/>
                </a:moveTo>
                <a:lnTo>
                  <a:pt x="2286036" y="2286036"/>
                </a:lnTo>
                <a:lnTo>
                  <a:pt x="0" y="2286037"/>
                </a:lnTo>
                <a:lnTo>
                  <a:pt x="2286035" y="0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2" name="Vrije vorm: vorm 11">
            <a:extLst>
              <a:ext uri="{FF2B5EF4-FFF2-40B4-BE49-F238E27FC236}">
                <a16:creationId xmlns:a16="http://schemas.microsoft.com/office/drawing/2014/main" id="{61F6E6B7-245A-9CA5-4BBE-F4D7E30E1BAA}"/>
              </a:ext>
            </a:extLst>
          </p:cNvPr>
          <p:cNvSpPr/>
          <p:nvPr/>
        </p:nvSpPr>
        <p:spPr>
          <a:xfrm>
            <a:off x="3311986" y="3429000"/>
            <a:ext cx="2519999" cy="2519999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3" name="Vrije vorm: vorm 12">
            <a:extLst>
              <a:ext uri="{FF2B5EF4-FFF2-40B4-BE49-F238E27FC236}">
                <a16:creationId xmlns:a16="http://schemas.microsoft.com/office/drawing/2014/main" id="{F1822B71-9E93-66D0-8971-291CB800F398}"/>
              </a:ext>
            </a:extLst>
          </p:cNvPr>
          <p:cNvSpPr/>
          <p:nvPr/>
        </p:nvSpPr>
        <p:spPr>
          <a:xfrm>
            <a:off x="3311974" y="909004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6304FB0C-1A71-9573-A10B-25CE18784514}"/>
              </a:ext>
            </a:extLst>
          </p:cNvPr>
          <p:cNvSpPr>
            <a:spLocks noChangeAspect="1"/>
          </p:cNvSpPr>
          <p:nvPr/>
        </p:nvSpPr>
        <p:spPr>
          <a:xfrm rot="16200000">
            <a:off x="1421960" y="1538992"/>
            <a:ext cx="2520000" cy="1260001"/>
          </a:xfrm>
          <a:custGeom>
            <a:avLst/>
            <a:gdLst>
              <a:gd name="connsiteX0" fmla="*/ 2286026 w 2286025"/>
              <a:gd name="connsiteY0" fmla="*/ 1143013 h 1143013"/>
              <a:gd name="connsiteX1" fmla="*/ 0 w 2286025"/>
              <a:gd name="connsiteY1" fmla="*/ 1143013 h 1143013"/>
              <a:gd name="connsiteX2" fmla="*/ 1143012 w 2286025"/>
              <a:gd name="connsiteY2" fmla="*/ 0 h 1143013"/>
              <a:gd name="connsiteX3" fmla="*/ 2286026 w 2286025"/>
              <a:gd name="connsiteY3" fmla="*/ 1143013 h 1143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3">
                <a:moveTo>
                  <a:pt x="2286026" y="1143013"/>
                </a:moveTo>
                <a:lnTo>
                  <a:pt x="0" y="1143013"/>
                </a:lnTo>
                <a:cubicBezTo>
                  <a:pt x="-1" y="511784"/>
                  <a:pt x="511784" y="0"/>
                  <a:pt x="1143012" y="0"/>
                </a:cubicBezTo>
                <a:cubicBezTo>
                  <a:pt x="1774241" y="0"/>
                  <a:pt x="2286026" y="51178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A58B76A-CEC7-D85B-0901-05DD3F1D08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8C2543FC-EAEB-EACC-BCAA-6F7DAA21C90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60003" y="2314362"/>
            <a:ext cx="5040000" cy="4185388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AC3E9E7A-50F5-7585-C78D-4F3093BFE421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359999" y="1712704"/>
            <a:ext cx="5040001" cy="3225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8" name="Tijdelijke aanduiding voor titel 1">
            <a:extLst>
              <a:ext uri="{FF2B5EF4-FFF2-40B4-BE49-F238E27FC236}">
                <a16:creationId xmlns:a16="http://schemas.microsoft.com/office/drawing/2014/main" id="{A20E4E9F-1DBA-2DCE-8D2B-013837E17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0004" y="672286"/>
            <a:ext cx="5039999" cy="10164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735978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images and titl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rije vorm: vorm 20">
            <a:extLst>
              <a:ext uri="{FF2B5EF4-FFF2-40B4-BE49-F238E27FC236}">
                <a16:creationId xmlns:a16="http://schemas.microsoft.com/office/drawing/2014/main" id="{FDABA6E2-685F-E6F3-F709-98EA777E5AD2}"/>
              </a:ext>
            </a:extLst>
          </p:cNvPr>
          <p:cNvSpPr>
            <a:spLocks noChangeAspect="1"/>
          </p:cNvSpPr>
          <p:nvPr/>
        </p:nvSpPr>
        <p:spPr>
          <a:xfrm rot="10800000">
            <a:off x="792025" y="3428989"/>
            <a:ext cx="2519999" cy="2520000"/>
          </a:xfrm>
          <a:custGeom>
            <a:avLst/>
            <a:gdLst>
              <a:gd name="connsiteX0" fmla="*/ 2286035 w 2286035"/>
              <a:gd name="connsiteY0" fmla="*/ 0 h 2286036"/>
              <a:gd name="connsiteX1" fmla="*/ 2286036 w 2286035"/>
              <a:gd name="connsiteY1" fmla="*/ 2286036 h 2286036"/>
              <a:gd name="connsiteX2" fmla="*/ 0 w 2286035"/>
              <a:gd name="connsiteY2" fmla="*/ 2286037 h 2286036"/>
              <a:gd name="connsiteX3" fmla="*/ 2286035 w 2286035"/>
              <a:gd name="connsiteY3" fmla="*/ 0 h 2286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35" h="2286036">
                <a:moveTo>
                  <a:pt x="2286035" y="0"/>
                </a:moveTo>
                <a:lnTo>
                  <a:pt x="2286036" y="2286036"/>
                </a:lnTo>
                <a:lnTo>
                  <a:pt x="0" y="2286037"/>
                </a:lnTo>
                <a:lnTo>
                  <a:pt x="2286035" y="0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2" name="Vrije vorm: vorm 21">
            <a:extLst>
              <a:ext uri="{FF2B5EF4-FFF2-40B4-BE49-F238E27FC236}">
                <a16:creationId xmlns:a16="http://schemas.microsoft.com/office/drawing/2014/main" id="{B4E0EE34-F0EB-A78A-7732-A6498A98A521}"/>
              </a:ext>
            </a:extLst>
          </p:cNvPr>
          <p:cNvSpPr/>
          <p:nvPr/>
        </p:nvSpPr>
        <p:spPr>
          <a:xfrm>
            <a:off x="3312012" y="3429000"/>
            <a:ext cx="2519999" cy="2519999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B5215D8D-8999-4F4C-B87B-B969396575A3}"/>
              </a:ext>
            </a:extLst>
          </p:cNvPr>
          <p:cNvSpPr/>
          <p:nvPr/>
        </p:nvSpPr>
        <p:spPr>
          <a:xfrm>
            <a:off x="3312000" y="909004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4" name="Vrije vorm: vorm 23">
            <a:extLst>
              <a:ext uri="{FF2B5EF4-FFF2-40B4-BE49-F238E27FC236}">
                <a16:creationId xmlns:a16="http://schemas.microsoft.com/office/drawing/2014/main" id="{E5A0618B-04D3-6E5A-B9A9-0F3B2B739994}"/>
              </a:ext>
            </a:extLst>
          </p:cNvPr>
          <p:cNvSpPr>
            <a:spLocks noChangeAspect="1"/>
          </p:cNvSpPr>
          <p:nvPr/>
        </p:nvSpPr>
        <p:spPr>
          <a:xfrm rot="16200000">
            <a:off x="1421986" y="1538992"/>
            <a:ext cx="2520000" cy="1260001"/>
          </a:xfrm>
          <a:custGeom>
            <a:avLst/>
            <a:gdLst>
              <a:gd name="connsiteX0" fmla="*/ 2286026 w 2286025"/>
              <a:gd name="connsiteY0" fmla="*/ 1143013 h 1143013"/>
              <a:gd name="connsiteX1" fmla="*/ 0 w 2286025"/>
              <a:gd name="connsiteY1" fmla="*/ 1143013 h 1143013"/>
              <a:gd name="connsiteX2" fmla="*/ 1143012 w 2286025"/>
              <a:gd name="connsiteY2" fmla="*/ 0 h 1143013"/>
              <a:gd name="connsiteX3" fmla="*/ 2286026 w 2286025"/>
              <a:gd name="connsiteY3" fmla="*/ 1143013 h 1143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3">
                <a:moveTo>
                  <a:pt x="2286026" y="1143013"/>
                </a:moveTo>
                <a:lnTo>
                  <a:pt x="0" y="1143013"/>
                </a:lnTo>
                <a:cubicBezTo>
                  <a:pt x="-1" y="511784"/>
                  <a:pt x="511784" y="0"/>
                  <a:pt x="1143012" y="0"/>
                </a:cubicBezTo>
                <a:cubicBezTo>
                  <a:pt x="1774241" y="0"/>
                  <a:pt x="2286026" y="51178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0" name="Tijdelijke aanduiding voor afbeelding 19">
            <a:extLst>
              <a:ext uri="{FF2B5EF4-FFF2-40B4-BE49-F238E27FC236}">
                <a16:creationId xmlns:a16="http://schemas.microsoft.com/office/drawing/2014/main" id="{5BBC29BB-6510-527C-2816-2652A98FAAC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11982" y="3428989"/>
            <a:ext cx="2520000" cy="2520000"/>
          </a:xfrm>
          <a:custGeom>
            <a:avLst/>
            <a:gdLst>
              <a:gd name="connsiteX0" fmla="*/ 0 w 2520000"/>
              <a:gd name="connsiteY0" fmla="*/ 0 h 2520000"/>
              <a:gd name="connsiteX1" fmla="*/ 2520000 w 2520000"/>
              <a:gd name="connsiteY1" fmla="*/ 0 h 2520000"/>
              <a:gd name="connsiteX2" fmla="*/ 2520000 w 2520000"/>
              <a:gd name="connsiteY2" fmla="*/ 2520000 h 2520000"/>
              <a:gd name="connsiteX3" fmla="*/ 0 w 2520000"/>
              <a:gd name="connsiteY3" fmla="*/ 2520000 h 25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0000" h="2520000">
                <a:moveTo>
                  <a:pt x="0" y="0"/>
                </a:moveTo>
                <a:lnTo>
                  <a:pt x="2520000" y="0"/>
                </a:lnTo>
                <a:lnTo>
                  <a:pt x="2520000" y="2520000"/>
                </a:lnTo>
                <a:lnTo>
                  <a:pt x="0" y="2520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17" name="Tijdelijke aanduiding voor afbeelding 16">
            <a:extLst>
              <a:ext uri="{FF2B5EF4-FFF2-40B4-BE49-F238E27FC236}">
                <a16:creationId xmlns:a16="http://schemas.microsoft.com/office/drawing/2014/main" id="{2FD023ED-19A9-752E-B06F-C0051E916EF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11969" y="908993"/>
            <a:ext cx="2520001" cy="2520000"/>
          </a:xfrm>
          <a:custGeom>
            <a:avLst/>
            <a:gdLst>
              <a:gd name="connsiteX0" fmla="*/ 1260000 w 2520001"/>
              <a:gd name="connsiteY0" fmla="*/ 0 h 2520000"/>
              <a:gd name="connsiteX1" fmla="*/ 2520001 w 2520001"/>
              <a:gd name="connsiteY1" fmla="*/ 1260000 h 2520000"/>
              <a:gd name="connsiteX2" fmla="*/ 1260000 w 2520001"/>
              <a:gd name="connsiteY2" fmla="*/ 2520000 h 2520000"/>
              <a:gd name="connsiteX3" fmla="*/ 0 w 2520001"/>
              <a:gd name="connsiteY3" fmla="*/ 1260000 h 2520000"/>
              <a:gd name="connsiteX4" fmla="*/ 1260000 w 2520001"/>
              <a:gd name="connsiteY4" fmla="*/ 0 h 25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20001" h="2520000">
                <a:moveTo>
                  <a:pt x="1260000" y="0"/>
                </a:moveTo>
                <a:cubicBezTo>
                  <a:pt x="1955879" y="0"/>
                  <a:pt x="2520001" y="564121"/>
                  <a:pt x="2520001" y="1260000"/>
                </a:cubicBezTo>
                <a:cubicBezTo>
                  <a:pt x="2520001" y="1955879"/>
                  <a:pt x="1955880" y="2520000"/>
                  <a:pt x="1260000" y="2520000"/>
                </a:cubicBezTo>
                <a:cubicBezTo>
                  <a:pt x="564122" y="2520000"/>
                  <a:pt x="0" y="1955879"/>
                  <a:pt x="0" y="1260000"/>
                </a:cubicBezTo>
                <a:cubicBezTo>
                  <a:pt x="0" y="564121"/>
                  <a:pt x="564121" y="0"/>
                  <a:pt x="1260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10" name="Tijdelijke aanduiding voor afbeelding 9">
            <a:extLst>
              <a:ext uri="{FF2B5EF4-FFF2-40B4-BE49-F238E27FC236}">
                <a16:creationId xmlns:a16="http://schemas.microsoft.com/office/drawing/2014/main" id="{BD06A1A4-7662-2810-DAF5-DD1A9A281AE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1994" y="3428978"/>
            <a:ext cx="2520000" cy="2520001"/>
          </a:xfrm>
          <a:custGeom>
            <a:avLst/>
            <a:gdLst>
              <a:gd name="connsiteX0" fmla="*/ 2520000 w 2520000"/>
              <a:gd name="connsiteY0" fmla="*/ 0 h 2520001"/>
              <a:gd name="connsiteX1" fmla="*/ 1 w 2520000"/>
              <a:gd name="connsiteY1" fmla="*/ 2520001 h 2520001"/>
              <a:gd name="connsiteX2" fmla="*/ 0 w 2520000"/>
              <a:gd name="connsiteY2" fmla="*/ 1 h 252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20000" h="2520001">
                <a:moveTo>
                  <a:pt x="2520000" y="0"/>
                </a:moveTo>
                <a:lnTo>
                  <a:pt x="1" y="2520001"/>
                </a:lnTo>
                <a:lnTo>
                  <a:pt x="0" y="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A08C4A73-29AF-49AA-7154-4FC8ED409A0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051957" y="908982"/>
            <a:ext cx="1260001" cy="2520001"/>
          </a:xfrm>
          <a:custGeom>
            <a:avLst/>
            <a:gdLst>
              <a:gd name="connsiteX0" fmla="*/ 1260001 w 1260001"/>
              <a:gd name="connsiteY0" fmla="*/ 0 h 2520001"/>
              <a:gd name="connsiteX1" fmla="*/ 1260001 w 1260001"/>
              <a:gd name="connsiteY1" fmla="*/ 2520001 h 2520001"/>
              <a:gd name="connsiteX2" fmla="*/ 0 w 1260001"/>
              <a:gd name="connsiteY2" fmla="*/ 1260001 h 2520001"/>
              <a:gd name="connsiteX3" fmla="*/ 1260001 w 1260001"/>
              <a:gd name="connsiteY3" fmla="*/ 0 h 252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0001" h="2520001">
                <a:moveTo>
                  <a:pt x="1260001" y="0"/>
                </a:moveTo>
                <a:lnTo>
                  <a:pt x="1260001" y="2520001"/>
                </a:lnTo>
                <a:cubicBezTo>
                  <a:pt x="564165" y="2520002"/>
                  <a:pt x="0" y="1955835"/>
                  <a:pt x="0" y="1260001"/>
                </a:cubicBezTo>
                <a:cubicBezTo>
                  <a:pt x="0" y="564166"/>
                  <a:pt x="564165" y="0"/>
                  <a:pt x="126000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095324B-4C25-8413-FE7E-B4B6378C59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559F63C7-69F7-424D-3FEC-2F33F2A2F6A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60003" y="2314362"/>
            <a:ext cx="5040000" cy="4185388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8012EDBE-367F-5EDC-615E-6E6C9EC93676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359999" y="1712704"/>
            <a:ext cx="5040001" cy="3225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9" name="Tijdelijke aanduiding voor titel 1">
            <a:extLst>
              <a:ext uri="{FF2B5EF4-FFF2-40B4-BE49-F238E27FC236}">
                <a16:creationId xmlns:a16="http://schemas.microsoft.com/office/drawing/2014/main" id="{B7998C29-AE79-CA1A-8C5B-FD957C36B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0004" y="672286"/>
            <a:ext cx="5039999" cy="10164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673051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image and titl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5EBE94DE-4B26-060E-5A1E-F2B6C047F9F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92000" y="908993"/>
            <a:ext cx="5033769" cy="5033789"/>
          </a:xfrm>
          <a:custGeom>
            <a:avLst/>
            <a:gdLst>
              <a:gd name="connsiteX0" fmla="*/ 2519964 w 5033769"/>
              <a:gd name="connsiteY0" fmla="*/ 1382954 h 5033789"/>
              <a:gd name="connsiteX1" fmla="*/ 2519964 w 5033769"/>
              <a:gd name="connsiteY1" fmla="*/ 2513777 h 5033789"/>
              <a:gd name="connsiteX2" fmla="*/ 2520001 w 5033769"/>
              <a:gd name="connsiteY2" fmla="*/ 2513777 h 5033789"/>
              <a:gd name="connsiteX3" fmla="*/ 2519989 w 5033769"/>
              <a:gd name="connsiteY3" fmla="*/ 2513789 h 5033789"/>
              <a:gd name="connsiteX4" fmla="*/ 3649376 w 5033769"/>
              <a:gd name="connsiteY4" fmla="*/ 2513789 h 5033789"/>
              <a:gd name="connsiteX5" fmla="*/ 3535235 w 5033769"/>
              <a:gd name="connsiteY5" fmla="*/ 2497467 h 5033789"/>
              <a:gd name="connsiteX6" fmla="*/ 2520261 w 5033769"/>
              <a:gd name="connsiteY6" fmla="*/ 1388840 h 5033789"/>
              <a:gd name="connsiteX7" fmla="*/ 2519964 w 5033769"/>
              <a:gd name="connsiteY7" fmla="*/ 0 h 5033789"/>
              <a:gd name="connsiteX8" fmla="*/ 2519964 w 5033769"/>
              <a:gd name="connsiteY8" fmla="*/ 1137072 h 5033789"/>
              <a:gd name="connsiteX9" fmla="*/ 2520261 w 5033769"/>
              <a:gd name="connsiteY9" fmla="*/ 1131185 h 5033789"/>
              <a:gd name="connsiteX10" fmla="*/ 3773756 w 5033769"/>
              <a:gd name="connsiteY10" fmla="*/ 13 h 5033789"/>
              <a:gd name="connsiteX11" fmla="*/ 5033757 w 5033769"/>
              <a:gd name="connsiteY11" fmla="*/ 1260013 h 5033789"/>
              <a:gd name="connsiteX12" fmla="*/ 3902584 w 5033769"/>
              <a:gd name="connsiteY12" fmla="*/ 2513507 h 5033789"/>
              <a:gd name="connsiteX13" fmla="*/ 3897013 w 5033769"/>
              <a:gd name="connsiteY13" fmla="*/ 2513789 h 5033789"/>
              <a:gd name="connsiteX14" fmla="*/ 5033769 w 5033769"/>
              <a:gd name="connsiteY14" fmla="*/ 2513789 h 5033789"/>
              <a:gd name="connsiteX15" fmla="*/ 5033768 w 5033769"/>
              <a:gd name="connsiteY15" fmla="*/ 5033789 h 5033789"/>
              <a:gd name="connsiteX16" fmla="*/ 2513768 w 5033769"/>
              <a:gd name="connsiteY16" fmla="*/ 5033789 h 5033789"/>
              <a:gd name="connsiteX17" fmla="*/ 2513769 w 5033769"/>
              <a:gd name="connsiteY17" fmla="*/ 2520008 h 5033789"/>
              <a:gd name="connsiteX18" fmla="*/ 1 w 5033769"/>
              <a:gd name="connsiteY18" fmla="*/ 5033777 h 5033789"/>
              <a:gd name="connsiteX19" fmla="*/ 0 w 5033769"/>
              <a:gd name="connsiteY19" fmla="*/ 2513777 h 5033789"/>
              <a:gd name="connsiteX20" fmla="*/ 2458226 w 5033769"/>
              <a:gd name="connsiteY20" fmla="*/ 2513776 h 5033789"/>
              <a:gd name="connsiteX21" fmla="*/ 2266042 w 5033769"/>
              <a:gd name="connsiteY21" fmla="*/ 2494401 h 5033789"/>
              <a:gd name="connsiteX22" fmla="*/ 1259962 w 5033769"/>
              <a:gd name="connsiteY22" fmla="*/ 1260001 h 5033789"/>
              <a:gd name="connsiteX23" fmla="*/ 2519964 w 5033769"/>
              <a:gd name="connsiteY23" fmla="*/ 0 h 5033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033769" h="5033789">
                <a:moveTo>
                  <a:pt x="2519964" y="1382954"/>
                </a:moveTo>
                <a:lnTo>
                  <a:pt x="2519964" y="2513777"/>
                </a:lnTo>
                <a:lnTo>
                  <a:pt x="2520001" y="2513777"/>
                </a:lnTo>
                <a:lnTo>
                  <a:pt x="2519989" y="2513789"/>
                </a:lnTo>
                <a:lnTo>
                  <a:pt x="3649376" y="2513789"/>
                </a:lnTo>
                <a:lnTo>
                  <a:pt x="3535235" y="2497467"/>
                </a:lnTo>
                <a:cubicBezTo>
                  <a:pt x="2994600" y="2393880"/>
                  <a:pt x="2576720" y="1944783"/>
                  <a:pt x="2520261" y="1388840"/>
                </a:cubicBezTo>
                <a:close/>
                <a:moveTo>
                  <a:pt x="2519964" y="0"/>
                </a:moveTo>
                <a:lnTo>
                  <a:pt x="2519964" y="1137072"/>
                </a:lnTo>
                <a:lnTo>
                  <a:pt x="2520261" y="1131185"/>
                </a:lnTo>
                <a:cubicBezTo>
                  <a:pt x="2584786" y="495822"/>
                  <a:pt x="3121369" y="13"/>
                  <a:pt x="3773756" y="13"/>
                </a:cubicBezTo>
                <a:cubicBezTo>
                  <a:pt x="4469635" y="13"/>
                  <a:pt x="5033757" y="564134"/>
                  <a:pt x="5033757" y="1260013"/>
                </a:cubicBezTo>
                <a:cubicBezTo>
                  <a:pt x="5033757" y="1912399"/>
                  <a:pt x="4537948" y="2448983"/>
                  <a:pt x="3902584" y="2513507"/>
                </a:cubicBezTo>
                <a:lnTo>
                  <a:pt x="3897013" y="2513789"/>
                </a:lnTo>
                <a:lnTo>
                  <a:pt x="5033769" y="2513789"/>
                </a:lnTo>
                <a:lnTo>
                  <a:pt x="5033768" y="5033789"/>
                </a:lnTo>
                <a:lnTo>
                  <a:pt x="2513768" y="5033789"/>
                </a:lnTo>
                <a:lnTo>
                  <a:pt x="2513769" y="2520008"/>
                </a:lnTo>
                <a:lnTo>
                  <a:pt x="1" y="5033777"/>
                </a:lnTo>
                <a:lnTo>
                  <a:pt x="0" y="2513777"/>
                </a:lnTo>
                <a:lnTo>
                  <a:pt x="2458226" y="2513776"/>
                </a:lnTo>
                <a:lnTo>
                  <a:pt x="2266042" y="2494401"/>
                </a:lnTo>
                <a:cubicBezTo>
                  <a:pt x="1691901" y="2376903"/>
                  <a:pt x="1259962" y="1868856"/>
                  <a:pt x="1259962" y="1260001"/>
                </a:cubicBezTo>
                <a:cubicBezTo>
                  <a:pt x="1259962" y="564166"/>
                  <a:pt x="1824128" y="0"/>
                  <a:pt x="251996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EEC7AAE-2A42-6069-F1A6-C7D2176473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F778F810-5F5A-9B53-5B63-2471BAD49B3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60003" y="2314362"/>
            <a:ext cx="5040000" cy="4185388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BF94D279-3EA0-F099-3F03-98B0B91610FB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359999" y="1712704"/>
            <a:ext cx="5040001" cy="3225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9" name="Tijdelijke aanduiding voor titel 1">
            <a:extLst>
              <a:ext uri="{FF2B5EF4-FFF2-40B4-BE49-F238E27FC236}">
                <a16:creationId xmlns:a16="http://schemas.microsoft.com/office/drawing/2014/main" id="{80AF528A-29A4-72B3-8610-67795CB83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0004" y="672286"/>
            <a:ext cx="5039999" cy="10164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104205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s and titl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76F6EEEB-9971-9726-81A6-A842C217CA1A}"/>
              </a:ext>
            </a:extLst>
          </p:cNvPr>
          <p:cNvSpPr/>
          <p:nvPr/>
        </p:nvSpPr>
        <p:spPr>
          <a:xfrm>
            <a:off x="3311975" y="3429000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9" name="Vrije vorm: vorm 8">
            <a:extLst>
              <a:ext uri="{FF2B5EF4-FFF2-40B4-BE49-F238E27FC236}">
                <a16:creationId xmlns:a16="http://schemas.microsoft.com/office/drawing/2014/main" id="{5297B128-04E7-F095-D863-25F3756FB4B4}"/>
              </a:ext>
            </a:extLst>
          </p:cNvPr>
          <p:cNvSpPr>
            <a:spLocks noChangeAspect="1"/>
          </p:cNvSpPr>
          <p:nvPr/>
        </p:nvSpPr>
        <p:spPr>
          <a:xfrm>
            <a:off x="3311961" y="912007"/>
            <a:ext cx="2519999" cy="2520000"/>
          </a:xfrm>
          <a:custGeom>
            <a:avLst/>
            <a:gdLst>
              <a:gd name="connsiteX0" fmla="*/ 2286035 w 2286035"/>
              <a:gd name="connsiteY0" fmla="*/ 0 h 2286036"/>
              <a:gd name="connsiteX1" fmla="*/ 2286036 w 2286035"/>
              <a:gd name="connsiteY1" fmla="*/ 2286036 h 2286036"/>
              <a:gd name="connsiteX2" fmla="*/ 0 w 2286035"/>
              <a:gd name="connsiteY2" fmla="*/ 2286037 h 2286036"/>
              <a:gd name="connsiteX3" fmla="*/ 2286035 w 2286035"/>
              <a:gd name="connsiteY3" fmla="*/ 0 h 2286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35" h="2286036">
                <a:moveTo>
                  <a:pt x="2286035" y="0"/>
                </a:moveTo>
                <a:lnTo>
                  <a:pt x="2286036" y="2286036"/>
                </a:lnTo>
                <a:lnTo>
                  <a:pt x="0" y="2286037"/>
                </a:lnTo>
                <a:lnTo>
                  <a:pt x="2286035" y="0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Vrije vorm: vorm 18">
            <a:extLst>
              <a:ext uri="{FF2B5EF4-FFF2-40B4-BE49-F238E27FC236}">
                <a16:creationId xmlns:a16="http://schemas.microsoft.com/office/drawing/2014/main" id="{69DDE691-C5AE-BC2F-E04B-661180E83819}"/>
              </a:ext>
            </a:extLst>
          </p:cNvPr>
          <p:cNvSpPr>
            <a:spLocks noChangeAspect="1"/>
          </p:cNvSpPr>
          <p:nvPr/>
        </p:nvSpPr>
        <p:spPr>
          <a:xfrm>
            <a:off x="792000" y="917534"/>
            <a:ext cx="2520057" cy="5031466"/>
          </a:xfrm>
          <a:custGeom>
            <a:avLst/>
            <a:gdLst>
              <a:gd name="connsiteX0" fmla="*/ 2520056 w 2520057"/>
              <a:gd name="connsiteY0" fmla="*/ 0 h 5031466"/>
              <a:gd name="connsiteX1" fmla="*/ 2520057 w 2520057"/>
              <a:gd name="connsiteY1" fmla="*/ 2520000 h 5031466"/>
              <a:gd name="connsiteX2" fmla="*/ 2520000 w 2520057"/>
              <a:gd name="connsiteY2" fmla="*/ 2520000 h 5031466"/>
              <a:gd name="connsiteX3" fmla="*/ 2520000 w 2520057"/>
              <a:gd name="connsiteY3" fmla="*/ 5031466 h 5031466"/>
              <a:gd name="connsiteX4" fmla="*/ 0 w 2520057"/>
              <a:gd name="connsiteY4" fmla="*/ 5031466 h 5031466"/>
              <a:gd name="connsiteX5" fmla="*/ 0 w 2520057"/>
              <a:gd name="connsiteY5" fmla="*/ 2511466 h 5031466"/>
              <a:gd name="connsiteX6" fmla="*/ 8592 w 2520057"/>
              <a:gd name="connsiteY6" fmla="*/ 2511466 h 5031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0057" h="5031466">
                <a:moveTo>
                  <a:pt x="2520056" y="0"/>
                </a:moveTo>
                <a:lnTo>
                  <a:pt x="2520057" y="2520000"/>
                </a:lnTo>
                <a:lnTo>
                  <a:pt x="2520000" y="2520000"/>
                </a:lnTo>
                <a:lnTo>
                  <a:pt x="2520000" y="5031466"/>
                </a:lnTo>
                <a:lnTo>
                  <a:pt x="0" y="5031466"/>
                </a:lnTo>
                <a:lnTo>
                  <a:pt x="0" y="2511466"/>
                </a:lnTo>
                <a:lnTo>
                  <a:pt x="8592" y="2511466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A3DDEB5-BA75-E7A8-29D1-94C605B394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179C683E-45A5-D0DF-F0E7-2C1485107A0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60003" y="2314362"/>
            <a:ext cx="5040000" cy="4185388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C8B105F0-881E-7CC1-4DBF-130B442560C7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359999" y="1712704"/>
            <a:ext cx="5040001" cy="3225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8" name="Tijdelijke aanduiding voor titel 1">
            <a:extLst>
              <a:ext uri="{FF2B5EF4-FFF2-40B4-BE49-F238E27FC236}">
                <a16:creationId xmlns:a16="http://schemas.microsoft.com/office/drawing/2014/main" id="{F70DBFC1-F6C3-5CEB-B694-DEAF5E02C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0004" y="672286"/>
            <a:ext cx="5039999" cy="10164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536904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images and titl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76F6EEEB-9971-9726-81A6-A842C217CA1A}"/>
              </a:ext>
            </a:extLst>
          </p:cNvPr>
          <p:cNvSpPr/>
          <p:nvPr/>
        </p:nvSpPr>
        <p:spPr>
          <a:xfrm>
            <a:off x="3312000" y="3429000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9" name="Vrije vorm: vorm 8">
            <a:extLst>
              <a:ext uri="{FF2B5EF4-FFF2-40B4-BE49-F238E27FC236}">
                <a16:creationId xmlns:a16="http://schemas.microsoft.com/office/drawing/2014/main" id="{5297B128-04E7-F095-D863-25F3756FB4B4}"/>
              </a:ext>
            </a:extLst>
          </p:cNvPr>
          <p:cNvSpPr>
            <a:spLocks noChangeAspect="1"/>
          </p:cNvSpPr>
          <p:nvPr/>
        </p:nvSpPr>
        <p:spPr>
          <a:xfrm>
            <a:off x="3311986" y="912007"/>
            <a:ext cx="2519999" cy="2520000"/>
          </a:xfrm>
          <a:custGeom>
            <a:avLst/>
            <a:gdLst>
              <a:gd name="connsiteX0" fmla="*/ 2286035 w 2286035"/>
              <a:gd name="connsiteY0" fmla="*/ 0 h 2286036"/>
              <a:gd name="connsiteX1" fmla="*/ 2286036 w 2286035"/>
              <a:gd name="connsiteY1" fmla="*/ 2286036 h 2286036"/>
              <a:gd name="connsiteX2" fmla="*/ 0 w 2286035"/>
              <a:gd name="connsiteY2" fmla="*/ 2286037 h 2286036"/>
              <a:gd name="connsiteX3" fmla="*/ 2286035 w 2286035"/>
              <a:gd name="connsiteY3" fmla="*/ 0 h 2286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35" h="2286036">
                <a:moveTo>
                  <a:pt x="2286035" y="0"/>
                </a:moveTo>
                <a:lnTo>
                  <a:pt x="2286036" y="2286036"/>
                </a:lnTo>
                <a:lnTo>
                  <a:pt x="0" y="2286037"/>
                </a:lnTo>
                <a:lnTo>
                  <a:pt x="2286035" y="0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Vrije vorm: vorm 18">
            <a:extLst>
              <a:ext uri="{FF2B5EF4-FFF2-40B4-BE49-F238E27FC236}">
                <a16:creationId xmlns:a16="http://schemas.microsoft.com/office/drawing/2014/main" id="{69DDE691-C5AE-BC2F-E04B-661180E83819}"/>
              </a:ext>
            </a:extLst>
          </p:cNvPr>
          <p:cNvSpPr>
            <a:spLocks noChangeAspect="1"/>
          </p:cNvSpPr>
          <p:nvPr/>
        </p:nvSpPr>
        <p:spPr>
          <a:xfrm>
            <a:off x="792025" y="917534"/>
            <a:ext cx="2520057" cy="5031466"/>
          </a:xfrm>
          <a:custGeom>
            <a:avLst/>
            <a:gdLst>
              <a:gd name="connsiteX0" fmla="*/ 2520056 w 2520057"/>
              <a:gd name="connsiteY0" fmla="*/ 0 h 5031466"/>
              <a:gd name="connsiteX1" fmla="*/ 2520057 w 2520057"/>
              <a:gd name="connsiteY1" fmla="*/ 2520000 h 5031466"/>
              <a:gd name="connsiteX2" fmla="*/ 2520000 w 2520057"/>
              <a:gd name="connsiteY2" fmla="*/ 2520000 h 5031466"/>
              <a:gd name="connsiteX3" fmla="*/ 2520000 w 2520057"/>
              <a:gd name="connsiteY3" fmla="*/ 5031466 h 5031466"/>
              <a:gd name="connsiteX4" fmla="*/ 0 w 2520057"/>
              <a:gd name="connsiteY4" fmla="*/ 5031466 h 5031466"/>
              <a:gd name="connsiteX5" fmla="*/ 0 w 2520057"/>
              <a:gd name="connsiteY5" fmla="*/ 2511466 h 5031466"/>
              <a:gd name="connsiteX6" fmla="*/ 8592 w 2520057"/>
              <a:gd name="connsiteY6" fmla="*/ 2511466 h 5031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0057" h="5031466">
                <a:moveTo>
                  <a:pt x="2520056" y="0"/>
                </a:moveTo>
                <a:lnTo>
                  <a:pt x="2520057" y="2520000"/>
                </a:lnTo>
                <a:lnTo>
                  <a:pt x="2520000" y="2520000"/>
                </a:lnTo>
                <a:lnTo>
                  <a:pt x="2520000" y="5031466"/>
                </a:lnTo>
                <a:lnTo>
                  <a:pt x="0" y="5031466"/>
                </a:lnTo>
                <a:lnTo>
                  <a:pt x="0" y="2511466"/>
                </a:lnTo>
                <a:lnTo>
                  <a:pt x="8592" y="2511466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CB217713-8550-6E7D-74DA-B21E396D96B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11984" y="3426238"/>
            <a:ext cx="2520001" cy="2520000"/>
          </a:xfrm>
          <a:custGeom>
            <a:avLst/>
            <a:gdLst>
              <a:gd name="connsiteX0" fmla="*/ 1260000 w 2520001"/>
              <a:gd name="connsiteY0" fmla="*/ 0 h 2520000"/>
              <a:gd name="connsiteX1" fmla="*/ 2520001 w 2520001"/>
              <a:gd name="connsiteY1" fmla="*/ 1260000 h 2520000"/>
              <a:gd name="connsiteX2" fmla="*/ 1260000 w 2520001"/>
              <a:gd name="connsiteY2" fmla="*/ 2520000 h 2520000"/>
              <a:gd name="connsiteX3" fmla="*/ 0 w 2520001"/>
              <a:gd name="connsiteY3" fmla="*/ 1260000 h 2520000"/>
              <a:gd name="connsiteX4" fmla="*/ 1260000 w 2520001"/>
              <a:gd name="connsiteY4" fmla="*/ 0 h 25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20001" h="2520000">
                <a:moveTo>
                  <a:pt x="1260000" y="0"/>
                </a:moveTo>
                <a:cubicBezTo>
                  <a:pt x="1955879" y="0"/>
                  <a:pt x="2520001" y="564121"/>
                  <a:pt x="2520001" y="1260000"/>
                </a:cubicBezTo>
                <a:cubicBezTo>
                  <a:pt x="2520001" y="1955879"/>
                  <a:pt x="1955880" y="2520000"/>
                  <a:pt x="1260000" y="2520000"/>
                </a:cubicBezTo>
                <a:cubicBezTo>
                  <a:pt x="564122" y="2520000"/>
                  <a:pt x="0" y="1955879"/>
                  <a:pt x="0" y="1260000"/>
                </a:cubicBezTo>
                <a:cubicBezTo>
                  <a:pt x="0" y="564121"/>
                  <a:pt x="564121" y="0"/>
                  <a:pt x="1260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CE3366A8-6FCF-5D96-79E8-44158F6D91F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11923" y="931507"/>
            <a:ext cx="2520000" cy="2520001"/>
          </a:xfrm>
          <a:custGeom>
            <a:avLst/>
            <a:gdLst>
              <a:gd name="connsiteX0" fmla="*/ 2519999 w 2520000"/>
              <a:gd name="connsiteY0" fmla="*/ 0 h 2520001"/>
              <a:gd name="connsiteX1" fmla="*/ 2520000 w 2520000"/>
              <a:gd name="connsiteY1" fmla="*/ 2520000 h 2520001"/>
              <a:gd name="connsiteX2" fmla="*/ 0 w 2520000"/>
              <a:gd name="connsiteY2" fmla="*/ 2520001 h 252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20000" h="2520001">
                <a:moveTo>
                  <a:pt x="2519999" y="0"/>
                </a:moveTo>
                <a:lnTo>
                  <a:pt x="2520000" y="2520000"/>
                </a:lnTo>
                <a:lnTo>
                  <a:pt x="0" y="252000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43E36CDE-2109-3197-B5A1-145E138A70C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91914" y="927327"/>
            <a:ext cx="2520057" cy="5031466"/>
          </a:xfrm>
          <a:custGeom>
            <a:avLst/>
            <a:gdLst>
              <a:gd name="connsiteX0" fmla="*/ 2520056 w 2520057"/>
              <a:gd name="connsiteY0" fmla="*/ 0 h 5031466"/>
              <a:gd name="connsiteX1" fmla="*/ 2520057 w 2520057"/>
              <a:gd name="connsiteY1" fmla="*/ 2520000 h 5031466"/>
              <a:gd name="connsiteX2" fmla="*/ 2520000 w 2520057"/>
              <a:gd name="connsiteY2" fmla="*/ 2520000 h 5031466"/>
              <a:gd name="connsiteX3" fmla="*/ 2520000 w 2520057"/>
              <a:gd name="connsiteY3" fmla="*/ 5031466 h 5031466"/>
              <a:gd name="connsiteX4" fmla="*/ 0 w 2520057"/>
              <a:gd name="connsiteY4" fmla="*/ 5031466 h 5031466"/>
              <a:gd name="connsiteX5" fmla="*/ 0 w 2520057"/>
              <a:gd name="connsiteY5" fmla="*/ 2511466 h 5031466"/>
              <a:gd name="connsiteX6" fmla="*/ 8592 w 2520057"/>
              <a:gd name="connsiteY6" fmla="*/ 2511466 h 5031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0057" h="5031466">
                <a:moveTo>
                  <a:pt x="2520056" y="0"/>
                </a:moveTo>
                <a:lnTo>
                  <a:pt x="2520057" y="2520000"/>
                </a:lnTo>
                <a:lnTo>
                  <a:pt x="2520000" y="2520000"/>
                </a:lnTo>
                <a:lnTo>
                  <a:pt x="2520000" y="5031466"/>
                </a:lnTo>
                <a:lnTo>
                  <a:pt x="0" y="5031466"/>
                </a:lnTo>
                <a:lnTo>
                  <a:pt x="0" y="2511466"/>
                </a:lnTo>
                <a:lnTo>
                  <a:pt x="8592" y="251146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F292111-8DD2-5F05-C2FD-D5BAF8A52B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D9F63FB2-78BD-AA49-2F8A-D8D67B4A3FC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60003" y="2314362"/>
            <a:ext cx="5040000" cy="4185388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6BD93634-DF79-2B4C-A0AC-B45C64DC484B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359999" y="1712704"/>
            <a:ext cx="5040001" cy="3225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13" name="Tijdelijke aanduiding voor titel 1">
            <a:extLst>
              <a:ext uri="{FF2B5EF4-FFF2-40B4-BE49-F238E27FC236}">
                <a16:creationId xmlns:a16="http://schemas.microsoft.com/office/drawing/2014/main" id="{80BA31ED-4C10-0765-5857-BE260CB58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0004" y="672286"/>
            <a:ext cx="5039999" cy="10164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3024605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image and titl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2">
            <a:extLst>
              <a:ext uri="{FF2B5EF4-FFF2-40B4-BE49-F238E27FC236}">
                <a16:creationId xmlns:a16="http://schemas.microsoft.com/office/drawing/2014/main" id="{9ED2D670-E603-60EE-4F3B-5B534395736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02072" y="917534"/>
            <a:ext cx="5029927" cy="5031466"/>
          </a:xfrm>
          <a:custGeom>
            <a:avLst/>
            <a:gdLst>
              <a:gd name="connsiteX0" fmla="*/ 2520000 w 5029927"/>
              <a:gd name="connsiteY0" fmla="*/ 2524522 h 5031466"/>
              <a:gd name="connsiteX1" fmla="*/ 2520000 w 5029927"/>
              <a:gd name="connsiteY1" fmla="*/ 3620442 h 5031466"/>
              <a:gd name="connsiteX2" fmla="*/ 2529606 w 5029927"/>
              <a:gd name="connsiteY2" fmla="*/ 3548425 h 5031466"/>
              <a:gd name="connsiteX3" fmla="*/ 3515992 w 5029927"/>
              <a:gd name="connsiteY3" fmla="*/ 2537065 h 5031466"/>
              <a:gd name="connsiteX4" fmla="*/ 3640418 w 5029927"/>
              <a:gd name="connsiteY4" fmla="*/ 2524522 h 5031466"/>
              <a:gd name="connsiteX5" fmla="*/ 2520056 w 5029927"/>
              <a:gd name="connsiteY5" fmla="*/ 0 h 5031466"/>
              <a:gd name="connsiteX6" fmla="*/ 2520057 w 5029927"/>
              <a:gd name="connsiteY6" fmla="*/ 2514378 h 5031466"/>
              <a:gd name="connsiteX7" fmla="*/ 5029912 w 5029927"/>
              <a:gd name="connsiteY7" fmla="*/ 4521 h 5031466"/>
              <a:gd name="connsiteX8" fmla="*/ 5029913 w 5029927"/>
              <a:gd name="connsiteY8" fmla="*/ 2524521 h 5031466"/>
              <a:gd name="connsiteX9" fmla="*/ 3899433 w 5029927"/>
              <a:gd name="connsiteY9" fmla="*/ 2524522 h 5031466"/>
              <a:gd name="connsiteX10" fmla="*/ 4023860 w 5029927"/>
              <a:gd name="connsiteY10" fmla="*/ 2537065 h 5031466"/>
              <a:gd name="connsiteX11" fmla="*/ 5029927 w 5029927"/>
              <a:gd name="connsiteY11" fmla="*/ 3771466 h 5031466"/>
              <a:gd name="connsiteX12" fmla="*/ 3769926 w 5029927"/>
              <a:gd name="connsiteY12" fmla="*/ 5031466 h 5031466"/>
              <a:gd name="connsiteX13" fmla="*/ 2535525 w 5029927"/>
              <a:gd name="connsiteY13" fmla="*/ 4025400 h 5031466"/>
              <a:gd name="connsiteX14" fmla="*/ 2520000 w 5029927"/>
              <a:gd name="connsiteY14" fmla="*/ 3923677 h 5031466"/>
              <a:gd name="connsiteX15" fmla="*/ 2520000 w 5029927"/>
              <a:gd name="connsiteY15" fmla="*/ 5031466 h 5031466"/>
              <a:gd name="connsiteX16" fmla="*/ 0 w 5029927"/>
              <a:gd name="connsiteY16" fmla="*/ 5031466 h 5031466"/>
              <a:gd name="connsiteX17" fmla="*/ 0 w 5029927"/>
              <a:gd name="connsiteY17" fmla="*/ 2511466 h 5031466"/>
              <a:gd name="connsiteX18" fmla="*/ 8592 w 5029927"/>
              <a:gd name="connsiteY18" fmla="*/ 2511466 h 5031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029927" h="5031466">
                <a:moveTo>
                  <a:pt x="2520000" y="2524522"/>
                </a:moveTo>
                <a:lnTo>
                  <a:pt x="2520000" y="3620442"/>
                </a:lnTo>
                <a:lnTo>
                  <a:pt x="2529606" y="3548425"/>
                </a:lnTo>
                <a:cubicBezTo>
                  <a:pt x="2620125" y="3041670"/>
                  <a:pt x="3013601" y="2639869"/>
                  <a:pt x="3515992" y="2537065"/>
                </a:cubicBezTo>
                <a:lnTo>
                  <a:pt x="3640418" y="2524522"/>
                </a:lnTo>
                <a:close/>
                <a:moveTo>
                  <a:pt x="2520056" y="0"/>
                </a:moveTo>
                <a:lnTo>
                  <a:pt x="2520057" y="2514378"/>
                </a:lnTo>
                <a:lnTo>
                  <a:pt x="5029912" y="4521"/>
                </a:lnTo>
                <a:lnTo>
                  <a:pt x="5029913" y="2524521"/>
                </a:lnTo>
                <a:lnTo>
                  <a:pt x="3899433" y="2524522"/>
                </a:lnTo>
                <a:lnTo>
                  <a:pt x="4023860" y="2537065"/>
                </a:lnTo>
                <a:cubicBezTo>
                  <a:pt x="4598021" y="2654555"/>
                  <a:pt x="5029927" y="3162572"/>
                  <a:pt x="5029927" y="3771466"/>
                </a:cubicBezTo>
                <a:cubicBezTo>
                  <a:pt x="5029927" y="4467345"/>
                  <a:pt x="4465806" y="5031466"/>
                  <a:pt x="3769926" y="5031466"/>
                </a:cubicBezTo>
                <a:cubicBezTo>
                  <a:pt x="3161033" y="5031466"/>
                  <a:pt x="2653015" y="4599561"/>
                  <a:pt x="2535525" y="4025400"/>
                </a:cubicBezTo>
                <a:lnTo>
                  <a:pt x="2520000" y="3923677"/>
                </a:lnTo>
                <a:lnTo>
                  <a:pt x="2520000" y="5031466"/>
                </a:lnTo>
                <a:lnTo>
                  <a:pt x="0" y="5031466"/>
                </a:lnTo>
                <a:lnTo>
                  <a:pt x="0" y="2511466"/>
                </a:lnTo>
                <a:lnTo>
                  <a:pt x="8592" y="251146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1DF08E0-4D4E-CB4E-4C39-84817FF01D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FA1ACD2E-32DD-0D8E-7613-BA7018068FB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60003" y="2314362"/>
            <a:ext cx="5040000" cy="4185388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364FFA6E-08C8-087B-50EE-73652C47CA3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359999" y="1712704"/>
            <a:ext cx="5040001" cy="3225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8" name="Tijdelijke aanduiding voor titel 1">
            <a:extLst>
              <a:ext uri="{FF2B5EF4-FFF2-40B4-BE49-F238E27FC236}">
                <a16:creationId xmlns:a16="http://schemas.microsoft.com/office/drawing/2014/main" id="{BCDC5DE2-4E4F-9DB2-D6F0-F7C5F06B1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0004" y="672286"/>
            <a:ext cx="5039999" cy="10164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394620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image and titl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3DE2C36C-1842-5D38-A346-C055971CC81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-476" y="672286"/>
            <a:ext cx="5832475" cy="5827464"/>
          </a:xfrm>
        </p:spPr>
        <p:txBody>
          <a:bodyPr/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add image</a:t>
            </a:r>
          </a:p>
          <a:p>
            <a:endParaRPr lang="en-BE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B4A7E5E-B405-6360-C014-8977E49C64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0CF34DC4-D54E-195C-B2CF-2D335853480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60003" y="2314362"/>
            <a:ext cx="5040000" cy="4185388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46862E8F-264C-3CB1-B857-D0D27943A92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359999" y="1712704"/>
            <a:ext cx="5040001" cy="3225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9" name="Tijdelijke aanduiding voor titel 1">
            <a:extLst>
              <a:ext uri="{FF2B5EF4-FFF2-40B4-BE49-F238E27FC236}">
                <a16:creationId xmlns:a16="http://schemas.microsoft.com/office/drawing/2014/main" id="{246C1439-0008-21B6-699E-C5239F2D1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0004" y="672286"/>
            <a:ext cx="5039999" cy="10164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896494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image and titl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4">
            <a:extLst>
              <a:ext uri="{FF2B5EF4-FFF2-40B4-BE49-F238E27FC236}">
                <a16:creationId xmlns:a16="http://schemas.microsoft.com/office/drawing/2014/main" id="{B08E8BA3-22A1-B274-BF7C-0A8379F109F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1998" y="672286"/>
            <a:ext cx="5040001" cy="57285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06D440-DA56-FFE4-76E0-D0194A360B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027F6FF1-A5BF-8C75-AC1C-C7761136B25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60003" y="2314362"/>
            <a:ext cx="5040000" cy="4185388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050EF383-B21F-3969-4945-3BEF216CC5E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359999" y="1712704"/>
            <a:ext cx="5040001" cy="3225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9" name="Tijdelijke aanduiding voor titel 1">
            <a:extLst>
              <a:ext uri="{FF2B5EF4-FFF2-40B4-BE49-F238E27FC236}">
                <a16:creationId xmlns:a16="http://schemas.microsoft.com/office/drawing/2014/main" id="{393EFEB5-1AC8-8F4E-8864-1D7221119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0004" y="672286"/>
            <a:ext cx="5039999" cy="10164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622391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2">
            <a:extLst>
              <a:ext uri="{FF2B5EF4-FFF2-40B4-BE49-F238E27FC236}">
                <a16:creationId xmlns:a16="http://schemas.microsoft.com/office/drawing/2014/main" id="{6D6E3BA9-5D4F-477A-7630-0A89A6E8DDE1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8340000" y="1941196"/>
            <a:ext cx="3060000" cy="46195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20830080-413E-0A95-15AD-BB4C1A590A2A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566000" y="1941197"/>
            <a:ext cx="3060000" cy="46195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2633E96-CEEC-DB34-B341-FE1E633098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9" name="Tijdelijke aanduiding voor titel 1">
            <a:extLst>
              <a:ext uri="{FF2B5EF4-FFF2-40B4-BE49-F238E27FC236}">
                <a16:creationId xmlns:a16="http://schemas.microsoft.com/office/drawing/2014/main" id="{189026D8-42BD-BEE2-A3C2-DA71714FB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10608000" cy="7091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10" name="Tijdelijke aanduiding voor inhoud 15">
            <a:extLst>
              <a:ext uri="{FF2B5EF4-FFF2-40B4-BE49-F238E27FC236}">
                <a16:creationId xmlns:a16="http://schemas.microsoft.com/office/drawing/2014/main" id="{B4B04029-F7CA-403E-7FA4-4E8D57B5266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92000" y="1941197"/>
            <a:ext cx="3060000" cy="4605686"/>
          </a:xfrm>
        </p:spPr>
        <p:txBody>
          <a:bodyPr/>
          <a:lstStyle>
            <a:lvl1pPr>
              <a:lnSpc>
                <a:spcPct val="114000"/>
              </a:lnSpc>
              <a:buClr>
                <a:srgbClr val="507AC2"/>
              </a:buClr>
              <a:defRPr/>
            </a:lvl1pPr>
            <a:lvl2pPr>
              <a:lnSpc>
                <a:spcPct val="114000"/>
              </a:lnSpc>
              <a:buClr>
                <a:srgbClr val="507AC2"/>
              </a:buClr>
              <a:defRPr/>
            </a:lvl2pPr>
            <a:lvl3pPr>
              <a:lnSpc>
                <a:spcPct val="114000"/>
              </a:lnSpc>
              <a:buClr>
                <a:srgbClr val="507AC2"/>
              </a:buClr>
              <a:defRPr/>
            </a:lvl3pPr>
            <a:lvl4pPr>
              <a:lnSpc>
                <a:spcPct val="114000"/>
              </a:lnSpc>
              <a:buClr>
                <a:srgbClr val="507AC2"/>
              </a:buClr>
              <a:defRPr/>
            </a:lvl4pPr>
            <a:lvl5pPr>
              <a:lnSpc>
                <a:spcPct val="114000"/>
              </a:lnSpc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644021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22B77CE3-A4E3-B4AD-046D-A483AA6B73D5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340000" y="1367611"/>
            <a:ext cx="3060000" cy="64938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7CDCF746-2943-E637-5E77-2C4617C7AC5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340000" y="2296065"/>
            <a:ext cx="3060000" cy="4264671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ijdelijke aanduiding voor inhoud 2">
            <a:extLst>
              <a:ext uri="{FF2B5EF4-FFF2-40B4-BE49-F238E27FC236}">
                <a16:creationId xmlns:a16="http://schemas.microsoft.com/office/drawing/2014/main" id="{C8BEBC18-33D0-B4CD-D712-FEED06A6CE2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565999" y="2296065"/>
            <a:ext cx="3060000" cy="4264672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9B305156-A30B-593D-1F31-8BBB645BA4D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551947" y="1367611"/>
            <a:ext cx="3060000" cy="64938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EC7A56-BF58-9680-C477-7330DC3B05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15" name="Tijdelijke aanduiding voor titel 1">
            <a:extLst>
              <a:ext uri="{FF2B5EF4-FFF2-40B4-BE49-F238E27FC236}">
                <a16:creationId xmlns:a16="http://schemas.microsoft.com/office/drawing/2014/main" id="{1842910E-0410-2671-3E93-FA52B1D03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10608000" cy="715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  <p:sp>
        <p:nvSpPr>
          <p:cNvPr id="16" name="Tijdelijke aanduiding voor inhoud 2">
            <a:extLst>
              <a:ext uri="{FF2B5EF4-FFF2-40B4-BE49-F238E27FC236}">
                <a16:creationId xmlns:a16="http://schemas.microsoft.com/office/drawing/2014/main" id="{1FE3268C-5820-384C-3954-6AD5B05CD5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2000" y="2296065"/>
            <a:ext cx="3059998" cy="4304463"/>
          </a:xfrm>
          <a:prstGeom prst="rect">
            <a:avLst/>
          </a:prstGeom>
        </p:spPr>
        <p:txBody>
          <a:bodyPr>
            <a:noAutofit/>
          </a:bodyPr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7" name="Tijdelijke aanduiding voor tekst 2">
            <a:extLst>
              <a:ext uri="{FF2B5EF4-FFF2-40B4-BE49-F238E27FC236}">
                <a16:creationId xmlns:a16="http://schemas.microsoft.com/office/drawing/2014/main" id="{0F9DD1B5-A367-2C79-133D-FD00390CF1F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2000" y="1373085"/>
            <a:ext cx="3059998" cy="6493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506172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with subtitle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1">
            <a:extLst>
              <a:ext uri="{FF2B5EF4-FFF2-40B4-BE49-F238E27FC236}">
                <a16:creationId xmlns:a16="http://schemas.microsoft.com/office/drawing/2014/main" id="{E35C547B-B4BF-4085-F2F7-F49423D3735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791999" y="1353676"/>
            <a:ext cx="720000" cy="720000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16" name="Tijdelijke aanduiding voor inhoud 2">
            <a:extLst>
              <a:ext uri="{FF2B5EF4-FFF2-40B4-BE49-F238E27FC236}">
                <a16:creationId xmlns:a16="http://schemas.microsoft.com/office/drawing/2014/main" id="{9C06964A-D75D-F437-9459-608E0179C5A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4566000" y="2907156"/>
            <a:ext cx="3060000" cy="3686446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7" name="Tijdelijke aanduiding voor afbeelding 11">
            <a:extLst>
              <a:ext uri="{FF2B5EF4-FFF2-40B4-BE49-F238E27FC236}">
                <a16:creationId xmlns:a16="http://schemas.microsoft.com/office/drawing/2014/main" id="{201E4377-2235-84C2-FC02-72F2B706A401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559999" y="1353676"/>
            <a:ext cx="720000" cy="720000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18" name="Tijdelijke aanduiding voor tekst 2">
            <a:extLst>
              <a:ext uri="{FF2B5EF4-FFF2-40B4-BE49-F238E27FC236}">
                <a16:creationId xmlns:a16="http://schemas.microsoft.com/office/drawing/2014/main" id="{2038A719-4684-1AF6-E808-A697C1826D7E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557978" y="2162263"/>
            <a:ext cx="3060000" cy="64938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19" name="Tijdelijke aanduiding voor inhoud 2">
            <a:extLst>
              <a:ext uri="{FF2B5EF4-FFF2-40B4-BE49-F238E27FC236}">
                <a16:creationId xmlns:a16="http://schemas.microsoft.com/office/drawing/2014/main" id="{E56C67B9-C50C-7996-650A-2A8A49A13E68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8339999" y="2900231"/>
            <a:ext cx="3060000" cy="3693371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Tijdelijke aanduiding voor afbeelding 11">
            <a:extLst>
              <a:ext uri="{FF2B5EF4-FFF2-40B4-BE49-F238E27FC236}">
                <a16:creationId xmlns:a16="http://schemas.microsoft.com/office/drawing/2014/main" id="{1027939B-B513-C8EC-176F-51066ACB1FDA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8327999" y="1353676"/>
            <a:ext cx="720000" cy="720000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21" name="Tijdelijke aanduiding voor tekst 2">
            <a:extLst>
              <a:ext uri="{FF2B5EF4-FFF2-40B4-BE49-F238E27FC236}">
                <a16:creationId xmlns:a16="http://schemas.microsoft.com/office/drawing/2014/main" id="{21E6B8D1-AC29-336A-2790-76BAD33C797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331977" y="2162263"/>
            <a:ext cx="3060000" cy="64938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4DBB6F-DE0F-A98E-04DA-8A51658D7B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2" name="Tijdelijke aanduiding voor inhoud 2">
            <a:extLst>
              <a:ext uri="{FF2B5EF4-FFF2-40B4-BE49-F238E27FC236}">
                <a16:creationId xmlns:a16="http://schemas.microsoft.com/office/drawing/2014/main" id="{8A095902-A0E3-AC89-ED44-3FFF0DA2DC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2000" y="2907156"/>
            <a:ext cx="3060000" cy="3693371"/>
          </a:xfrm>
          <a:prstGeom prst="rect">
            <a:avLst/>
          </a:prstGeom>
        </p:spPr>
        <p:txBody>
          <a:bodyPr>
            <a:noAutofit/>
          </a:bodyPr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ijdelijke aanduiding voor tekst 2">
            <a:extLst>
              <a:ext uri="{FF2B5EF4-FFF2-40B4-BE49-F238E27FC236}">
                <a16:creationId xmlns:a16="http://schemas.microsoft.com/office/drawing/2014/main" id="{329E23EE-232E-DABC-27F4-7CDD43A72612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2000" y="2129961"/>
            <a:ext cx="3060000" cy="64938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6" name="Tijdelijke aanduiding voor titel 1">
            <a:extLst>
              <a:ext uri="{FF2B5EF4-FFF2-40B4-BE49-F238E27FC236}">
                <a16:creationId xmlns:a16="http://schemas.microsoft.com/office/drawing/2014/main" id="{3DB5CAFE-BAEC-648E-A08F-E1C7D14B9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10608000" cy="715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7559942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11">
            <a:extLst>
              <a:ext uri="{FF2B5EF4-FFF2-40B4-BE49-F238E27FC236}">
                <a16:creationId xmlns:a16="http://schemas.microsoft.com/office/drawing/2014/main" id="{00ED5CDE-7DD7-6C29-351F-D60C9DAA6FCE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779717" y="1517642"/>
            <a:ext cx="720000" cy="720000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5" name="Tijdelijke aanduiding voor tekst 2">
            <a:extLst>
              <a:ext uri="{FF2B5EF4-FFF2-40B4-BE49-F238E27FC236}">
                <a16:creationId xmlns:a16="http://schemas.microsoft.com/office/drawing/2014/main" id="{AF720514-2DA9-A3E3-533A-FDABFABB3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79717" y="2361080"/>
            <a:ext cx="2268000" cy="10378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8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20" name="Tijdelijke aanduiding voor afbeelding 11">
            <a:extLst>
              <a:ext uri="{FF2B5EF4-FFF2-40B4-BE49-F238E27FC236}">
                <a16:creationId xmlns:a16="http://schemas.microsoft.com/office/drawing/2014/main" id="{FFCC68A0-53D2-1B44-E49C-2CE4C5F224CE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779717" y="4094366"/>
            <a:ext cx="720000" cy="720000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21" name="Tijdelijke aanduiding voor tekst 2">
            <a:extLst>
              <a:ext uri="{FF2B5EF4-FFF2-40B4-BE49-F238E27FC236}">
                <a16:creationId xmlns:a16="http://schemas.microsoft.com/office/drawing/2014/main" id="{1355AA58-F9DC-987E-7213-E9E3D7CB0681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779717" y="4937804"/>
            <a:ext cx="2268000" cy="10378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8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22" name="Tijdelijke aanduiding voor afbeelding 11">
            <a:extLst>
              <a:ext uri="{FF2B5EF4-FFF2-40B4-BE49-F238E27FC236}">
                <a16:creationId xmlns:a16="http://schemas.microsoft.com/office/drawing/2014/main" id="{712685E4-30F9-6D89-8E70-AE3193211938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9125860" y="1517642"/>
            <a:ext cx="720000" cy="720000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23" name="Tijdelijke aanduiding voor tekst 2">
            <a:extLst>
              <a:ext uri="{FF2B5EF4-FFF2-40B4-BE49-F238E27FC236}">
                <a16:creationId xmlns:a16="http://schemas.microsoft.com/office/drawing/2014/main" id="{5311EC53-2248-2A66-F1C1-5B94F2ECEDF0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9125860" y="2361080"/>
            <a:ext cx="2268000" cy="10378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8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24" name="Tijdelijke aanduiding voor afbeelding 11">
            <a:extLst>
              <a:ext uri="{FF2B5EF4-FFF2-40B4-BE49-F238E27FC236}">
                <a16:creationId xmlns:a16="http://schemas.microsoft.com/office/drawing/2014/main" id="{83CC1ECD-EF86-1349-73E5-A725AB1DE3B7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9131999" y="4094366"/>
            <a:ext cx="720000" cy="720000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25" name="Tijdelijke aanduiding voor tekst 2">
            <a:extLst>
              <a:ext uri="{FF2B5EF4-FFF2-40B4-BE49-F238E27FC236}">
                <a16:creationId xmlns:a16="http://schemas.microsoft.com/office/drawing/2014/main" id="{3C79AACC-C249-315C-0CA7-B3FA0BEDD5CD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9131999" y="4937804"/>
            <a:ext cx="2268000" cy="10378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8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26" name="Tijdelijke aanduiding voor tekst 2">
            <a:extLst>
              <a:ext uri="{FF2B5EF4-FFF2-40B4-BE49-F238E27FC236}">
                <a16:creationId xmlns:a16="http://schemas.microsoft.com/office/drawing/2014/main" id="{DC4F5955-7C55-1875-F542-E779D4814A54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3561765" y="2366650"/>
            <a:ext cx="2268000" cy="10378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8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27" name="Tijdelijke aanduiding voor tekst 2">
            <a:extLst>
              <a:ext uri="{FF2B5EF4-FFF2-40B4-BE49-F238E27FC236}">
                <a16:creationId xmlns:a16="http://schemas.microsoft.com/office/drawing/2014/main" id="{1979BA03-58C3-AFA9-71D6-65EF0E58EA55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6343813" y="2361080"/>
            <a:ext cx="2268000" cy="10378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8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28" name="Tijdelijke aanduiding voor afbeelding 11">
            <a:extLst>
              <a:ext uri="{FF2B5EF4-FFF2-40B4-BE49-F238E27FC236}">
                <a16:creationId xmlns:a16="http://schemas.microsoft.com/office/drawing/2014/main" id="{77188F4C-D701-5057-80E1-CA76354680D2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3561765" y="1517642"/>
            <a:ext cx="720000" cy="720000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29" name="Tijdelijke aanduiding voor afbeelding 11">
            <a:extLst>
              <a:ext uri="{FF2B5EF4-FFF2-40B4-BE49-F238E27FC236}">
                <a16:creationId xmlns:a16="http://schemas.microsoft.com/office/drawing/2014/main" id="{D03E763F-CF9B-6393-AA49-8D5EC865B570}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6343812" y="1517642"/>
            <a:ext cx="720000" cy="720000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30" name="Tijdelijke aanduiding voor tekst 2">
            <a:extLst>
              <a:ext uri="{FF2B5EF4-FFF2-40B4-BE49-F238E27FC236}">
                <a16:creationId xmlns:a16="http://schemas.microsoft.com/office/drawing/2014/main" id="{CD8CFC07-6AD3-93CC-F135-6DFFBF3D4FE5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3567904" y="4943374"/>
            <a:ext cx="2268000" cy="10378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8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31" name="Tijdelijke aanduiding voor tekst 2">
            <a:extLst>
              <a:ext uri="{FF2B5EF4-FFF2-40B4-BE49-F238E27FC236}">
                <a16:creationId xmlns:a16="http://schemas.microsoft.com/office/drawing/2014/main" id="{6118ECD9-CADD-7002-E8AA-7DC59744A9E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349952" y="4937804"/>
            <a:ext cx="2268000" cy="10378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8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32" name="Tijdelijke aanduiding voor afbeelding 11">
            <a:extLst>
              <a:ext uri="{FF2B5EF4-FFF2-40B4-BE49-F238E27FC236}">
                <a16:creationId xmlns:a16="http://schemas.microsoft.com/office/drawing/2014/main" id="{DE06DA71-E943-B85A-95BD-F5C0872AB390}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3567904" y="4094366"/>
            <a:ext cx="720000" cy="720000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33" name="Tijdelijke aanduiding voor afbeelding 11">
            <a:extLst>
              <a:ext uri="{FF2B5EF4-FFF2-40B4-BE49-F238E27FC236}">
                <a16:creationId xmlns:a16="http://schemas.microsoft.com/office/drawing/2014/main" id="{993FF0C5-3F6B-AF46-E2D4-CEC4D022DAA8}"/>
              </a:ext>
            </a:extLst>
          </p:cNvPr>
          <p:cNvSpPr>
            <a:spLocks noGrp="1" noChangeAspect="1"/>
          </p:cNvSpPr>
          <p:nvPr>
            <p:ph type="pic" sz="quarter" idx="40" hasCustomPrompt="1"/>
          </p:nvPr>
        </p:nvSpPr>
        <p:spPr>
          <a:xfrm>
            <a:off x="6349951" y="4094366"/>
            <a:ext cx="720000" cy="720000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D2F3BEC6-8378-4EF7-3696-84DB42DD46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7" name="Tijdelijke aanduiding voor titel 1">
            <a:extLst>
              <a:ext uri="{FF2B5EF4-FFF2-40B4-BE49-F238E27FC236}">
                <a16:creationId xmlns:a16="http://schemas.microsoft.com/office/drawing/2014/main" id="{0EF3785B-55A2-41B6-BE27-1EBA391FE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10608000" cy="715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4123349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collabo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2C0AEA8-36A5-0A78-8020-162823F2DF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28000" y="2406057"/>
            <a:ext cx="4104000" cy="1296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jdelijke aanduiding voor tekst 2">
            <a:extLst>
              <a:ext uri="{FF2B5EF4-FFF2-40B4-BE49-F238E27FC236}">
                <a16:creationId xmlns:a16="http://schemas.microsoft.com/office/drawing/2014/main" id="{1E11D0CE-46E7-3F62-6F16-774A16A33DF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728001" y="1917313"/>
            <a:ext cx="4104000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8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4" name="Tijdelijke aanduiding voor afbeelding 11">
            <a:extLst>
              <a:ext uri="{FF2B5EF4-FFF2-40B4-BE49-F238E27FC236}">
                <a16:creationId xmlns:a16="http://schemas.microsoft.com/office/drawing/2014/main" id="{19DFDCEC-23F1-BAA2-8558-0667B6353E57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792000" y="1917313"/>
            <a:ext cx="720000" cy="720000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6" name="Tijdelijke aanduiding voor inhoud 2">
            <a:extLst>
              <a:ext uri="{FF2B5EF4-FFF2-40B4-BE49-F238E27FC236}">
                <a16:creationId xmlns:a16="http://schemas.microsoft.com/office/drawing/2014/main" id="{349754CD-8EBC-DF8E-3858-56F080C2D21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1728000" y="5085097"/>
            <a:ext cx="4104000" cy="1296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CD8C3440-F8E0-0630-A20A-69914CC0135E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728001" y="4596353"/>
            <a:ext cx="4104000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8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9" name="Tijdelijke aanduiding voor afbeelding 11">
            <a:extLst>
              <a:ext uri="{FF2B5EF4-FFF2-40B4-BE49-F238E27FC236}">
                <a16:creationId xmlns:a16="http://schemas.microsoft.com/office/drawing/2014/main" id="{B226CB9E-D4E5-AE4E-73B6-2BBEC2A32CDA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792000" y="4596353"/>
            <a:ext cx="720000" cy="720000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0FEEFAE7-E168-8EA6-A661-DDACC6AE2EFA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285199" y="2406057"/>
            <a:ext cx="4104000" cy="1296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jdelijke aanduiding voor tekst 2">
            <a:extLst>
              <a:ext uri="{FF2B5EF4-FFF2-40B4-BE49-F238E27FC236}">
                <a16:creationId xmlns:a16="http://schemas.microsoft.com/office/drawing/2014/main" id="{34C86145-1AA9-AE5B-AFBE-BAD3FE11D42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7285200" y="1917313"/>
            <a:ext cx="4104000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8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14" name="Tijdelijke aanduiding voor afbeelding 11">
            <a:extLst>
              <a:ext uri="{FF2B5EF4-FFF2-40B4-BE49-F238E27FC236}">
                <a16:creationId xmlns:a16="http://schemas.microsoft.com/office/drawing/2014/main" id="{34A393B7-10AF-FE63-2C17-6BBE08CA1C4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349199" y="1917313"/>
            <a:ext cx="720000" cy="720000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15" name="Tijdelijke aanduiding voor inhoud 2">
            <a:extLst>
              <a:ext uri="{FF2B5EF4-FFF2-40B4-BE49-F238E27FC236}">
                <a16:creationId xmlns:a16="http://schemas.microsoft.com/office/drawing/2014/main" id="{03832344-2804-093A-8959-22B21B9C221B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7285199" y="5085097"/>
            <a:ext cx="4104000" cy="1296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ijdelijke aanduiding voor tekst 2">
            <a:extLst>
              <a:ext uri="{FF2B5EF4-FFF2-40B4-BE49-F238E27FC236}">
                <a16:creationId xmlns:a16="http://schemas.microsoft.com/office/drawing/2014/main" id="{29AA61CD-50DC-B9BA-B540-B4500647824F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85200" y="4596353"/>
            <a:ext cx="4104000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8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17" name="Tijdelijke aanduiding voor afbeelding 11">
            <a:extLst>
              <a:ext uri="{FF2B5EF4-FFF2-40B4-BE49-F238E27FC236}">
                <a16:creationId xmlns:a16="http://schemas.microsoft.com/office/drawing/2014/main" id="{AD2568B5-CEDD-F520-762C-92CA4B3E9AB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349199" y="4596353"/>
            <a:ext cx="720000" cy="720000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84C7B233-BF52-AE82-7728-54FB974F9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8" name="Tijdelijke aanduiding voor titel 1">
            <a:extLst>
              <a:ext uri="{FF2B5EF4-FFF2-40B4-BE49-F238E27FC236}">
                <a16:creationId xmlns:a16="http://schemas.microsoft.com/office/drawing/2014/main" id="{8E73B912-66C1-D8D1-715D-DFCF211E4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10608000" cy="715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670151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/outl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Rechte verbindingslijn 11">
            <a:extLst>
              <a:ext uri="{FF2B5EF4-FFF2-40B4-BE49-F238E27FC236}">
                <a16:creationId xmlns:a16="http://schemas.microsoft.com/office/drawing/2014/main" id="{AD8339D7-3963-5A88-2E9B-82BFFF6D30F1}"/>
              </a:ext>
            </a:extLst>
          </p:cNvPr>
          <p:cNvCxnSpPr/>
          <p:nvPr/>
        </p:nvCxnSpPr>
        <p:spPr>
          <a:xfrm>
            <a:off x="791999" y="3940876"/>
            <a:ext cx="10608000" cy="0"/>
          </a:xfrm>
          <a:prstGeom prst="line">
            <a:avLst/>
          </a:prstGeom>
          <a:ln w="38100">
            <a:solidFill>
              <a:srgbClr val="D1E3F7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ijdelijke aanduiding voor inhoud 2">
            <a:extLst>
              <a:ext uri="{FF2B5EF4-FFF2-40B4-BE49-F238E27FC236}">
                <a16:creationId xmlns:a16="http://schemas.microsoft.com/office/drawing/2014/main" id="{A046EFC5-2CEB-A518-1E79-2AC01AAE74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1999" y="4696876"/>
            <a:ext cx="2052000" cy="733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09ABA90-4D41-0166-C754-DB63FD17E451}"/>
              </a:ext>
            </a:extLst>
          </p:cNvPr>
          <p:cNvGrpSpPr/>
          <p:nvPr userDrawn="1"/>
        </p:nvGrpSpPr>
        <p:grpSpPr>
          <a:xfrm>
            <a:off x="1637999" y="3760876"/>
            <a:ext cx="360000" cy="676893"/>
            <a:chOff x="1638000" y="4200658"/>
            <a:chExt cx="360000" cy="676893"/>
          </a:xfrm>
        </p:grpSpPr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3CAF92B1-1DE6-FDE0-E7D7-E48AF810E0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38000" y="4200658"/>
              <a:ext cx="360000" cy="360000"/>
            </a:xfrm>
            <a:prstGeom prst="ellipse">
              <a:avLst/>
            </a:prstGeom>
            <a:solidFill>
              <a:srgbClr val="D1E3F7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Vrije vorm: vorm 20">
              <a:extLst>
                <a:ext uri="{FF2B5EF4-FFF2-40B4-BE49-F238E27FC236}">
                  <a16:creationId xmlns:a16="http://schemas.microsoft.com/office/drawing/2014/main" id="{A176A7FE-049A-0769-1FA3-D2ECB9E412D9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1710000" y="4661551"/>
              <a:ext cx="216000" cy="216000"/>
            </a:xfrm>
            <a:custGeom>
              <a:avLst/>
              <a:gdLst>
                <a:gd name="connsiteX0" fmla="*/ 2286035 w 2286035"/>
                <a:gd name="connsiteY0" fmla="*/ 0 h 2286036"/>
                <a:gd name="connsiteX1" fmla="*/ 2286036 w 2286035"/>
                <a:gd name="connsiteY1" fmla="*/ 2286036 h 2286036"/>
                <a:gd name="connsiteX2" fmla="*/ 0 w 2286035"/>
                <a:gd name="connsiteY2" fmla="*/ 2286037 h 2286036"/>
                <a:gd name="connsiteX3" fmla="*/ 2286035 w 2286035"/>
                <a:gd name="connsiteY3" fmla="*/ 0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5" h="2286036">
                  <a:moveTo>
                    <a:pt x="2286035" y="0"/>
                  </a:moveTo>
                  <a:lnTo>
                    <a:pt x="2286036" y="2286036"/>
                  </a:lnTo>
                  <a:lnTo>
                    <a:pt x="0" y="2286037"/>
                  </a:lnTo>
                  <a:lnTo>
                    <a:pt x="2286035" y="0"/>
                  </a:lnTo>
                  <a:close/>
                </a:path>
              </a:pathLst>
            </a:custGeom>
            <a:solidFill>
              <a:srgbClr val="507AC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31" name="Tijdelijke aanduiding voor inhoud 2">
            <a:extLst>
              <a:ext uri="{FF2B5EF4-FFF2-40B4-BE49-F238E27FC236}">
                <a16:creationId xmlns:a16="http://schemas.microsoft.com/office/drawing/2014/main" id="{680E7892-8B36-0667-9CD4-0FA817BF5C4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347999" y="2451379"/>
            <a:ext cx="2052000" cy="73349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DD5D59E-FEAB-1D52-68ED-0524DBB98F20}"/>
              </a:ext>
            </a:extLst>
          </p:cNvPr>
          <p:cNvGrpSpPr/>
          <p:nvPr userDrawn="1"/>
        </p:nvGrpSpPr>
        <p:grpSpPr>
          <a:xfrm>
            <a:off x="10193999" y="3431556"/>
            <a:ext cx="360000" cy="689320"/>
            <a:chOff x="10194000" y="3871338"/>
            <a:chExt cx="360000" cy="689320"/>
          </a:xfrm>
        </p:grpSpPr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B78677D7-32DA-DE74-85F8-E283930E72DB}"/>
                </a:ext>
              </a:extLst>
            </p:cNvPr>
            <p:cNvSpPr>
              <a:spLocks noChangeAspect="1"/>
            </p:cNvSpPr>
            <p:nvPr/>
          </p:nvSpPr>
          <p:spPr>
            <a:xfrm rot="13500000">
              <a:off x="10266000" y="3871338"/>
              <a:ext cx="216000" cy="216000"/>
            </a:xfrm>
            <a:custGeom>
              <a:avLst/>
              <a:gdLst>
                <a:gd name="connsiteX0" fmla="*/ 2286035 w 2286035"/>
                <a:gd name="connsiteY0" fmla="*/ 0 h 2286036"/>
                <a:gd name="connsiteX1" fmla="*/ 2286036 w 2286035"/>
                <a:gd name="connsiteY1" fmla="*/ 2286036 h 2286036"/>
                <a:gd name="connsiteX2" fmla="*/ 0 w 2286035"/>
                <a:gd name="connsiteY2" fmla="*/ 2286037 h 2286036"/>
                <a:gd name="connsiteX3" fmla="*/ 2286035 w 2286035"/>
                <a:gd name="connsiteY3" fmla="*/ 0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5" h="2286036">
                  <a:moveTo>
                    <a:pt x="2286035" y="0"/>
                  </a:moveTo>
                  <a:lnTo>
                    <a:pt x="2286036" y="2286036"/>
                  </a:lnTo>
                  <a:lnTo>
                    <a:pt x="0" y="2286037"/>
                  </a:lnTo>
                  <a:lnTo>
                    <a:pt x="2286035" y="0"/>
                  </a:lnTo>
                  <a:close/>
                </a:path>
              </a:pathLst>
            </a:custGeom>
            <a:solidFill>
              <a:srgbClr val="507AC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" name="Ovaal 3">
              <a:extLst>
                <a:ext uri="{FF2B5EF4-FFF2-40B4-BE49-F238E27FC236}">
                  <a16:creationId xmlns:a16="http://schemas.microsoft.com/office/drawing/2014/main" id="{75D82B48-485F-7C9A-C23F-3D3DB4B26A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194000" y="4200658"/>
              <a:ext cx="360000" cy="360000"/>
            </a:xfrm>
            <a:prstGeom prst="ellipse">
              <a:avLst/>
            </a:prstGeom>
            <a:solidFill>
              <a:srgbClr val="D1E3F7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D4EB7EB-6FCC-34AE-EC9B-CD54089CA779}"/>
              </a:ext>
            </a:extLst>
          </p:cNvPr>
          <p:cNvGrpSpPr/>
          <p:nvPr userDrawn="1"/>
        </p:nvGrpSpPr>
        <p:grpSpPr>
          <a:xfrm>
            <a:off x="6771599" y="3431556"/>
            <a:ext cx="360000" cy="689320"/>
            <a:chOff x="6771600" y="3871338"/>
            <a:chExt cx="360000" cy="689320"/>
          </a:xfrm>
        </p:grpSpPr>
        <p:sp>
          <p:nvSpPr>
            <p:cNvPr id="7" name="Ovaal 6">
              <a:extLst>
                <a:ext uri="{FF2B5EF4-FFF2-40B4-BE49-F238E27FC236}">
                  <a16:creationId xmlns:a16="http://schemas.microsoft.com/office/drawing/2014/main" id="{673BEDDF-9CE7-8FAC-8DDC-92E9C20FDB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71600" y="4200658"/>
              <a:ext cx="360000" cy="360000"/>
            </a:xfrm>
            <a:prstGeom prst="ellipse">
              <a:avLst/>
            </a:prstGeom>
            <a:solidFill>
              <a:srgbClr val="D1E3F7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11386AD5-E509-BE10-938D-01B03CC450C1}"/>
                </a:ext>
              </a:extLst>
            </p:cNvPr>
            <p:cNvSpPr>
              <a:spLocks noChangeAspect="1"/>
            </p:cNvSpPr>
            <p:nvPr/>
          </p:nvSpPr>
          <p:spPr>
            <a:xfrm rot="13500000">
              <a:off x="6840313" y="3871338"/>
              <a:ext cx="216000" cy="216000"/>
            </a:xfrm>
            <a:custGeom>
              <a:avLst/>
              <a:gdLst>
                <a:gd name="connsiteX0" fmla="*/ 2286035 w 2286035"/>
                <a:gd name="connsiteY0" fmla="*/ 0 h 2286036"/>
                <a:gd name="connsiteX1" fmla="*/ 2286036 w 2286035"/>
                <a:gd name="connsiteY1" fmla="*/ 2286036 h 2286036"/>
                <a:gd name="connsiteX2" fmla="*/ 0 w 2286035"/>
                <a:gd name="connsiteY2" fmla="*/ 2286037 h 2286036"/>
                <a:gd name="connsiteX3" fmla="*/ 2286035 w 2286035"/>
                <a:gd name="connsiteY3" fmla="*/ 0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5" h="2286036">
                  <a:moveTo>
                    <a:pt x="2286035" y="0"/>
                  </a:moveTo>
                  <a:lnTo>
                    <a:pt x="2286036" y="2286036"/>
                  </a:lnTo>
                  <a:lnTo>
                    <a:pt x="0" y="2286037"/>
                  </a:lnTo>
                  <a:lnTo>
                    <a:pt x="2286035" y="0"/>
                  </a:lnTo>
                  <a:close/>
                </a:path>
              </a:pathLst>
            </a:custGeom>
            <a:solidFill>
              <a:srgbClr val="507AC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13" name="Tijdelijke aanduiding voor inhoud 2">
            <a:extLst>
              <a:ext uri="{FF2B5EF4-FFF2-40B4-BE49-F238E27FC236}">
                <a16:creationId xmlns:a16="http://schemas.microsoft.com/office/drawing/2014/main" id="{925F631E-495F-1D02-14FA-1B44DD3E38D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922312" y="2451379"/>
            <a:ext cx="2052000" cy="73349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DDD13A5-31B7-55E2-4C49-1F87608C4044}"/>
              </a:ext>
            </a:extLst>
          </p:cNvPr>
          <p:cNvGrpSpPr/>
          <p:nvPr userDrawn="1"/>
        </p:nvGrpSpPr>
        <p:grpSpPr>
          <a:xfrm>
            <a:off x="3349199" y="3431556"/>
            <a:ext cx="360000" cy="689320"/>
            <a:chOff x="3349200" y="3871338"/>
            <a:chExt cx="360000" cy="689320"/>
          </a:xfrm>
        </p:grpSpPr>
        <p:sp>
          <p:nvSpPr>
            <p:cNvPr id="5" name="Ovaal 4">
              <a:extLst>
                <a:ext uri="{FF2B5EF4-FFF2-40B4-BE49-F238E27FC236}">
                  <a16:creationId xmlns:a16="http://schemas.microsoft.com/office/drawing/2014/main" id="{B117B797-85C3-3501-6174-FAF758DA09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49200" y="4200658"/>
              <a:ext cx="360000" cy="360000"/>
            </a:xfrm>
            <a:prstGeom prst="ellipse">
              <a:avLst/>
            </a:prstGeom>
            <a:solidFill>
              <a:srgbClr val="D1E3F7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4" name="Vrije vorm: vorm 13">
              <a:extLst>
                <a:ext uri="{FF2B5EF4-FFF2-40B4-BE49-F238E27FC236}">
                  <a16:creationId xmlns:a16="http://schemas.microsoft.com/office/drawing/2014/main" id="{93C08ED7-2AC5-7AD5-28ED-A91A2FC075BD}"/>
                </a:ext>
              </a:extLst>
            </p:cNvPr>
            <p:cNvSpPr>
              <a:spLocks noChangeAspect="1"/>
            </p:cNvSpPr>
            <p:nvPr/>
          </p:nvSpPr>
          <p:spPr>
            <a:xfrm rot="13500000">
              <a:off x="3414626" y="3871338"/>
              <a:ext cx="216000" cy="216000"/>
            </a:xfrm>
            <a:custGeom>
              <a:avLst/>
              <a:gdLst>
                <a:gd name="connsiteX0" fmla="*/ 2286035 w 2286035"/>
                <a:gd name="connsiteY0" fmla="*/ 0 h 2286036"/>
                <a:gd name="connsiteX1" fmla="*/ 2286036 w 2286035"/>
                <a:gd name="connsiteY1" fmla="*/ 2286036 h 2286036"/>
                <a:gd name="connsiteX2" fmla="*/ 0 w 2286035"/>
                <a:gd name="connsiteY2" fmla="*/ 2286037 h 2286036"/>
                <a:gd name="connsiteX3" fmla="*/ 2286035 w 2286035"/>
                <a:gd name="connsiteY3" fmla="*/ 0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5" h="2286036">
                  <a:moveTo>
                    <a:pt x="2286035" y="0"/>
                  </a:moveTo>
                  <a:lnTo>
                    <a:pt x="2286036" y="2286036"/>
                  </a:lnTo>
                  <a:lnTo>
                    <a:pt x="0" y="2286037"/>
                  </a:lnTo>
                  <a:lnTo>
                    <a:pt x="2286035" y="0"/>
                  </a:lnTo>
                  <a:close/>
                </a:path>
              </a:pathLst>
            </a:custGeom>
            <a:solidFill>
              <a:srgbClr val="507AC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15" name="Tijdelijke aanduiding voor inhoud 2">
            <a:extLst>
              <a:ext uri="{FF2B5EF4-FFF2-40B4-BE49-F238E27FC236}">
                <a16:creationId xmlns:a16="http://schemas.microsoft.com/office/drawing/2014/main" id="{FAC42D74-5726-5BAD-C772-84DE58C4D5DA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2496625" y="2451379"/>
            <a:ext cx="2052000" cy="73349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ijdelijke aanduiding voor inhoud 2">
            <a:extLst>
              <a:ext uri="{FF2B5EF4-FFF2-40B4-BE49-F238E27FC236}">
                <a16:creationId xmlns:a16="http://schemas.microsoft.com/office/drawing/2014/main" id="{4F2289ED-FD1F-353D-0967-EEF2A65901E7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213489" y="4696876"/>
            <a:ext cx="2052000" cy="733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C8E060-978A-BE0E-2996-4293B25FEE05}"/>
              </a:ext>
            </a:extLst>
          </p:cNvPr>
          <p:cNvGrpSpPr/>
          <p:nvPr userDrawn="1"/>
        </p:nvGrpSpPr>
        <p:grpSpPr>
          <a:xfrm>
            <a:off x="5060399" y="3760876"/>
            <a:ext cx="360000" cy="676893"/>
            <a:chOff x="5060400" y="4200658"/>
            <a:chExt cx="360000" cy="676893"/>
          </a:xfrm>
        </p:grpSpPr>
        <p:sp>
          <p:nvSpPr>
            <p:cNvPr id="6" name="Ovaal 5">
              <a:extLst>
                <a:ext uri="{FF2B5EF4-FFF2-40B4-BE49-F238E27FC236}">
                  <a16:creationId xmlns:a16="http://schemas.microsoft.com/office/drawing/2014/main" id="{24EE4E28-B65B-8072-A6E7-30D0997407A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60400" y="4200658"/>
              <a:ext cx="360000" cy="360000"/>
            </a:xfrm>
            <a:prstGeom prst="ellipse">
              <a:avLst/>
            </a:prstGeom>
            <a:solidFill>
              <a:srgbClr val="D1E3F7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Vrije vorm: vorm 16">
              <a:extLst>
                <a:ext uri="{FF2B5EF4-FFF2-40B4-BE49-F238E27FC236}">
                  <a16:creationId xmlns:a16="http://schemas.microsoft.com/office/drawing/2014/main" id="{1E9E52D7-03BB-B58A-D59A-370837D679F4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5131490" y="4661551"/>
              <a:ext cx="216000" cy="216000"/>
            </a:xfrm>
            <a:custGeom>
              <a:avLst/>
              <a:gdLst>
                <a:gd name="connsiteX0" fmla="*/ 2286035 w 2286035"/>
                <a:gd name="connsiteY0" fmla="*/ 0 h 2286036"/>
                <a:gd name="connsiteX1" fmla="*/ 2286036 w 2286035"/>
                <a:gd name="connsiteY1" fmla="*/ 2286036 h 2286036"/>
                <a:gd name="connsiteX2" fmla="*/ 0 w 2286035"/>
                <a:gd name="connsiteY2" fmla="*/ 2286037 h 2286036"/>
                <a:gd name="connsiteX3" fmla="*/ 2286035 w 2286035"/>
                <a:gd name="connsiteY3" fmla="*/ 0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5" h="2286036">
                  <a:moveTo>
                    <a:pt x="2286035" y="0"/>
                  </a:moveTo>
                  <a:lnTo>
                    <a:pt x="2286036" y="2286036"/>
                  </a:lnTo>
                  <a:lnTo>
                    <a:pt x="0" y="2286037"/>
                  </a:lnTo>
                  <a:lnTo>
                    <a:pt x="2286035" y="0"/>
                  </a:lnTo>
                  <a:close/>
                </a:path>
              </a:pathLst>
            </a:custGeom>
            <a:solidFill>
              <a:srgbClr val="507AC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20" name="Tijdelijke aanduiding voor inhoud 2">
            <a:extLst>
              <a:ext uri="{FF2B5EF4-FFF2-40B4-BE49-F238E27FC236}">
                <a16:creationId xmlns:a16="http://schemas.microsoft.com/office/drawing/2014/main" id="{661E78CF-706A-9D3A-80AB-21B6128EE8C8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7634979" y="4696876"/>
            <a:ext cx="2052000" cy="733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3630844-7D2B-045E-375D-7EB7C19014B2}"/>
              </a:ext>
            </a:extLst>
          </p:cNvPr>
          <p:cNvGrpSpPr/>
          <p:nvPr userDrawn="1"/>
        </p:nvGrpSpPr>
        <p:grpSpPr>
          <a:xfrm>
            <a:off x="8482799" y="3760876"/>
            <a:ext cx="360000" cy="676893"/>
            <a:chOff x="8482800" y="4200658"/>
            <a:chExt cx="360000" cy="676893"/>
          </a:xfrm>
        </p:grpSpPr>
        <p:sp>
          <p:nvSpPr>
            <p:cNvPr id="9" name="Ovaal 8">
              <a:extLst>
                <a:ext uri="{FF2B5EF4-FFF2-40B4-BE49-F238E27FC236}">
                  <a16:creationId xmlns:a16="http://schemas.microsoft.com/office/drawing/2014/main" id="{00FA3CBD-E88A-71C0-8555-D24BD776C9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82800" y="4200658"/>
              <a:ext cx="360000" cy="360000"/>
            </a:xfrm>
            <a:prstGeom prst="ellipse">
              <a:avLst/>
            </a:prstGeom>
            <a:solidFill>
              <a:srgbClr val="D1E3F7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0" name="Vrije vorm: vorm 29">
              <a:extLst>
                <a:ext uri="{FF2B5EF4-FFF2-40B4-BE49-F238E27FC236}">
                  <a16:creationId xmlns:a16="http://schemas.microsoft.com/office/drawing/2014/main" id="{2C1B84D8-AFAD-6DEC-1829-4E5E01D46951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8552980" y="4661551"/>
              <a:ext cx="216000" cy="216000"/>
            </a:xfrm>
            <a:custGeom>
              <a:avLst/>
              <a:gdLst>
                <a:gd name="connsiteX0" fmla="*/ 2286035 w 2286035"/>
                <a:gd name="connsiteY0" fmla="*/ 0 h 2286036"/>
                <a:gd name="connsiteX1" fmla="*/ 2286036 w 2286035"/>
                <a:gd name="connsiteY1" fmla="*/ 2286036 h 2286036"/>
                <a:gd name="connsiteX2" fmla="*/ 0 w 2286035"/>
                <a:gd name="connsiteY2" fmla="*/ 2286037 h 2286036"/>
                <a:gd name="connsiteX3" fmla="*/ 2286035 w 2286035"/>
                <a:gd name="connsiteY3" fmla="*/ 0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5" h="2286036">
                  <a:moveTo>
                    <a:pt x="2286035" y="0"/>
                  </a:moveTo>
                  <a:lnTo>
                    <a:pt x="2286036" y="2286036"/>
                  </a:lnTo>
                  <a:lnTo>
                    <a:pt x="0" y="2286037"/>
                  </a:lnTo>
                  <a:lnTo>
                    <a:pt x="2286035" y="0"/>
                  </a:lnTo>
                  <a:close/>
                </a:path>
              </a:pathLst>
            </a:custGeom>
            <a:solidFill>
              <a:srgbClr val="507AC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27" name="Footer Placeholder 2">
            <a:extLst>
              <a:ext uri="{FF2B5EF4-FFF2-40B4-BE49-F238E27FC236}">
                <a16:creationId xmlns:a16="http://schemas.microsoft.com/office/drawing/2014/main" id="{4B1619E7-F2E5-228D-32A2-F881646D69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2A2196B7-3672-3704-4A51-57C994A8AD0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2000" y="1370911"/>
            <a:ext cx="10608000" cy="36177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28" name="Tijdelijke aanduiding voor titel 1">
            <a:extLst>
              <a:ext uri="{FF2B5EF4-FFF2-40B4-BE49-F238E27FC236}">
                <a16:creationId xmlns:a16="http://schemas.microsoft.com/office/drawing/2014/main" id="{5143EE90-5A69-1CF3-6FA4-4A251264B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10608000" cy="715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121840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/outlook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Rechte verbindingslijn 11">
            <a:extLst>
              <a:ext uri="{FF2B5EF4-FFF2-40B4-BE49-F238E27FC236}">
                <a16:creationId xmlns:a16="http://schemas.microsoft.com/office/drawing/2014/main" id="{AD8339D7-3963-5A88-2E9B-82BFFF6D30F1}"/>
              </a:ext>
            </a:extLst>
          </p:cNvPr>
          <p:cNvCxnSpPr/>
          <p:nvPr/>
        </p:nvCxnSpPr>
        <p:spPr>
          <a:xfrm>
            <a:off x="791999" y="4186786"/>
            <a:ext cx="10608000" cy="0"/>
          </a:xfrm>
          <a:prstGeom prst="line">
            <a:avLst/>
          </a:prstGeom>
          <a:ln w="38100">
            <a:solidFill>
              <a:srgbClr val="D1E3F7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ijdelijke aanduiding voor inhoud 2">
            <a:extLst>
              <a:ext uri="{FF2B5EF4-FFF2-40B4-BE49-F238E27FC236}">
                <a16:creationId xmlns:a16="http://schemas.microsoft.com/office/drawing/2014/main" id="{A046EFC5-2CEB-A518-1E79-2AC01AAE74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1999" y="5282629"/>
            <a:ext cx="2052000" cy="733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43B2FE1-D3B3-3FAF-EBB9-8C08262ACAE1}"/>
              </a:ext>
            </a:extLst>
          </p:cNvPr>
          <p:cNvGrpSpPr/>
          <p:nvPr userDrawn="1"/>
        </p:nvGrpSpPr>
        <p:grpSpPr>
          <a:xfrm>
            <a:off x="1241999" y="3610786"/>
            <a:ext cx="1152000" cy="1412736"/>
            <a:chOff x="1242000" y="3804658"/>
            <a:chExt cx="1152000" cy="1412736"/>
          </a:xfrm>
        </p:grpSpPr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3CAF92B1-1DE6-FDE0-E7D7-E48AF810E0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42000" y="3804658"/>
              <a:ext cx="1152000" cy="115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1E3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Vrije vorm: vorm 20">
              <a:extLst>
                <a:ext uri="{FF2B5EF4-FFF2-40B4-BE49-F238E27FC236}">
                  <a16:creationId xmlns:a16="http://schemas.microsoft.com/office/drawing/2014/main" id="{A176A7FE-049A-0769-1FA3-D2ECB9E412D9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1710000" y="5001394"/>
              <a:ext cx="216000" cy="216000"/>
            </a:xfrm>
            <a:custGeom>
              <a:avLst/>
              <a:gdLst>
                <a:gd name="connsiteX0" fmla="*/ 2286035 w 2286035"/>
                <a:gd name="connsiteY0" fmla="*/ 0 h 2286036"/>
                <a:gd name="connsiteX1" fmla="*/ 2286036 w 2286035"/>
                <a:gd name="connsiteY1" fmla="*/ 2286036 h 2286036"/>
                <a:gd name="connsiteX2" fmla="*/ 0 w 2286035"/>
                <a:gd name="connsiteY2" fmla="*/ 2286037 h 2286036"/>
                <a:gd name="connsiteX3" fmla="*/ 2286035 w 2286035"/>
                <a:gd name="connsiteY3" fmla="*/ 0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5" h="2286036">
                  <a:moveTo>
                    <a:pt x="2286035" y="0"/>
                  </a:moveTo>
                  <a:lnTo>
                    <a:pt x="2286036" y="2286036"/>
                  </a:lnTo>
                  <a:lnTo>
                    <a:pt x="0" y="2286037"/>
                  </a:lnTo>
                  <a:lnTo>
                    <a:pt x="2286035" y="0"/>
                  </a:lnTo>
                  <a:close/>
                </a:path>
              </a:pathLst>
            </a:custGeom>
            <a:solidFill>
              <a:srgbClr val="507AC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523D2C2-9BC4-4445-9517-130BDB629E13}"/>
              </a:ext>
            </a:extLst>
          </p:cNvPr>
          <p:cNvGrpSpPr/>
          <p:nvPr userDrawn="1"/>
        </p:nvGrpSpPr>
        <p:grpSpPr>
          <a:xfrm>
            <a:off x="4093999" y="3357357"/>
            <a:ext cx="1152000" cy="1405429"/>
            <a:chOff x="4094000" y="3551229"/>
            <a:chExt cx="1152000" cy="1405429"/>
          </a:xfrm>
        </p:grpSpPr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8E95C17D-A4BC-D6B7-4189-F6BC524521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94000" y="3804658"/>
              <a:ext cx="1152000" cy="115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1E3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051C1596-1BCD-2AC7-E0B0-9B0D446283D0}"/>
                </a:ext>
              </a:extLst>
            </p:cNvPr>
            <p:cNvSpPr>
              <a:spLocks noChangeAspect="1"/>
            </p:cNvSpPr>
            <p:nvPr/>
          </p:nvSpPr>
          <p:spPr>
            <a:xfrm rot="13500000">
              <a:off x="4562000" y="3551229"/>
              <a:ext cx="216000" cy="216000"/>
            </a:xfrm>
            <a:custGeom>
              <a:avLst/>
              <a:gdLst>
                <a:gd name="connsiteX0" fmla="*/ 2286035 w 2286035"/>
                <a:gd name="connsiteY0" fmla="*/ 0 h 2286036"/>
                <a:gd name="connsiteX1" fmla="*/ 2286036 w 2286035"/>
                <a:gd name="connsiteY1" fmla="*/ 2286036 h 2286036"/>
                <a:gd name="connsiteX2" fmla="*/ 0 w 2286035"/>
                <a:gd name="connsiteY2" fmla="*/ 2286037 h 2286036"/>
                <a:gd name="connsiteX3" fmla="*/ 2286035 w 2286035"/>
                <a:gd name="connsiteY3" fmla="*/ 0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5" h="2286036">
                  <a:moveTo>
                    <a:pt x="2286035" y="0"/>
                  </a:moveTo>
                  <a:lnTo>
                    <a:pt x="2286036" y="2286036"/>
                  </a:lnTo>
                  <a:lnTo>
                    <a:pt x="0" y="2286037"/>
                  </a:lnTo>
                  <a:lnTo>
                    <a:pt x="2286035" y="0"/>
                  </a:lnTo>
                  <a:close/>
                </a:path>
              </a:pathLst>
            </a:custGeom>
            <a:solidFill>
              <a:srgbClr val="507AC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AEE76FD-EC1D-5C2C-A853-8E2B8943B704}"/>
              </a:ext>
            </a:extLst>
          </p:cNvPr>
          <p:cNvGrpSpPr/>
          <p:nvPr userDrawn="1"/>
        </p:nvGrpSpPr>
        <p:grpSpPr>
          <a:xfrm>
            <a:off x="9797999" y="3350050"/>
            <a:ext cx="1152000" cy="1412736"/>
            <a:chOff x="9798000" y="3543922"/>
            <a:chExt cx="1152000" cy="1412736"/>
          </a:xfrm>
        </p:grpSpPr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36F1C3C4-AFC0-9931-5AA9-3DA4715EC1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98000" y="3804658"/>
              <a:ext cx="1152000" cy="115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1E3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B78677D7-32DA-DE74-85F8-E283930E72DB}"/>
                </a:ext>
              </a:extLst>
            </p:cNvPr>
            <p:cNvSpPr>
              <a:spLocks noChangeAspect="1"/>
            </p:cNvSpPr>
            <p:nvPr/>
          </p:nvSpPr>
          <p:spPr>
            <a:xfrm rot="13500000">
              <a:off x="10266000" y="3543922"/>
              <a:ext cx="216000" cy="216000"/>
            </a:xfrm>
            <a:custGeom>
              <a:avLst/>
              <a:gdLst>
                <a:gd name="connsiteX0" fmla="*/ 2286035 w 2286035"/>
                <a:gd name="connsiteY0" fmla="*/ 0 h 2286036"/>
                <a:gd name="connsiteX1" fmla="*/ 2286036 w 2286035"/>
                <a:gd name="connsiteY1" fmla="*/ 2286036 h 2286036"/>
                <a:gd name="connsiteX2" fmla="*/ 0 w 2286035"/>
                <a:gd name="connsiteY2" fmla="*/ 2286037 h 2286036"/>
                <a:gd name="connsiteX3" fmla="*/ 2286035 w 2286035"/>
                <a:gd name="connsiteY3" fmla="*/ 0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5" h="2286036">
                  <a:moveTo>
                    <a:pt x="2286035" y="0"/>
                  </a:moveTo>
                  <a:lnTo>
                    <a:pt x="2286036" y="2286036"/>
                  </a:lnTo>
                  <a:lnTo>
                    <a:pt x="0" y="2286037"/>
                  </a:lnTo>
                  <a:lnTo>
                    <a:pt x="2286035" y="0"/>
                  </a:lnTo>
                  <a:close/>
                </a:path>
              </a:pathLst>
            </a:custGeom>
            <a:solidFill>
              <a:srgbClr val="507AC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77B6836-EF16-F9D7-ED25-D8A3D83AF617}"/>
              </a:ext>
            </a:extLst>
          </p:cNvPr>
          <p:cNvGrpSpPr/>
          <p:nvPr userDrawn="1"/>
        </p:nvGrpSpPr>
        <p:grpSpPr>
          <a:xfrm>
            <a:off x="6945999" y="3610786"/>
            <a:ext cx="1152000" cy="1412736"/>
            <a:chOff x="6946000" y="3804658"/>
            <a:chExt cx="1152000" cy="1412736"/>
          </a:xfrm>
        </p:grpSpPr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3FDA66EC-C187-BD38-95C5-E822B2C7A1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46000" y="3804658"/>
              <a:ext cx="1152000" cy="115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1E3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EB417611-24B4-04B9-054A-ACAC914B8EC4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7413999" y="5001394"/>
              <a:ext cx="216000" cy="216000"/>
            </a:xfrm>
            <a:custGeom>
              <a:avLst/>
              <a:gdLst>
                <a:gd name="connsiteX0" fmla="*/ 2286035 w 2286035"/>
                <a:gd name="connsiteY0" fmla="*/ 0 h 2286036"/>
                <a:gd name="connsiteX1" fmla="*/ 2286036 w 2286035"/>
                <a:gd name="connsiteY1" fmla="*/ 2286036 h 2286036"/>
                <a:gd name="connsiteX2" fmla="*/ 0 w 2286035"/>
                <a:gd name="connsiteY2" fmla="*/ 2286037 h 2286036"/>
                <a:gd name="connsiteX3" fmla="*/ 2286035 w 2286035"/>
                <a:gd name="connsiteY3" fmla="*/ 0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5" h="2286036">
                  <a:moveTo>
                    <a:pt x="2286035" y="0"/>
                  </a:moveTo>
                  <a:lnTo>
                    <a:pt x="2286036" y="2286036"/>
                  </a:lnTo>
                  <a:lnTo>
                    <a:pt x="0" y="2286037"/>
                  </a:lnTo>
                  <a:lnTo>
                    <a:pt x="2286035" y="0"/>
                  </a:lnTo>
                  <a:close/>
                </a:path>
              </a:pathLst>
            </a:custGeom>
            <a:solidFill>
              <a:srgbClr val="507AC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28" name="Tijdelijke aanduiding voor inhoud 2">
            <a:extLst>
              <a:ext uri="{FF2B5EF4-FFF2-40B4-BE49-F238E27FC236}">
                <a16:creationId xmlns:a16="http://schemas.microsoft.com/office/drawing/2014/main" id="{3F614B74-3D6E-A426-1F20-F15A22B436B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495998" y="5282629"/>
            <a:ext cx="2052000" cy="733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jdelijke aanduiding voor inhoud 2">
            <a:extLst>
              <a:ext uri="{FF2B5EF4-FFF2-40B4-BE49-F238E27FC236}">
                <a16:creationId xmlns:a16="http://schemas.microsoft.com/office/drawing/2014/main" id="{784FACF8-2444-E7F6-0612-E217B8A7399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643999" y="2377179"/>
            <a:ext cx="2052000" cy="73349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ijdelijke aanduiding voor inhoud 2">
            <a:extLst>
              <a:ext uri="{FF2B5EF4-FFF2-40B4-BE49-F238E27FC236}">
                <a16:creationId xmlns:a16="http://schemas.microsoft.com/office/drawing/2014/main" id="{680E7892-8B36-0667-9CD4-0FA817BF5C4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347999" y="2369873"/>
            <a:ext cx="2052000" cy="73349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Tijdelijke aanduiding voor afbeelding 11">
            <a:extLst>
              <a:ext uri="{FF2B5EF4-FFF2-40B4-BE49-F238E27FC236}">
                <a16:creationId xmlns:a16="http://schemas.microsoft.com/office/drawing/2014/main" id="{9F8C217F-A0D9-24B2-DB17-B1A5D1C206AE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547999" y="3916786"/>
            <a:ext cx="540000" cy="540000"/>
          </a:xfrm>
        </p:spPr>
        <p:txBody>
          <a:bodyPr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700"/>
            </a:lvl1pPr>
          </a:lstStyle>
          <a:p>
            <a:r>
              <a:rPr lang="en-US" dirty="0"/>
              <a:t>Add icon</a:t>
            </a:r>
            <a:endParaRPr lang="nl-NL" dirty="0"/>
          </a:p>
        </p:txBody>
      </p:sp>
      <p:sp>
        <p:nvSpPr>
          <p:cNvPr id="33" name="Tijdelijke aanduiding voor afbeelding 11">
            <a:extLst>
              <a:ext uri="{FF2B5EF4-FFF2-40B4-BE49-F238E27FC236}">
                <a16:creationId xmlns:a16="http://schemas.microsoft.com/office/drawing/2014/main" id="{43214054-B3D8-CAA5-5FCC-1D1BE982753B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399999" y="3916258"/>
            <a:ext cx="540000" cy="540000"/>
          </a:xfrm>
        </p:spPr>
        <p:txBody>
          <a:bodyPr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700"/>
            </a:lvl1pPr>
          </a:lstStyle>
          <a:p>
            <a:r>
              <a:rPr lang="en-US" dirty="0"/>
              <a:t>Add icon</a:t>
            </a:r>
            <a:endParaRPr lang="nl-NL" dirty="0"/>
          </a:p>
        </p:txBody>
      </p:sp>
      <p:sp>
        <p:nvSpPr>
          <p:cNvPr id="34" name="Tijdelijke aanduiding voor afbeelding 11">
            <a:extLst>
              <a:ext uri="{FF2B5EF4-FFF2-40B4-BE49-F238E27FC236}">
                <a16:creationId xmlns:a16="http://schemas.microsoft.com/office/drawing/2014/main" id="{FBF549D7-72EB-30A9-7D1E-963A85694C93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7251998" y="3916258"/>
            <a:ext cx="540000" cy="540000"/>
          </a:xfrm>
        </p:spPr>
        <p:txBody>
          <a:bodyPr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700"/>
            </a:lvl1pPr>
          </a:lstStyle>
          <a:p>
            <a:r>
              <a:rPr lang="en-US" dirty="0"/>
              <a:t>Add icon</a:t>
            </a:r>
            <a:endParaRPr lang="nl-NL" dirty="0"/>
          </a:p>
        </p:txBody>
      </p:sp>
      <p:sp>
        <p:nvSpPr>
          <p:cNvPr id="35" name="Tijdelijke aanduiding voor afbeelding 11">
            <a:extLst>
              <a:ext uri="{FF2B5EF4-FFF2-40B4-BE49-F238E27FC236}">
                <a16:creationId xmlns:a16="http://schemas.microsoft.com/office/drawing/2014/main" id="{02C3DAA6-DDC6-34DE-FCAF-3B03A8B5BC1B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103999" y="3916258"/>
            <a:ext cx="540000" cy="540000"/>
          </a:xfrm>
        </p:spPr>
        <p:txBody>
          <a:bodyPr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700"/>
            </a:lvl1pPr>
          </a:lstStyle>
          <a:p>
            <a:r>
              <a:rPr lang="en-US" dirty="0"/>
              <a:t>Add icon</a:t>
            </a:r>
            <a:endParaRPr lang="nl-NL" dirty="0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ED76B70B-6414-A226-D03F-D41099FF0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9AC239BB-626F-AE33-D8A2-EFB463732F31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2000" y="1370911"/>
            <a:ext cx="10608000" cy="36177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9" name="Tijdelijke aanduiding voor titel 1">
            <a:extLst>
              <a:ext uri="{FF2B5EF4-FFF2-40B4-BE49-F238E27FC236}">
                <a16:creationId xmlns:a16="http://schemas.microsoft.com/office/drawing/2014/main" id="{2FCAFAB5-5899-06D3-7B70-AFEBBBF55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10608000" cy="715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319925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/pip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rije vorm: vorm 39">
            <a:extLst>
              <a:ext uri="{FF2B5EF4-FFF2-40B4-BE49-F238E27FC236}">
                <a16:creationId xmlns:a16="http://schemas.microsoft.com/office/drawing/2014/main" id="{5D8A4730-6B7E-6106-2DFB-E9D1804153D0}"/>
              </a:ext>
            </a:extLst>
          </p:cNvPr>
          <p:cNvSpPr/>
          <p:nvPr userDrawn="1"/>
        </p:nvSpPr>
        <p:spPr>
          <a:xfrm>
            <a:off x="791999" y="2963057"/>
            <a:ext cx="2657136" cy="1767845"/>
          </a:xfrm>
          <a:custGeom>
            <a:avLst/>
            <a:gdLst>
              <a:gd name="connsiteX0" fmla="*/ 1775894 w 2657136"/>
              <a:gd name="connsiteY0" fmla="*/ 0 h 1767845"/>
              <a:gd name="connsiteX1" fmla="*/ 2657136 w 2657136"/>
              <a:gd name="connsiteY1" fmla="*/ 881242 h 1767845"/>
              <a:gd name="connsiteX2" fmla="*/ 1773214 w 2657136"/>
              <a:gd name="connsiteY2" fmla="*/ 1765165 h 1767845"/>
              <a:gd name="connsiteX3" fmla="*/ 1773214 w 2657136"/>
              <a:gd name="connsiteY3" fmla="*/ 1765166 h 1767845"/>
              <a:gd name="connsiteX4" fmla="*/ 1773212 w 2657136"/>
              <a:gd name="connsiteY4" fmla="*/ 1765166 h 1767845"/>
              <a:gd name="connsiteX5" fmla="*/ 1770534 w 2657136"/>
              <a:gd name="connsiteY5" fmla="*/ 1767845 h 1767845"/>
              <a:gd name="connsiteX6" fmla="*/ 1767855 w 2657136"/>
              <a:gd name="connsiteY6" fmla="*/ 1765166 h 1767845"/>
              <a:gd name="connsiteX7" fmla="*/ 0 w 2657136"/>
              <a:gd name="connsiteY7" fmla="*/ 1765166 h 1767845"/>
              <a:gd name="connsiteX8" fmla="*/ 0 w 2657136"/>
              <a:gd name="connsiteY8" fmla="*/ 2672 h 1767845"/>
              <a:gd name="connsiteX9" fmla="*/ 1773214 w 2657136"/>
              <a:gd name="connsiteY9" fmla="*/ 2672 h 1767845"/>
              <a:gd name="connsiteX10" fmla="*/ 1773214 w 2657136"/>
              <a:gd name="connsiteY10" fmla="*/ 2681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57136" h="1767845">
                <a:moveTo>
                  <a:pt x="1775894" y="0"/>
                </a:moveTo>
                <a:lnTo>
                  <a:pt x="2657136" y="881242"/>
                </a:lnTo>
                <a:lnTo>
                  <a:pt x="1773214" y="1765165"/>
                </a:lnTo>
                <a:lnTo>
                  <a:pt x="1773214" y="1765166"/>
                </a:lnTo>
                <a:lnTo>
                  <a:pt x="1773212" y="1765166"/>
                </a:lnTo>
                <a:lnTo>
                  <a:pt x="1770534" y="1767845"/>
                </a:lnTo>
                <a:lnTo>
                  <a:pt x="1767855" y="1765166"/>
                </a:lnTo>
                <a:lnTo>
                  <a:pt x="0" y="1765166"/>
                </a:lnTo>
                <a:lnTo>
                  <a:pt x="0" y="2672"/>
                </a:lnTo>
                <a:lnTo>
                  <a:pt x="1773214" y="2672"/>
                </a:lnTo>
                <a:lnTo>
                  <a:pt x="1773214" y="2681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 dirty="0"/>
          </a:p>
        </p:txBody>
      </p:sp>
      <p:sp>
        <p:nvSpPr>
          <p:cNvPr id="41" name="Vrije vorm: vorm 40">
            <a:extLst>
              <a:ext uri="{FF2B5EF4-FFF2-40B4-BE49-F238E27FC236}">
                <a16:creationId xmlns:a16="http://schemas.microsoft.com/office/drawing/2014/main" id="{1242CF8C-FE64-F67B-8E13-603B740EC680}"/>
              </a:ext>
            </a:extLst>
          </p:cNvPr>
          <p:cNvSpPr/>
          <p:nvPr/>
        </p:nvSpPr>
        <p:spPr>
          <a:xfrm>
            <a:off x="3428591" y="2963057"/>
            <a:ext cx="2657136" cy="1767845"/>
          </a:xfrm>
          <a:custGeom>
            <a:avLst/>
            <a:gdLst>
              <a:gd name="connsiteX0" fmla="*/ 1775894 w 2657136"/>
              <a:gd name="connsiteY0" fmla="*/ 0 h 1767845"/>
              <a:gd name="connsiteX1" fmla="*/ 2657136 w 2657136"/>
              <a:gd name="connsiteY1" fmla="*/ 881242 h 1767845"/>
              <a:gd name="connsiteX2" fmla="*/ 1773214 w 2657136"/>
              <a:gd name="connsiteY2" fmla="*/ 1765165 h 1767845"/>
              <a:gd name="connsiteX3" fmla="*/ 1773214 w 2657136"/>
              <a:gd name="connsiteY3" fmla="*/ 1765166 h 1767845"/>
              <a:gd name="connsiteX4" fmla="*/ 1773212 w 2657136"/>
              <a:gd name="connsiteY4" fmla="*/ 1765166 h 1767845"/>
              <a:gd name="connsiteX5" fmla="*/ 1770534 w 2657136"/>
              <a:gd name="connsiteY5" fmla="*/ 1767845 h 1767845"/>
              <a:gd name="connsiteX6" fmla="*/ 1767855 w 2657136"/>
              <a:gd name="connsiteY6" fmla="*/ 1765166 h 1767845"/>
              <a:gd name="connsiteX7" fmla="*/ 0 w 2657136"/>
              <a:gd name="connsiteY7" fmla="*/ 1765166 h 1767845"/>
              <a:gd name="connsiteX8" fmla="*/ 0 w 2657136"/>
              <a:gd name="connsiteY8" fmla="*/ 2672 h 1767845"/>
              <a:gd name="connsiteX9" fmla="*/ 1773214 w 2657136"/>
              <a:gd name="connsiteY9" fmla="*/ 2672 h 1767845"/>
              <a:gd name="connsiteX10" fmla="*/ 1773214 w 2657136"/>
              <a:gd name="connsiteY10" fmla="*/ 2681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57136" h="1767845">
                <a:moveTo>
                  <a:pt x="1775894" y="0"/>
                </a:moveTo>
                <a:lnTo>
                  <a:pt x="2657136" y="881242"/>
                </a:lnTo>
                <a:lnTo>
                  <a:pt x="1773214" y="1765165"/>
                </a:lnTo>
                <a:lnTo>
                  <a:pt x="1773214" y="1765166"/>
                </a:lnTo>
                <a:lnTo>
                  <a:pt x="1773212" y="1765166"/>
                </a:lnTo>
                <a:lnTo>
                  <a:pt x="1770534" y="1767845"/>
                </a:lnTo>
                <a:lnTo>
                  <a:pt x="1767855" y="1765166"/>
                </a:lnTo>
                <a:lnTo>
                  <a:pt x="0" y="1765166"/>
                </a:lnTo>
                <a:lnTo>
                  <a:pt x="0" y="2672"/>
                </a:lnTo>
                <a:lnTo>
                  <a:pt x="1773214" y="2672"/>
                </a:lnTo>
                <a:lnTo>
                  <a:pt x="1773214" y="2681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sp>
        <p:nvSpPr>
          <p:cNvPr id="42" name="Vrije vorm: vorm 41">
            <a:extLst>
              <a:ext uri="{FF2B5EF4-FFF2-40B4-BE49-F238E27FC236}">
                <a16:creationId xmlns:a16="http://schemas.microsoft.com/office/drawing/2014/main" id="{092F404F-46A1-B061-7586-E469230C5C3A}"/>
              </a:ext>
            </a:extLst>
          </p:cNvPr>
          <p:cNvSpPr/>
          <p:nvPr/>
        </p:nvSpPr>
        <p:spPr>
          <a:xfrm>
            <a:off x="6085727" y="2963057"/>
            <a:ext cx="2657136" cy="1767845"/>
          </a:xfrm>
          <a:custGeom>
            <a:avLst/>
            <a:gdLst>
              <a:gd name="connsiteX0" fmla="*/ 1775894 w 2657136"/>
              <a:gd name="connsiteY0" fmla="*/ 0 h 1767845"/>
              <a:gd name="connsiteX1" fmla="*/ 2657136 w 2657136"/>
              <a:gd name="connsiteY1" fmla="*/ 881242 h 1767845"/>
              <a:gd name="connsiteX2" fmla="*/ 1773214 w 2657136"/>
              <a:gd name="connsiteY2" fmla="*/ 1765165 h 1767845"/>
              <a:gd name="connsiteX3" fmla="*/ 1773214 w 2657136"/>
              <a:gd name="connsiteY3" fmla="*/ 1765166 h 1767845"/>
              <a:gd name="connsiteX4" fmla="*/ 1773212 w 2657136"/>
              <a:gd name="connsiteY4" fmla="*/ 1765166 h 1767845"/>
              <a:gd name="connsiteX5" fmla="*/ 1770534 w 2657136"/>
              <a:gd name="connsiteY5" fmla="*/ 1767845 h 1767845"/>
              <a:gd name="connsiteX6" fmla="*/ 1767855 w 2657136"/>
              <a:gd name="connsiteY6" fmla="*/ 1765166 h 1767845"/>
              <a:gd name="connsiteX7" fmla="*/ 0 w 2657136"/>
              <a:gd name="connsiteY7" fmla="*/ 1765166 h 1767845"/>
              <a:gd name="connsiteX8" fmla="*/ 0 w 2657136"/>
              <a:gd name="connsiteY8" fmla="*/ 2672 h 1767845"/>
              <a:gd name="connsiteX9" fmla="*/ 1773214 w 2657136"/>
              <a:gd name="connsiteY9" fmla="*/ 2672 h 1767845"/>
              <a:gd name="connsiteX10" fmla="*/ 1773214 w 2657136"/>
              <a:gd name="connsiteY10" fmla="*/ 2681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57136" h="1767845">
                <a:moveTo>
                  <a:pt x="1775894" y="0"/>
                </a:moveTo>
                <a:lnTo>
                  <a:pt x="2657136" y="881242"/>
                </a:lnTo>
                <a:lnTo>
                  <a:pt x="1773214" y="1765165"/>
                </a:lnTo>
                <a:lnTo>
                  <a:pt x="1773214" y="1765166"/>
                </a:lnTo>
                <a:lnTo>
                  <a:pt x="1773212" y="1765166"/>
                </a:lnTo>
                <a:lnTo>
                  <a:pt x="1770534" y="1767845"/>
                </a:lnTo>
                <a:lnTo>
                  <a:pt x="1767855" y="1765166"/>
                </a:lnTo>
                <a:lnTo>
                  <a:pt x="0" y="1765166"/>
                </a:lnTo>
                <a:lnTo>
                  <a:pt x="0" y="2672"/>
                </a:lnTo>
                <a:lnTo>
                  <a:pt x="1773214" y="2672"/>
                </a:lnTo>
                <a:lnTo>
                  <a:pt x="1773214" y="2681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sp>
        <p:nvSpPr>
          <p:cNvPr id="43" name="Vrije vorm: vorm 42">
            <a:extLst>
              <a:ext uri="{FF2B5EF4-FFF2-40B4-BE49-F238E27FC236}">
                <a16:creationId xmlns:a16="http://schemas.microsoft.com/office/drawing/2014/main" id="{7840A372-D611-17A9-9EF8-AC666BA2B350}"/>
              </a:ext>
            </a:extLst>
          </p:cNvPr>
          <p:cNvSpPr/>
          <p:nvPr/>
        </p:nvSpPr>
        <p:spPr>
          <a:xfrm>
            <a:off x="8742863" y="2963057"/>
            <a:ext cx="2657136" cy="1767845"/>
          </a:xfrm>
          <a:custGeom>
            <a:avLst/>
            <a:gdLst>
              <a:gd name="connsiteX0" fmla="*/ 1775894 w 2657136"/>
              <a:gd name="connsiteY0" fmla="*/ 0 h 1767845"/>
              <a:gd name="connsiteX1" fmla="*/ 2657136 w 2657136"/>
              <a:gd name="connsiteY1" fmla="*/ 881242 h 1767845"/>
              <a:gd name="connsiteX2" fmla="*/ 1773214 w 2657136"/>
              <a:gd name="connsiteY2" fmla="*/ 1765165 h 1767845"/>
              <a:gd name="connsiteX3" fmla="*/ 1773214 w 2657136"/>
              <a:gd name="connsiteY3" fmla="*/ 1765166 h 1767845"/>
              <a:gd name="connsiteX4" fmla="*/ 1773212 w 2657136"/>
              <a:gd name="connsiteY4" fmla="*/ 1765166 h 1767845"/>
              <a:gd name="connsiteX5" fmla="*/ 1770534 w 2657136"/>
              <a:gd name="connsiteY5" fmla="*/ 1767845 h 1767845"/>
              <a:gd name="connsiteX6" fmla="*/ 1767855 w 2657136"/>
              <a:gd name="connsiteY6" fmla="*/ 1765166 h 1767845"/>
              <a:gd name="connsiteX7" fmla="*/ 0 w 2657136"/>
              <a:gd name="connsiteY7" fmla="*/ 1765166 h 1767845"/>
              <a:gd name="connsiteX8" fmla="*/ 0 w 2657136"/>
              <a:gd name="connsiteY8" fmla="*/ 2672 h 1767845"/>
              <a:gd name="connsiteX9" fmla="*/ 1773214 w 2657136"/>
              <a:gd name="connsiteY9" fmla="*/ 2672 h 1767845"/>
              <a:gd name="connsiteX10" fmla="*/ 1773214 w 2657136"/>
              <a:gd name="connsiteY10" fmla="*/ 2681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57136" h="1767845">
                <a:moveTo>
                  <a:pt x="1775894" y="0"/>
                </a:moveTo>
                <a:lnTo>
                  <a:pt x="2657136" y="881242"/>
                </a:lnTo>
                <a:lnTo>
                  <a:pt x="1773214" y="1765165"/>
                </a:lnTo>
                <a:lnTo>
                  <a:pt x="1773214" y="1765166"/>
                </a:lnTo>
                <a:lnTo>
                  <a:pt x="1773212" y="1765166"/>
                </a:lnTo>
                <a:lnTo>
                  <a:pt x="1770534" y="1767845"/>
                </a:lnTo>
                <a:lnTo>
                  <a:pt x="1767855" y="1765166"/>
                </a:lnTo>
                <a:lnTo>
                  <a:pt x="0" y="1765166"/>
                </a:lnTo>
                <a:lnTo>
                  <a:pt x="0" y="2672"/>
                </a:lnTo>
                <a:lnTo>
                  <a:pt x="1773214" y="2672"/>
                </a:lnTo>
                <a:lnTo>
                  <a:pt x="1773214" y="2681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sp>
        <p:nvSpPr>
          <p:cNvPr id="45" name="Tijdelijke aanduiding voor afbeelding 11">
            <a:extLst>
              <a:ext uri="{FF2B5EF4-FFF2-40B4-BE49-F238E27FC236}">
                <a16:creationId xmlns:a16="http://schemas.microsoft.com/office/drawing/2014/main" id="{789114B8-2EE2-19A9-C6EA-0FDAFDD4840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771455" y="2332750"/>
            <a:ext cx="540000" cy="540000"/>
          </a:xfrm>
        </p:spPr>
        <p:txBody>
          <a:bodyPr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700"/>
            </a:lvl1pPr>
          </a:lstStyle>
          <a:p>
            <a:r>
              <a:rPr lang="en-US" dirty="0"/>
              <a:t>Add icon</a:t>
            </a:r>
            <a:endParaRPr lang="nl-NL" dirty="0"/>
          </a:p>
        </p:txBody>
      </p:sp>
      <p:sp>
        <p:nvSpPr>
          <p:cNvPr id="46" name="Tijdelijke aanduiding voor afbeelding 11">
            <a:extLst>
              <a:ext uri="{FF2B5EF4-FFF2-40B4-BE49-F238E27FC236}">
                <a16:creationId xmlns:a16="http://schemas.microsoft.com/office/drawing/2014/main" id="{699DF17B-CFA2-AE03-4127-C14EFF930FB6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3428591" y="2332750"/>
            <a:ext cx="540000" cy="540000"/>
          </a:xfrm>
        </p:spPr>
        <p:txBody>
          <a:bodyPr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700"/>
            </a:lvl1pPr>
          </a:lstStyle>
          <a:p>
            <a:r>
              <a:rPr lang="en-US" dirty="0"/>
              <a:t>Add icon</a:t>
            </a:r>
            <a:endParaRPr lang="nl-NL" dirty="0"/>
          </a:p>
        </p:txBody>
      </p:sp>
      <p:sp>
        <p:nvSpPr>
          <p:cNvPr id="47" name="Tijdelijke aanduiding voor afbeelding 11">
            <a:extLst>
              <a:ext uri="{FF2B5EF4-FFF2-40B4-BE49-F238E27FC236}">
                <a16:creationId xmlns:a16="http://schemas.microsoft.com/office/drawing/2014/main" id="{9ADCABCD-048D-74B4-18F0-5D9920DC8B2B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85727" y="2332750"/>
            <a:ext cx="540000" cy="540000"/>
          </a:xfrm>
        </p:spPr>
        <p:txBody>
          <a:bodyPr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700"/>
            </a:lvl1pPr>
          </a:lstStyle>
          <a:p>
            <a:r>
              <a:rPr lang="en-US" dirty="0"/>
              <a:t>Add icon</a:t>
            </a:r>
            <a:endParaRPr lang="nl-NL" dirty="0"/>
          </a:p>
        </p:txBody>
      </p:sp>
      <p:sp>
        <p:nvSpPr>
          <p:cNvPr id="48" name="Tijdelijke aanduiding voor afbeelding 11">
            <a:extLst>
              <a:ext uri="{FF2B5EF4-FFF2-40B4-BE49-F238E27FC236}">
                <a16:creationId xmlns:a16="http://schemas.microsoft.com/office/drawing/2014/main" id="{C67166B8-6BF0-7B3E-6863-01013C8D1068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8742863" y="2332750"/>
            <a:ext cx="540000" cy="540000"/>
          </a:xfrm>
        </p:spPr>
        <p:txBody>
          <a:bodyPr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700"/>
            </a:lvl1pPr>
          </a:lstStyle>
          <a:p>
            <a:r>
              <a:rPr lang="en-US" dirty="0"/>
              <a:t>Add icon</a:t>
            </a:r>
            <a:endParaRPr lang="nl-NL" dirty="0"/>
          </a:p>
        </p:txBody>
      </p:sp>
      <p:sp>
        <p:nvSpPr>
          <p:cNvPr id="49" name="Tijdelijke aanduiding voor inhoud 2">
            <a:extLst>
              <a:ext uri="{FF2B5EF4-FFF2-40B4-BE49-F238E27FC236}">
                <a16:creationId xmlns:a16="http://schemas.microsoft.com/office/drawing/2014/main" id="{90D3F3DD-F47F-E476-9517-5A39B1D3DB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1457" y="4915880"/>
            <a:ext cx="2052000" cy="733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ijdelijke aanduiding voor inhoud 2">
            <a:extLst>
              <a:ext uri="{FF2B5EF4-FFF2-40B4-BE49-F238E27FC236}">
                <a16:creationId xmlns:a16="http://schemas.microsoft.com/office/drawing/2014/main" id="{16977658-13FB-8EC7-4EA1-25FD80943881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3428591" y="4915880"/>
            <a:ext cx="2052000" cy="733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ijdelijke aanduiding voor inhoud 2">
            <a:extLst>
              <a:ext uri="{FF2B5EF4-FFF2-40B4-BE49-F238E27FC236}">
                <a16:creationId xmlns:a16="http://schemas.microsoft.com/office/drawing/2014/main" id="{EA4E512D-B9E8-F03A-59AA-FF7649F9422F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075456" y="4915880"/>
            <a:ext cx="2052000" cy="733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ijdelijke aanduiding voor inhoud 2">
            <a:extLst>
              <a:ext uri="{FF2B5EF4-FFF2-40B4-BE49-F238E27FC236}">
                <a16:creationId xmlns:a16="http://schemas.microsoft.com/office/drawing/2014/main" id="{D384CD8F-5DE6-8863-678B-6D0486A84107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8742863" y="4915880"/>
            <a:ext cx="2052000" cy="733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ijdelijke aanduiding voor inhoud 2">
            <a:extLst>
              <a:ext uri="{FF2B5EF4-FFF2-40B4-BE49-F238E27FC236}">
                <a16:creationId xmlns:a16="http://schemas.microsoft.com/office/drawing/2014/main" id="{E642989E-DE44-4894-7750-1DD449AC9221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1041457" y="3724631"/>
            <a:ext cx="1548000" cy="57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ijdelijke aanduiding voor tekst 2">
            <a:extLst>
              <a:ext uri="{FF2B5EF4-FFF2-40B4-BE49-F238E27FC236}">
                <a16:creationId xmlns:a16="http://schemas.microsoft.com/office/drawing/2014/main" id="{20FEA36A-A464-7C06-6FEE-DB9493D6B303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1041455" y="3391477"/>
            <a:ext cx="1548000" cy="2838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400" b="1">
                <a:solidFill>
                  <a:srgbClr val="2D4C9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  <a:endParaRPr lang="nl-NL" dirty="0"/>
          </a:p>
        </p:txBody>
      </p:sp>
      <p:sp>
        <p:nvSpPr>
          <p:cNvPr id="56" name="Tijdelijke aanduiding voor inhoud 2">
            <a:extLst>
              <a:ext uri="{FF2B5EF4-FFF2-40B4-BE49-F238E27FC236}">
                <a16:creationId xmlns:a16="http://schemas.microsoft.com/office/drawing/2014/main" id="{E04D0D86-EBE9-8FFB-D1A4-26B6271E142D}"/>
              </a:ext>
            </a:extLst>
          </p:cNvPr>
          <p:cNvSpPr>
            <a:spLocks noGrp="1"/>
          </p:cNvSpPr>
          <p:nvPr>
            <p:ph sz="half" idx="25"/>
          </p:nvPr>
        </p:nvSpPr>
        <p:spPr>
          <a:xfrm>
            <a:off x="3698593" y="3724631"/>
            <a:ext cx="1548000" cy="57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7" name="Tijdelijke aanduiding voor tekst 2">
            <a:extLst>
              <a:ext uri="{FF2B5EF4-FFF2-40B4-BE49-F238E27FC236}">
                <a16:creationId xmlns:a16="http://schemas.microsoft.com/office/drawing/2014/main" id="{34E6405E-8F80-A270-0712-FB808A3A111E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3698591" y="3391477"/>
            <a:ext cx="1548000" cy="2838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400" b="1">
                <a:solidFill>
                  <a:srgbClr val="2D4C9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  <a:endParaRPr lang="nl-NL" dirty="0"/>
          </a:p>
        </p:txBody>
      </p:sp>
      <p:sp>
        <p:nvSpPr>
          <p:cNvPr id="58" name="Tijdelijke aanduiding voor inhoud 2">
            <a:extLst>
              <a:ext uri="{FF2B5EF4-FFF2-40B4-BE49-F238E27FC236}">
                <a16:creationId xmlns:a16="http://schemas.microsoft.com/office/drawing/2014/main" id="{10A28B7B-58CD-6033-22B2-8324277371A9}"/>
              </a:ext>
            </a:extLst>
          </p:cNvPr>
          <p:cNvSpPr>
            <a:spLocks noGrp="1"/>
          </p:cNvSpPr>
          <p:nvPr>
            <p:ph sz="half" idx="27"/>
          </p:nvPr>
        </p:nvSpPr>
        <p:spPr>
          <a:xfrm>
            <a:off x="6355729" y="3724631"/>
            <a:ext cx="1548000" cy="57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9" name="Tijdelijke aanduiding voor tekst 2">
            <a:extLst>
              <a:ext uri="{FF2B5EF4-FFF2-40B4-BE49-F238E27FC236}">
                <a16:creationId xmlns:a16="http://schemas.microsoft.com/office/drawing/2014/main" id="{B3C78F7C-312A-653C-120E-8FDE0C8A2C9F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6355727" y="3391477"/>
            <a:ext cx="1548000" cy="2838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400" b="1">
                <a:solidFill>
                  <a:srgbClr val="2D4C9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  <a:endParaRPr lang="nl-NL" dirty="0"/>
          </a:p>
        </p:txBody>
      </p:sp>
      <p:sp>
        <p:nvSpPr>
          <p:cNvPr id="60" name="Tijdelijke aanduiding voor inhoud 2">
            <a:extLst>
              <a:ext uri="{FF2B5EF4-FFF2-40B4-BE49-F238E27FC236}">
                <a16:creationId xmlns:a16="http://schemas.microsoft.com/office/drawing/2014/main" id="{4A8F8FE8-95BD-F9E8-5446-5C7CDBC03AC9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9012865" y="3724631"/>
            <a:ext cx="1548000" cy="57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1" name="Tijdelijke aanduiding voor tekst 2">
            <a:extLst>
              <a:ext uri="{FF2B5EF4-FFF2-40B4-BE49-F238E27FC236}">
                <a16:creationId xmlns:a16="http://schemas.microsoft.com/office/drawing/2014/main" id="{787109C5-A656-6FE8-5E16-A84CC347657E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9012863" y="3391477"/>
            <a:ext cx="1548000" cy="2838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400" b="1">
                <a:solidFill>
                  <a:srgbClr val="2D4C9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  <a:endParaRPr lang="nl-NL" dirty="0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4FBE26A0-46C5-3F55-0743-AD05D2B9A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EB876D7-5CE5-BEE8-DC79-8C92DA69ADB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2000" y="1370911"/>
            <a:ext cx="10608000" cy="36177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4" name="Tijdelijke aanduiding voor titel 1">
            <a:extLst>
              <a:ext uri="{FF2B5EF4-FFF2-40B4-BE49-F238E27FC236}">
                <a16:creationId xmlns:a16="http://schemas.microsoft.com/office/drawing/2014/main" id="{86A55488-06A5-3F57-2519-A6B56E446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10608000" cy="715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15757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/outlook/pipeline (custo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6E3FDF5C-4505-7A01-12B4-F76BA9CFB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687D09AE-149D-3FE9-9197-DEA084CFB6A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2000" y="1370911"/>
            <a:ext cx="10608000" cy="36177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5" name="Tijdelijke aanduiding voor titel 1">
            <a:extLst>
              <a:ext uri="{FF2B5EF4-FFF2-40B4-BE49-F238E27FC236}">
                <a16:creationId xmlns:a16="http://schemas.microsoft.com/office/drawing/2014/main" id="{91E6ACAD-F622-69C1-E3AA-0B85F14E1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10608000" cy="715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753199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text">
    <p:bg>
      <p:bgPr>
        <a:solidFill>
          <a:srgbClr val="D1E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7D19F31-F478-66B2-8D50-64352DC64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3" name="Tijdelijke aanduiding voor titel 1">
            <a:extLst>
              <a:ext uri="{FF2B5EF4-FFF2-40B4-BE49-F238E27FC236}">
                <a16:creationId xmlns:a16="http://schemas.microsoft.com/office/drawing/2014/main" id="{CC003F0F-3F0C-0022-D81C-18FC0EE0E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10608000" cy="7091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4" name="Tijdelijke aanduiding voor inhoud 15">
            <a:extLst>
              <a:ext uri="{FF2B5EF4-FFF2-40B4-BE49-F238E27FC236}">
                <a16:creationId xmlns:a16="http://schemas.microsoft.com/office/drawing/2014/main" id="{0C6D1AAC-1AEA-BA50-C740-249C46FBAE9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92000" y="1941197"/>
            <a:ext cx="10608000" cy="4605686"/>
          </a:xfrm>
        </p:spPr>
        <p:txBody>
          <a:bodyPr/>
          <a:lstStyle>
            <a:lvl1pPr>
              <a:lnSpc>
                <a:spcPct val="114000"/>
              </a:lnSpc>
              <a:buClr>
                <a:srgbClr val="507AC2"/>
              </a:buClr>
              <a:defRPr/>
            </a:lvl1pPr>
            <a:lvl2pPr>
              <a:lnSpc>
                <a:spcPct val="114000"/>
              </a:lnSpc>
              <a:buClr>
                <a:srgbClr val="507AC2"/>
              </a:buClr>
              <a:defRPr/>
            </a:lvl2pPr>
            <a:lvl3pPr>
              <a:lnSpc>
                <a:spcPct val="114000"/>
              </a:lnSpc>
              <a:buClr>
                <a:srgbClr val="507AC2"/>
              </a:buClr>
              <a:defRPr/>
            </a:lvl3pPr>
            <a:lvl4pPr>
              <a:lnSpc>
                <a:spcPct val="114000"/>
              </a:lnSpc>
              <a:buClr>
                <a:srgbClr val="507AC2"/>
              </a:buClr>
              <a:defRPr/>
            </a:lvl4pPr>
            <a:lvl5pPr>
              <a:lnSpc>
                <a:spcPct val="114000"/>
              </a:lnSpc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10950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with shapes/images">
    <p:bg>
      <p:bgPr>
        <a:solidFill>
          <a:srgbClr val="D1E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Vrije vorm: vorm 25">
            <a:extLst>
              <a:ext uri="{FF2B5EF4-FFF2-40B4-BE49-F238E27FC236}">
                <a16:creationId xmlns:a16="http://schemas.microsoft.com/office/drawing/2014/main" id="{3B768417-84B8-4DE2-B012-8B10435FA345}"/>
              </a:ext>
            </a:extLst>
          </p:cNvPr>
          <p:cNvSpPr/>
          <p:nvPr/>
        </p:nvSpPr>
        <p:spPr>
          <a:xfrm rot="13500000">
            <a:off x="6729047" y="3798050"/>
            <a:ext cx="1781899" cy="1781899"/>
          </a:xfrm>
          <a:custGeom>
            <a:avLst/>
            <a:gdLst>
              <a:gd name="connsiteX0" fmla="*/ 0 w 1616455"/>
              <a:gd name="connsiteY0" fmla="*/ 0 h 1616455"/>
              <a:gd name="connsiteX1" fmla="*/ 1616455 w 1616455"/>
              <a:gd name="connsiteY1" fmla="*/ 0 h 1616455"/>
              <a:gd name="connsiteX2" fmla="*/ 1616455 w 1616455"/>
              <a:gd name="connsiteY2" fmla="*/ 1616455 h 1616455"/>
              <a:gd name="connsiteX3" fmla="*/ 0 w 1616455"/>
              <a:gd name="connsiteY3" fmla="*/ 1616455 h 1616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6455" h="1616455">
                <a:moveTo>
                  <a:pt x="0" y="0"/>
                </a:moveTo>
                <a:lnTo>
                  <a:pt x="1616455" y="0"/>
                </a:lnTo>
                <a:lnTo>
                  <a:pt x="1616455" y="1616455"/>
                </a:lnTo>
                <a:lnTo>
                  <a:pt x="0" y="1616455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7" name="Vrije vorm: vorm 26">
            <a:extLst>
              <a:ext uri="{FF2B5EF4-FFF2-40B4-BE49-F238E27FC236}">
                <a16:creationId xmlns:a16="http://schemas.microsoft.com/office/drawing/2014/main" id="{C5C134B3-0C65-09AB-E1C8-00A828796E03}"/>
              </a:ext>
            </a:extLst>
          </p:cNvPr>
          <p:cNvSpPr/>
          <p:nvPr/>
        </p:nvSpPr>
        <p:spPr>
          <a:xfrm>
            <a:off x="8880001" y="909007"/>
            <a:ext cx="2519999" cy="2519999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8" name="Vrije vorm: vorm 27">
            <a:extLst>
              <a:ext uri="{FF2B5EF4-FFF2-40B4-BE49-F238E27FC236}">
                <a16:creationId xmlns:a16="http://schemas.microsoft.com/office/drawing/2014/main" id="{9960CBC0-B3E6-7815-A46E-4557FB4748A9}"/>
              </a:ext>
            </a:extLst>
          </p:cNvPr>
          <p:cNvSpPr/>
          <p:nvPr/>
        </p:nvSpPr>
        <p:spPr>
          <a:xfrm>
            <a:off x="6360003" y="909007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9" name="Vrije vorm: vorm 28">
            <a:extLst>
              <a:ext uri="{FF2B5EF4-FFF2-40B4-BE49-F238E27FC236}">
                <a16:creationId xmlns:a16="http://schemas.microsoft.com/office/drawing/2014/main" id="{E370AB24-64BC-5CD5-795A-AFF00B6F927B}"/>
              </a:ext>
            </a:extLst>
          </p:cNvPr>
          <p:cNvSpPr/>
          <p:nvPr/>
        </p:nvSpPr>
        <p:spPr>
          <a:xfrm>
            <a:off x="8880000" y="3428994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5" name="Tijdelijke aanduiding voor afbeelding 24">
            <a:extLst>
              <a:ext uri="{FF2B5EF4-FFF2-40B4-BE49-F238E27FC236}">
                <a16:creationId xmlns:a16="http://schemas.microsoft.com/office/drawing/2014/main" id="{6886C291-C616-C8D3-E7D4-970392A52E6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60004" y="3429008"/>
            <a:ext cx="2519985" cy="2519986"/>
          </a:xfrm>
          <a:custGeom>
            <a:avLst/>
            <a:gdLst>
              <a:gd name="connsiteX0" fmla="*/ 1259993 w 2519985"/>
              <a:gd name="connsiteY0" fmla="*/ 0 h 2519986"/>
              <a:gd name="connsiteX1" fmla="*/ 2519985 w 2519985"/>
              <a:gd name="connsiteY1" fmla="*/ 1259993 h 2519986"/>
              <a:gd name="connsiteX2" fmla="*/ 1259993 w 2519985"/>
              <a:gd name="connsiteY2" fmla="*/ 2519986 h 2519986"/>
              <a:gd name="connsiteX3" fmla="*/ 0 w 2519985"/>
              <a:gd name="connsiteY3" fmla="*/ 1259993 h 2519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9985" h="2519986">
                <a:moveTo>
                  <a:pt x="1259993" y="0"/>
                </a:moveTo>
                <a:lnTo>
                  <a:pt x="2519985" y="1259993"/>
                </a:lnTo>
                <a:lnTo>
                  <a:pt x="1259993" y="2519986"/>
                </a:lnTo>
                <a:lnTo>
                  <a:pt x="0" y="125999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</p:txBody>
      </p:sp>
      <p:sp>
        <p:nvSpPr>
          <p:cNvPr id="22" name="Tijdelijke aanduiding voor afbeelding 21">
            <a:extLst>
              <a:ext uri="{FF2B5EF4-FFF2-40B4-BE49-F238E27FC236}">
                <a16:creationId xmlns:a16="http://schemas.microsoft.com/office/drawing/2014/main" id="{6B034BEE-BCA7-F72A-2C28-2D21AB93B9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880000" y="3428994"/>
            <a:ext cx="2520001" cy="2520000"/>
          </a:xfrm>
          <a:custGeom>
            <a:avLst/>
            <a:gdLst>
              <a:gd name="connsiteX0" fmla="*/ 1260000 w 2520001"/>
              <a:gd name="connsiteY0" fmla="*/ 0 h 2520000"/>
              <a:gd name="connsiteX1" fmla="*/ 2520001 w 2520001"/>
              <a:gd name="connsiteY1" fmla="*/ 1260000 h 2520000"/>
              <a:gd name="connsiteX2" fmla="*/ 1260000 w 2520001"/>
              <a:gd name="connsiteY2" fmla="*/ 2520000 h 2520000"/>
              <a:gd name="connsiteX3" fmla="*/ 0 w 2520001"/>
              <a:gd name="connsiteY3" fmla="*/ 1260000 h 2520000"/>
              <a:gd name="connsiteX4" fmla="*/ 1260000 w 2520001"/>
              <a:gd name="connsiteY4" fmla="*/ 0 h 25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20001" h="2520000">
                <a:moveTo>
                  <a:pt x="1260000" y="0"/>
                </a:moveTo>
                <a:cubicBezTo>
                  <a:pt x="1955879" y="0"/>
                  <a:pt x="2520001" y="564121"/>
                  <a:pt x="2520001" y="1260000"/>
                </a:cubicBezTo>
                <a:cubicBezTo>
                  <a:pt x="2520001" y="1955879"/>
                  <a:pt x="1955880" y="2520000"/>
                  <a:pt x="1260000" y="2520000"/>
                </a:cubicBezTo>
                <a:cubicBezTo>
                  <a:pt x="564122" y="2520000"/>
                  <a:pt x="0" y="1955879"/>
                  <a:pt x="0" y="1260000"/>
                </a:cubicBezTo>
                <a:cubicBezTo>
                  <a:pt x="0" y="564121"/>
                  <a:pt x="564121" y="0"/>
                  <a:pt x="1260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</p:txBody>
      </p:sp>
      <p:sp>
        <p:nvSpPr>
          <p:cNvPr id="16" name="Tijdelijke aanduiding voor afbeelding 15">
            <a:extLst>
              <a:ext uri="{FF2B5EF4-FFF2-40B4-BE49-F238E27FC236}">
                <a16:creationId xmlns:a16="http://schemas.microsoft.com/office/drawing/2014/main" id="{01794381-8EDE-2E41-B9B3-79B9AE44AC5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60001" y="909005"/>
            <a:ext cx="2520000" cy="2520000"/>
          </a:xfrm>
          <a:custGeom>
            <a:avLst/>
            <a:gdLst>
              <a:gd name="connsiteX0" fmla="*/ 1259999 w 2520000"/>
              <a:gd name="connsiteY0" fmla="*/ 0 h 2520000"/>
              <a:gd name="connsiteX1" fmla="*/ 2520000 w 2520000"/>
              <a:gd name="connsiteY1" fmla="*/ 1260000 h 2520000"/>
              <a:gd name="connsiteX2" fmla="*/ 1259999 w 2520000"/>
              <a:gd name="connsiteY2" fmla="*/ 2520000 h 2520000"/>
              <a:gd name="connsiteX3" fmla="*/ 6504 w 2520000"/>
              <a:gd name="connsiteY3" fmla="*/ 1388828 h 2520000"/>
              <a:gd name="connsiteX4" fmla="*/ 0 w 2520000"/>
              <a:gd name="connsiteY4" fmla="*/ 1260020 h 2520000"/>
              <a:gd name="connsiteX5" fmla="*/ 0 w 2520000"/>
              <a:gd name="connsiteY5" fmla="*/ 1259980 h 2520000"/>
              <a:gd name="connsiteX6" fmla="*/ 6504 w 2520000"/>
              <a:gd name="connsiteY6" fmla="*/ 1131172 h 2520000"/>
              <a:gd name="connsiteX7" fmla="*/ 1259999 w 2520000"/>
              <a:gd name="connsiteY7" fmla="*/ 0 h 25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20000" h="2520000">
                <a:moveTo>
                  <a:pt x="1259999" y="0"/>
                </a:moveTo>
                <a:cubicBezTo>
                  <a:pt x="1955878" y="0"/>
                  <a:pt x="2520000" y="564121"/>
                  <a:pt x="2520000" y="1260000"/>
                </a:cubicBezTo>
                <a:cubicBezTo>
                  <a:pt x="2520000" y="1955879"/>
                  <a:pt x="1955879" y="2520000"/>
                  <a:pt x="1259999" y="2520000"/>
                </a:cubicBezTo>
                <a:cubicBezTo>
                  <a:pt x="607614" y="2520000"/>
                  <a:pt x="71029" y="2024191"/>
                  <a:pt x="6504" y="1388828"/>
                </a:cubicBezTo>
                <a:lnTo>
                  <a:pt x="0" y="1260020"/>
                </a:lnTo>
                <a:lnTo>
                  <a:pt x="0" y="1259980"/>
                </a:lnTo>
                <a:lnTo>
                  <a:pt x="6504" y="1131172"/>
                </a:lnTo>
                <a:cubicBezTo>
                  <a:pt x="71029" y="495810"/>
                  <a:pt x="607613" y="0"/>
                  <a:pt x="125999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9" name="Tijdelijke aanduiding voor afbeelding 18">
            <a:extLst>
              <a:ext uri="{FF2B5EF4-FFF2-40B4-BE49-F238E27FC236}">
                <a16:creationId xmlns:a16="http://schemas.microsoft.com/office/drawing/2014/main" id="{6A98DD9D-D701-5D38-C060-9C5A926C2C9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880001" y="909007"/>
            <a:ext cx="2520000" cy="2520000"/>
          </a:xfrm>
          <a:custGeom>
            <a:avLst/>
            <a:gdLst>
              <a:gd name="connsiteX0" fmla="*/ 0 w 2520000"/>
              <a:gd name="connsiteY0" fmla="*/ 0 h 2520000"/>
              <a:gd name="connsiteX1" fmla="*/ 2520000 w 2520000"/>
              <a:gd name="connsiteY1" fmla="*/ 0 h 2520000"/>
              <a:gd name="connsiteX2" fmla="*/ 2520000 w 2520000"/>
              <a:gd name="connsiteY2" fmla="*/ 2520000 h 2520000"/>
              <a:gd name="connsiteX3" fmla="*/ 0 w 2520000"/>
              <a:gd name="connsiteY3" fmla="*/ 2520000 h 25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0000" h="2520000">
                <a:moveTo>
                  <a:pt x="0" y="0"/>
                </a:moveTo>
                <a:lnTo>
                  <a:pt x="2520000" y="0"/>
                </a:lnTo>
                <a:lnTo>
                  <a:pt x="2520000" y="2520000"/>
                </a:lnTo>
                <a:lnTo>
                  <a:pt x="0" y="2520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61A2334-6839-AE2A-C48D-EE8977FB4D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3D4AE3B-588D-0373-D098-1C8578A18FA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2000" y="2314362"/>
            <a:ext cx="5040000" cy="4185388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jdelijke aanduiding voor titel 1">
            <a:extLst>
              <a:ext uri="{FF2B5EF4-FFF2-40B4-BE49-F238E27FC236}">
                <a16:creationId xmlns:a16="http://schemas.microsoft.com/office/drawing/2014/main" id="{3CAFDB6F-B44F-9247-086E-556425D37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8" y="672286"/>
            <a:ext cx="5039999" cy="10164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5" name="Tijdelijke aanduiding voor tekst 2">
            <a:extLst>
              <a:ext uri="{FF2B5EF4-FFF2-40B4-BE49-F238E27FC236}">
                <a16:creationId xmlns:a16="http://schemas.microsoft.com/office/drawing/2014/main" id="{E5C46247-B509-9DA0-39B1-A7E9B1E4FA9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91996" y="1712704"/>
            <a:ext cx="5040001" cy="3225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059430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ighlight quote with(out) image">
    <p:bg>
      <p:bgPr>
        <a:solidFill>
          <a:srgbClr val="D1E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4">
            <a:extLst>
              <a:ext uri="{FF2B5EF4-FFF2-40B4-BE49-F238E27FC236}">
                <a16:creationId xmlns:a16="http://schemas.microsoft.com/office/drawing/2014/main" id="{9568D642-E0AF-1256-7D80-D64CC573F4D1}"/>
              </a:ext>
            </a:extLst>
          </p:cNvPr>
          <p:cNvSpPr>
            <a:spLocks noChangeAspect="1"/>
          </p:cNvSpPr>
          <p:nvPr/>
        </p:nvSpPr>
        <p:spPr>
          <a:xfrm>
            <a:off x="791988" y="647999"/>
            <a:ext cx="1719415" cy="3420000"/>
          </a:xfrm>
          <a:custGeom>
            <a:avLst/>
            <a:gdLst>
              <a:gd name="connsiteX0" fmla="*/ 1302942 w 1302941"/>
              <a:gd name="connsiteY0" fmla="*/ 0 h 2591609"/>
              <a:gd name="connsiteX1" fmla="*/ 1302942 w 1302941"/>
              <a:gd name="connsiteY1" fmla="*/ 1288668 h 2591609"/>
              <a:gd name="connsiteX2" fmla="*/ 1302815 w 1302941"/>
              <a:gd name="connsiteY2" fmla="*/ 1302983 h 2591609"/>
              <a:gd name="connsiteX3" fmla="*/ 0 w 1302941"/>
              <a:gd name="connsiteY3" fmla="*/ 2591610 h 2591609"/>
              <a:gd name="connsiteX4" fmla="*/ 0 w 1302941"/>
              <a:gd name="connsiteY4" fmla="*/ 0 h 2591609"/>
              <a:gd name="connsiteX5" fmla="*/ 1302942 w 1302941"/>
              <a:gd name="connsiteY5" fmla="*/ 0 h 2591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2941" h="2591609">
                <a:moveTo>
                  <a:pt x="1302942" y="0"/>
                </a:moveTo>
                <a:lnTo>
                  <a:pt x="1302942" y="1288668"/>
                </a:lnTo>
                <a:cubicBezTo>
                  <a:pt x="1302942" y="1293468"/>
                  <a:pt x="1302900" y="1298227"/>
                  <a:pt x="1302815" y="1302983"/>
                </a:cubicBezTo>
                <a:cubicBezTo>
                  <a:pt x="1295167" y="2015951"/>
                  <a:pt x="714751" y="2591610"/>
                  <a:pt x="0" y="2591610"/>
                </a:cubicBezTo>
                <a:lnTo>
                  <a:pt x="0" y="0"/>
                </a:lnTo>
                <a:lnTo>
                  <a:pt x="1302942" y="0"/>
                </a:ln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Vrije vorm: vorm 1">
            <a:extLst>
              <a:ext uri="{FF2B5EF4-FFF2-40B4-BE49-F238E27FC236}">
                <a16:creationId xmlns:a16="http://schemas.microsoft.com/office/drawing/2014/main" id="{99F02519-812C-D1A8-DED2-EE86DB24034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91988" y="648000"/>
            <a:ext cx="1719417" cy="3420001"/>
          </a:xfrm>
          <a:custGeom>
            <a:avLst/>
            <a:gdLst>
              <a:gd name="connsiteX0" fmla="*/ 0 w 1719417"/>
              <a:gd name="connsiteY0" fmla="*/ 0 h 3420001"/>
              <a:gd name="connsiteX1" fmla="*/ 1719417 w 1719417"/>
              <a:gd name="connsiteY1" fmla="*/ 0 h 3420001"/>
              <a:gd name="connsiteX2" fmla="*/ 1719417 w 1719417"/>
              <a:gd name="connsiteY2" fmla="*/ 1700583 h 3420001"/>
              <a:gd name="connsiteX3" fmla="*/ 1719249 w 1719417"/>
              <a:gd name="connsiteY3" fmla="*/ 1719473 h 3420001"/>
              <a:gd name="connsiteX4" fmla="*/ 0 w 1719417"/>
              <a:gd name="connsiteY4" fmla="*/ 3420001 h 342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9417" h="3420001">
                <a:moveTo>
                  <a:pt x="0" y="0"/>
                </a:moveTo>
                <a:lnTo>
                  <a:pt x="1719417" y="0"/>
                </a:lnTo>
                <a:lnTo>
                  <a:pt x="1719417" y="1700583"/>
                </a:lnTo>
                <a:cubicBezTo>
                  <a:pt x="1719417" y="1706917"/>
                  <a:pt x="1719361" y="1713197"/>
                  <a:pt x="1719249" y="1719473"/>
                </a:cubicBezTo>
                <a:cubicBezTo>
                  <a:pt x="1709156" y="2660337"/>
                  <a:pt x="943215" y="3420001"/>
                  <a:pt x="0" y="3420001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13" name="Tijdelijke aanduiding voor titel 1">
            <a:extLst>
              <a:ext uri="{FF2B5EF4-FFF2-40B4-BE49-F238E27FC236}">
                <a16:creationId xmlns:a16="http://schemas.microsoft.com/office/drawing/2014/main" id="{752C6DDF-7D23-2B36-06F0-BF7E049D5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999" y="1629000"/>
            <a:ext cx="8532000" cy="360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>
                <a:solidFill>
                  <a:srgbClr val="2D4C9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BB519B53-9B81-64FE-7762-38714A792863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3191999" y="5687368"/>
            <a:ext cx="8208000" cy="52263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rgbClr val="2D4C9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Name </a:t>
            </a:r>
            <a:br>
              <a:rPr lang="en-US" dirty="0"/>
            </a:br>
            <a:r>
              <a:rPr lang="en-US" dirty="0"/>
              <a:t>and function</a:t>
            </a:r>
            <a:endParaRPr lang="nl-NL" dirty="0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BE592584-23BE-BE07-65B6-40EEFBF0940C}"/>
              </a:ext>
            </a:extLst>
          </p:cNvPr>
          <p:cNvSpPr>
            <a:spLocks noChangeAspect="1"/>
          </p:cNvSpPr>
          <p:nvPr/>
        </p:nvSpPr>
        <p:spPr>
          <a:xfrm rot="5400000">
            <a:off x="2759999" y="5840684"/>
            <a:ext cx="432000" cy="216000"/>
          </a:xfrm>
          <a:custGeom>
            <a:avLst/>
            <a:gdLst>
              <a:gd name="connsiteX0" fmla="*/ 0 w 2286025"/>
              <a:gd name="connsiteY0" fmla="*/ 1143013 h 1143012"/>
              <a:gd name="connsiteX1" fmla="*/ 2286026 w 2286025"/>
              <a:gd name="connsiteY1" fmla="*/ 1143013 h 1143012"/>
              <a:gd name="connsiteX2" fmla="*/ 1143013 w 2286025"/>
              <a:gd name="connsiteY2" fmla="*/ 0 h 1143012"/>
              <a:gd name="connsiteX3" fmla="*/ 0 w 2286025"/>
              <a:gd name="connsiteY3" fmla="*/ 1143013 h 114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2">
                <a:moveTo>
                  <a:pt x="0" y="1143013"/>
                </a:moveTo>
                <a:lnTo>
                  <a:pt x="2286026" y="1143013"/>
                </a:lnTo>
                <a:lnTo>
                  <a:pt x="1143013" y="0"/>
                </a:lnTo>
                <a:lnTo>
                  <a:pt x="0" y="1143013"/>
                </a:lnTo>
                <a:close/>
              </a:path>
            </a:pathLst>
          </a:custGeom>
          <a:solidFill>
            <a:srgbClr val="507AC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solidFill>
                <a:srgbClr val="507AC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443455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/shapes with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rije vorm: vorm 19">
            <a:extLst>
              <a:ext uri="{FF2B5EF4-FFF2-40B4-BE49-F238E27FC236}">
                <a16:creationId xmlns:a16="http://schemas.microsoft.com/office/drawing/2014/main" id="{6AE6DAC3-7D13-5877-FC87-5046D58CECDF}"/>
              </a:ext>
            </a:extLst>
          </p:cNvPr>
          <p:cNvSpPr/>
          <p:nvPr/>
        </p:nvSpPr>
        <p:spPr>
          <a:xfrm>
            <a:off x="7048500" y="0"/>
            <a:ext cx="3429000" cy="3429000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3 w 2286025"/>
              <a:gd name="connsiteY1" fmla="*/ 2286026 h 2286025"/>
              <a:gd name="connsiteX2" fmla="*/ 0 w 2286025"/>
              <a:gd name="connsiteY2" fmla="*/ 1143013 h 2286025"/>
              <a:gd name="connsiteX3" fmla="*/ 1143013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3" y="2286026"/>
                </a:cubicBezTo>
                <a:cubicBezTo>
                  <a:pt x="511744" y="2286026"/>
                  <a:pt x="0" y="1774282"/>
                  <a:pt x="0" y="1143013"/>
                </a:cubicBezTo>
                <a:cubicBezTo>
                  <a:pt x="0" y="511744"/>
                  <a:pt x="511744" y="0"/>
                  <a:pt x="1143013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1" name="Vrije vorm: vorm 20">
            <a:extLst>
              <a:ext uri="{FF2B5EF4-FFF2-40B4-BE49-F238E27FC236}">
                <a16:creationId xmlns:a16="http://schemas.microsoft.com/office/drawing/2014/main" id="{CA06132A-FAF1-6E85-EB1C-74FA8FD08A5D}"/>
              </a:ext>
            </a:extLst>
          </p:cNvPr>
          <p:cNvSpPr/>
          <p:nvPr/>
        </p:nvSpPr>
        <p:spPr>
          <a:xfrm rot="10800000">
            <a:off x="7048500" y="3429000"/>
            <a:ext cx="3429000" cy="3429000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2" name="Vrije vorm: vorm 21">
            <a:extLst>
              <a:ext uri="{FF2B5EF4-FFF2-40B4-BE49-F238E27FC236}">
                <a16:creationId xmlns:a16="http://schemas.microsoft.com/office/drawing/2014/main" id="{CF0267B9-CCD0-6867-0B0C-C0F2EEE330EA}"/>
              </a:ext>
            </a:extLst>
          </p:cNvPr>
          <p:cNvSpPr/>
          <p:nvPr/>
        </p:nvSpPr>
        <p:spPr>
          <a:xfrm rot="16200000">
            <a:off x="9620249" y="857255"/>
            <a:ext cx="3429000" cy="1714500"/>
          </a:xfrm>
          <a:custGeom>
            <a:avLst/>
            <a:gdLst>
              <a:gd name="connsiteX0" fmla="*/ 0 w 2286025"/>
              <a:gd name="connsiteY0" fmla="*/ 2 h 1143013"/>
              <a:gd name="connsiteX1" fmla="*/ 2286026 w 2286025"/>
              <a:gd name="connsiteY1" fmla="*/ 0 h 1143013"/>
              <a:gd name="connsiteX2" fmla="*/ 1143013 w 2286025"/>
              <a:gd name="connsiteY2" fmla="*/ 1143014 h 1143013"/>
              <a:gd name="connsiteX3" fmla="*/ 0 w 2286025"/>
              <a:gd name="connsiteY3" fmla="*/ 2 h 1143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3">
                <a:moveTo>
                  <a:pt x="0" y="2"/>
                </a:moveTo>
                <a:lnTo>
                  <a:pt x="2286026" y="0"/>
                </a:lnTo>
                <a:cubicBezTo>
                  <a:pt x="2286026" y="631229"/>
                  <a:pt x="1774242" y="1143014"/>
                  <a:pt x="1143013" y="1143014"/>
                </a:cubicBezTo>
                <a:cubicBezTo>
                  <a:pt x="511784" y="1143014"/>
                  <a:pt x="0" y="631231"/>
                  <a:pt x="0" y="2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1E9B228B-07DF-83BE-DAB9-801A335B56B7}"/>
              </a:ext>
            </a:extLst>
          </p:cNvPr>
          <p:cNvSpPr/>
          <p:nvPr/>
        </p:nvSpPr>
        <p:spPr>
          <a:xfrm rot="5400000">
            <a:off x="2767212" y="-852280"/>
            <a:ext cx="3429006" cy="5133567"/>
          </a:xfrm>
          <a:custGeom>
            <a:avLst/>
            <a:gdLst>
              <a:gd name="connsiteX0" fmla="*/ 0 w 2286029"/>
              <a:gd name="connsiteY0" fmla="*/ 2279403 h 3422415"/>
              <a:gd name="connsiteX1" fmla="*/ 3 w 2286029"/>
              <a:gd name="connsiteY1" fmla="*/ 2279403 h 3422415"/>
              <a:gd name="connsiteX2" fmla="*/ 3 w 2286029"/>
              <a:gd name="connsiteY2" fmla="*/ 0 h 3422415"/>
              <a:gd name="connsiteX3" fmla="*/ 2286029 w 2286029"/>
              <a:gd name="connsiteY3" fmla="*/ 0 h 3422415"/>
              <a:gd name="connsiteX4" fmla="*/ 2286029 w 2286029"/>
              <a:gd name="connsiteY4" fmla="*/ 2286026 h 3422415"/>
              <a:gd name="connsiteX5" fmla="*/ 2285692 w 2286029"/>
              <a:gd name="connsiteY5" fmla="*/ 2286026 h 3422415"/>
              <a:gd name="connsiteX6" fmla="*/ 2280125 w 2286029"/>
              <a:gd name="connsiteY6" fmla="*/ 2396261 h 3422415"/>
              <a:gd name="connsiteX7" fmla="*/ 1143013 w 2286029"/>
              <a:gd name="connsiteY7" fmla="*/ 3422415 h 3422415"/>
              <a:gd name="connsiteX8" fmla="*/ 5902 w 2286029"/>
              <a:gd name="connsiteY8" fmla="*/ 2396263 h 3422415"/>
              <a:gd name="connsiteX9" fmla="*/ 335 w 2286029"/>
              <a:gd name="connsiteY9" fmla="*/ 2286026 h 3422415"/>
              <a:gd name="connsiteX10" fmla="*/ 3 w 2286029"/>
              <a:gd name="connsiteY10" fmla="*/ 2286026 h 3422415"/>
              <a:gd name="connsiteX11" fmla="*/ 3 w 2286029"/>
              <a:gd name="connsiteY11" fmla="*/ 2279462 h 3422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86029" h="3422415">
                <a:moveTo>
                  <a:pt x="0" y="2279403"/>
                </a:moveTo>
                <a:lnTo>
                  <a:pt x="3" y="2279403"/>
                </a:lnTo>
                <a:lnTo>
                  <a:pt x="3" y="0"/>
                </a:lnTo>
                <a:lnTo>
                  <a:pt x="2286029" y="0"/>
                </a:lnTo>
                <a:lnTo>
                  <a:pt x="2286029" y="2286026"/>
                </a:lnTo>
                <a:lnTo>
                  <a:pt x="2285692" y="2286026"/>
                </a:lnTo>
                <a:lnTo>
                  <a:pt x="2280125" y="2396261"/>
                </a:lnTo>
                <a:cubicBezTo>
                  <a:pt x="2221587" y="2972604"/>
                  <a:pt x="1734790" y="3422415"/>
                  <a:pt x="1143013" y="3422415"/>
                </a:cubicBezTo>
                <a:cubicBezTo>
                  <a:pt x="551236" y="3422415"/>
                  <a:pt x="64440" y="2972606"/>
                  <a:pt x="5902" y="2396263"/>
                </a:cubicBezTo>
                <a:lnTo>
                  <a:pt x="335" y="2286026"/>
                </a:lnTo>
                <a:lnTo>
                  <a:pt x="3" y="2286026"/>
                </a:lnTo>
                <a:lnTo>
                  <a:pt x="3" y="2279462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sp>
        <p:nvSpPr>
          <p:cNvPr id="19" name="Vrije vorm: vorm 18">
            <a:extLst>
              <a:ext uri="{FF2B5EF4-FFF2-40B4-BE49-F238E27FC236}">
                <a16:creationId xmlns:a16="http://schemas.microsoft.com/office/drawing/2014/main" id="{A211D5EF-9E81-EE58-5B11-3DCC4F372BE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477498" y="4725"/>
            <a:ext cx="1704976" cy="3429001"/>
          </a:xfrm>
          <a:custGeom>
            <a:avLst/>
            <a:gdLst>
              <a:gd name="connsiteX0" fmla="*/ 0 w 1704976"/>
              <a:gd name="connsiteY0" fmla="*/ 0 h 3429001"/>
              <a:gd name="connsiteX1" fmla="*/ 1679666 w 1704976"/>
              <a:gd name="connsiteY1" fmla="*/ 1368986 h 3429001"/>
              <a:gd name="connsiteX2" fmla="*/ 1704976 w 1704976"/>
              <a:gd name="connsiteY2" fmla="*/ 1534806 h 3429001"/>
              <a:gd name="connsiteX3" fmla="*/ 1704976 w 1704976"/>
              <a:gd name="connsiteY3" fmla="*/ 1894195 h 3429001"/>
              <a:gd name="connsiteX4" fmla="*/ 1679666 w 1704976"/>
              <a:gd name="connsiteY4" fmla="*/ 2060015 h 3429001"/>
              <a:gd name="connsiteX5" fmla="*/ 3 w 1704976"/>
              <a:gd name="connsiteY5" fmla="*/ 3429001 h 3429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4976" h="3429001">
                <a:moveTo>
                  <a:pt x="0" y="0"/>
                </a:moveTo>
                <a:cubicBezTo>
                  <a:pt x="828479" y="0"/>
                  <a:pt x="1519785" y="587745"/>
                  <a:pt x="1679666" y="1368986"/>
                </a:cubicBezTo>
                <a:lnTo>
                  <a:pt x="1704976" y="1534806"/>
                </a:lnTo>
                <a:lnTo>
                  <a:pt x="1704976" y="1894195"/>
                </a:lnTo>
                <a:lnTo>
                  <a:pt x="1679666" y="2060015"/>
                </a:lnTo>
                <a:cubicBezTo>
                  <a:pt x="1519785" y="2841256"/>
                  <a:pt x="828482" y="3429001"/>
                  <a:pt x="3" y="3429001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9B6C4C7F-AF8F-2BA9-3C21-C8A93BBD1FD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058024" y="4731"/>
            <a:ext cx="3429002" cy="3429002"/>
          </a:xfrm>
          <a:custGeom>
            <a:avLst/>
            <a:gdLst>
              <a:gd name="connsiteX0" fmla="*/ 1714501 w 3429002"/>
              <a:gd name="connsiteY0" fmla="*/ 0 h 3429002"/>
              <a:gd name="connsiteX1" fmla="*/ 3429002 w 3429002"/>
              <a:gd name="connsiteY1" fmla="*/ 1714501 h 3429002"/>
              <a:gd name="connsiteX2" fmla="*/ 1714501 w 3429002"/>
              <a:gd name="connsiteY2" fmla="*/ 3429002 h 3429002"/>
              <a:gd name="connsiteX3" fmla="*/ 0 w 3429002"/>
              <a:gd name="connsiteY3" fmla="*/ 1714501 h 3429002"/>
              <a:gd name="connsiteX4" fmla="*/ 1714501 w 3429002"/>
              <a:gd name="connsiteY4" fmla="*/ 0 h 3429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9002" h="3429002">
                <a:moveTo>
                  <a:pt x="1714501" y="0"/>
                </a:moveTo>
                <a:cubicBezTo>
                  <a:pt x="2661392" y="0"/>
                  <a:pt x="3429002" y="767608"/>
                  <a:pt x="3429002" y="1714501"/>
                </a:cubicBezTo>
                <a:cubicBezTo>
                  <a:pt x="3429002" y="2661394"/>
                  <a:pt x="2661394" y="3429002"/>
                  <a:pt x="1714501" y="3429002"/>
                </a:cubicBezTo>
                <a:cubicBezTo>
                  <a:pt x="767608" y="3429002"/>
                  <a:pt x="0" y="2661394"/>
                  <a:pt x="0" y="1714501"/>
                </a:cubicBezTo>
                <a:cubicBezTo>
                  <a:pt x="0" y="767608"/>
                  <a:pt x="767608" y="0"/>
                  <a:pt x="171450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11" name="Vrije vorm: vorm 10">
            <a:extLst>
              <a:ext uri="{FF2B5EF4-FFF2-40B4-BE49-F238E27FC236}">
                <a16:creationId xmlns:a16="http://schemas.microsoft.com/office/drawing/2014/main" id="{0F2DE8FB-2BF0-F165-BCDC-10AA98EC3D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43302" y="3433732"/>
            <a:ext cx="3429001" cy="3429001"/>
          </a:xfrm>
          <a:custGeom>
            <a:avLst/>
            <a:gdLst>
              <a:gd name="connsiteX0" fmla="*/ 0 w 3429001"/>
              <a:gd name="connsiteY0" fmla="*/ 0 h 3429001"/>
              <a:gd name="connsiteX1" fmla="*/ 3429001 w 3429001"/>
              <a:gd name="connsiteY1" fmla="*/ 0 h 3429001"/>
              <a:gd name="connsiteX2" fmla="*/ 3429001 w 3429001"/>
              <a:gd name="connsiteY2" fmla="*/ 3429001 h 3429001"/>
              <a:gd name="connsiteX3" fmla="*/ 0 w 3429001"/>
              <a:gd name="connsiteY3" fmla="*/ 3429001 h 3429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1" h="3429001">
                <a:moveTo>
                  <a:pt x="0" y="0"/>
                </a:moveTo>
                <a:lnTo>
                  <a:pt x="3429001" y="0"/>
                </a:lnTo>
                <a:lnTo>
                  <a:pt x="3429001" y="3429001"/>
                </a:lnTo>
                <a:lnTo>
                  <a:pt x="0" y="342900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385F6794-4F53-AEBC-72B4-6DB1EF2B998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905407" y="-6"/>
            <a:ext cx="5133567" cy="3429006"/>
          </a:xfrm>
          <a:custGeom>
            <a:avLst/>
            <a:gdLst>
              <a:gd name="connsiteX0" fmla="*/ 1714499 w 5133567"/>
              <a:gd name="connsiteY0" fmla="*/ 0 h 3429006"/>
              <a:gd name="connsiteX1" fmla="*/ 1714499 w 5133567"/>
              <a:gd name="connsiteY1" fmla="*/ 4 h 3429006"/>
              <a:gd name="connsiteX2" fmla="*/ 5133567 w 5133567"/>
              <a:gd name="connsiteY2" fmla="*/ 4 h 3429006"/>
              <a:gd name="connsiteX3" fmla="*/ 5133567 w 5133567"/>
              <a:gd name="connsiteY3" fmla="*/ 3429006 h 3429006"/>
              <a:gd name="connsiteX4" fmla="*/ 1704565 w 5133567"/>
              <a:gd name="connsiteY4" fmla="*/ 3429006 h 3429006"/>
              <a:gd name="connsiteX5" fmla="*/ 1704565 w 5133567"/>
              <a:gd name="connsiteY5" fmla="*/ 3428500 h 3429006"/>
              <a:gd name="connsiteX6" fmla="*/ 1539214 w 5133567"/>
              <a:gd name="connsiteY6" fmla="*/ 3420150 h 3429006"/>
              <a:gd name="connsiteX7" fmla="*/ 0 w 5133567"/>
              <a:gd name="connsiteY7" fmla="*/ 1714500 h 3429006"/>
              <a:gd name="connsiteX8" fmla="*/ 1539211 w 5133567"/>
              <a:gd name="connsiteY8" fmla="*/ 8853 h 3429006"/>
              <a:gd name="connsiteX9" fmla="*/ 1704565 w 5133567"/>
              <a:gd name="connsiteY9" fmla="*/ 502 h 3429006"/>
              <a:gd name="connsiteX10" fmla="*/ 1704565 w 5133567"/>
              <a:gd name="connsiteY10" fmla="*/ 4 h 3429006"/>
              <a:gd name="connsiteX11" fmla="*/ 1714411 w 5133567"/>
              <a:gd name="connsiteY11" fmla="*/ 4 h 3429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133567" h="3429006">
                <a:moveTo>
                  <a:pt x="1714499" y="0"/>
                </a:moveTo>
                <a:lnTo>
                  <a:pt x="1714499" y="4"/>
                </a:lnTo>
                <a:lnTo>
                  <a:pt x="5133567" y="4"/>
                </a:lnTo>
                <a:lnTo>
                  <a:pt x="5133567" y="3429006"/>
                </a:lnTo>
                <a:lnTo>
                  <a:pt x="1704565" y="3429006"/>
                </a:lnTo>
                <a:lnTo>
                  <a:pt x="1704565" y="3428500"/>
                </a:lnTo>
                <a:lnTo>
                  <a:pt x="1539214" y="3420150"/>
                </a:lnTo>
                <a:cubicBezTo>
                  <a:pt x="674709" y="3332344"/>
                  <a:pt x="0" y="2602156"/>
                  <a:pt x="0" y="1714500"/>
                </a:cubicBezTo>
                <a:cubicBezTo>
                  <a:pt x="0" y="826845"/>
                  <a:pt x="674706" y="96659"/>
                  <a:pt x="1539211" y="8853"/>
                </a:cubicBezTo>
                <a:lnTo>
                  <a:pt x="1704565" y="502"/>
                </a:lnTo>
                <a:lnTo>
                  <a:pt x="1704565" y="4"/>
                </a:lnTo>
                <a:lnTo>
                  <a:pt x="1714411" y="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17" name="Tijdelijke aanduiding voor inhoud 2">
            <a:extLst>
              <a:ext uri="{FF2B5EF4-FFF2-40B4-BE49-F238E27FC236}">
                <a16:creationId xmlns:a16="http://schemas.microsoft.com/office/drawing/2014/main" id="{3D25DD5D-6F24-0B57-A0F6-B5CEB7A28B1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1999" y="4914000"/>
            <a:ext cx="4104000" cy="1296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ijdelijke aanduiding voor tekst 2">
            <a:extLst>
              <a:ext uri="{FF2B5EF4-FFF2-40B4-BE49-F238E27FC236}">
                <a16:creationId xmlns:a16="http://schemas.microsoft.com/office/drawing/2014/main" id="{7508C7E0-E1E1-A013-BACB-8CCBA3620262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2000" y="4425256"/>
            <a:ext cx="4104000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8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183746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with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Vrije vorm: vorm 8">
            <a:extLst>
              <a:ext uri="{FF2B5EF4-FFF2-40B4-BE49-F238E27FC236}">
                <a16:creationId xmlns:a16="http://schemas.microsoft.com/office/drawing/2014/main" id="{13156614-4367-8B7F-E075-63D8F02804C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334000" y="1"/>
            <a:ext cx="6858000" cy="6857993"/>
          </a:xfrm>
          <a:custGeom>
            <a:avLst/>
            <a:gdLst>
              <a:gd name="connsiteX0" fmla="*/ 3429108 w 6858000"/>
              <a:gd name="connsiteY0" fmla="*/ 1783951 h 6857993"/>
              <a:gd name="connsiteX1" fmla="*/ 3424523 w 6858000"/>
              <a:gd name="connsiteY1" fmla="*/ 1880797 h 6857993"/>
              <a:gd name="connsiteX2" fmla="*/ 1891629 w 6858000"/>
              <a:gd name="connsiteY2" fmla="*/ 3423454 h 6857993"/>
              <a:gd name="connsiteX3" fmla="*/ 1784003 w 6858000"/>
              <a:gd name="connsiteY3" fmla="*/ 3428888 h 6857993"/>
              <a:gd name="connsiteX4" fmla="*/ 1880789 w 6858000"/>
              <a:gd name="connsiteY4" fmla="*/ 3433471 h 6857993"/>
              <a:gd name="connsiteX5" fmla="*/ 3423455 w 6858000"/>
              <a:gd name="connsiteY5" fmla="*/ 4966373 h 6857993"/>
              <a:gd name="connsiteX6" fmla="*/ 3428998 w 6858000"/>
              <a:gd name="connsiteY6" fmla="*/ 5076136 h 6857993"/>
              <a:gd name="connsiteX7" fmla="*/ 3434541 w 6858000"/>
              <a:gd name="connsiteY7" fmla="*/ 4966368 h 6857993"/>
              <a:gd name="connsiteX8" fmla="*/ 4977198 w 6858000"/>
              <a:gd name="connsiteY8" fmla="*/ 3433473 h 6857993"/>
              <a:gd name="connsiteX9" fmla="*/ 5074020 w 6858000"/>
              <a:gd name="connsiteY9" fmla="*/ 3428889 h 6857993"/>
              <a:gd name="connsiteX10" fmla="*/ 4966376 w 6858000"/>
              <a:gd name="connsiteY10" fmla="*/ 3423454 h 6857993"/>
              <a:gd name="connsiteX11" fmla="*/ 3434546 w 6858000"/>
              <a:gd name="connsiteY11" fmla="*/ 1891624 h 6857993"/>
              <a:gd name="connsiteX12" fmla="*/ 1716142 w 6858000"/>
              <a:gd name="connsiteY12" fmla="*/ 0 h 6857993"/>
              <a:gd name="connsiteX13" fmla="*/ 1716184 w 6858000"/>
              <a:gd name="connsiteY13" fmla="*/ 0 h 6857993"/>
              <a:gd name="connsiteX14" fmla="*/ 1880802 w 6858000"/>
              <a:gd name="connsiteY14" fmla="*/ 7794 h 6857993"/>
              <a:gd name="connsiteX15" fmla="*/ 3423458 w 6858000"/>
              <a:gd name="connsiteY15" fmla="*/ 1540689 h 6857993"/>
              <a:gd name="connsiteX16" fmla="*/ 3429002 w 6858000"/>
              <a:gd name="connsiteY16" fmla="*/ 1650475 h 6857993"/>
              <a:gd name="connsiteX17" fmla="*/ 3434546 w 6858000"/>
              <a:gd name="connsiteY17" fmla="*/ 1540689 h 6857993"/>
              <a:gd name="connsiteX18" fmla="*/ 4977203 w 6858000"/>
              <a:gd name="connsiteY18" fmla="*/ 7794 h 6857993"/>
              <a:gd name="connsiteX19" fmla="*/ 5141821 w 6858000"/>
              <a:gd name="connsiteY19" fmla="*/ 0 h 6857993"/>
              <a:gd name="connsiteX20" fmla="*/ 5141863 w 6858000"/>
              <a:gd name="connsiteY20" fmla="*/ 0 h 6857993"/>
              <a:gd name="connsiteX21" fmla="*/ 5317310 w 6858000"/>
              <a:gd name="connsiteY21" fmla="*/ 8859 h 6857993"/>
              <a:gd name="connsiteX22" fmla="*/ 6858000 w 6858000"/>
              <a:gd name="connsiteY22" fmla="*/ 1716157 h 6857993"/>
              <a:gd name="connsiteX23" fmla="*/ 5317310 w 6858000"/>
              <a:gd name="connsiteY23" fmla="*/ 3423454 h 6857993"/>
              <a:gd name="connsiteX24" fmla="*/ 5207548 w 6858000"/>
              <a:gd name="connsiteY24" fmla="*/ 3428996 h 6857993"/>
              <a:gd name="connsiteX25" fmla="*/ 5317306 w 6858000"/>
              <a:gd name="connsiteY25" fmla="*/ 3434538 h 6857993"/>
              <a:gd name="connsiteX26" fmla="*/ 6857996 w 6858000"/>
              <a:gd name="connsiteY26" fmla="*/ 5141836 h 6857993"/>
              <a:gd name="connsiteX27" fmla="*/ 5141838 w 6858000"/>
              <a:gd name="connsiteY27" fmla="*/ 6857993 h 6857993"/>
              <a:gd name="connsiteX28" fmla="*/ 3425680 w 6858000"/>
              <a:gd name="connsiteY28" fmla="*/ 5141836 h 6857993"/>
              <a:gd name="connsiteX29" fmla="*/ 3425680 w 6858000"/>
              <a:gd name="connsiteY29" fmla="*/ 5141831 h 6857993"/>
              <a:gd name="connsiteX30" fmla="*/ 0 w 6858000"/>
              <a:gd name="connsiteY30" fmla="*/ 5141834 h 6857993"/>
              <a:gd name="connsiteX31" fmla="*/ 1540701 w 6858000"/>
              <a:gd name="connsiteY31" fmla="*/ 3434536 h 6857993"/>
              <a:gd name="connsiteX32" fmla="*/ 1650433 w 6858000"/>
              <a:gd name="connsiteY32" fmla="*/ 3428995 h 6857993"/>
              <a:gd name="connsiteX33" fmla="*/ 1540695 w 6858000"/>
              <a:gd name="connsiteY33" fmla="*/ 3423454 h 6857993"/>
              <a:gd name="connsiteX34" fmla="*/ 4 w 6858000"/>
              <a:gd name="connsiteY34" fmla="*/ 1716157 h 6857993"/>
              <a:gd name="connsiteX35" fmla="*/ 1540695 w 6858000"/>
              <a:gd name="connsiteY35" fmla="*/ 8859 h 6857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858000" h="6857993">
                <a:moveTo>
                  <a:pt x="3429108" y="1783951"/>
                </a:moveTo>
                <a:lnTo>
                  <a:pt x="3424523" y="1880797"/>
                </a:lnTo>
                <a:cubicBezTo>
                  <a:pt x="3347162" y="2693570"/>
                  <a:pt x="2702926" y="3341062"/>
                  <a:pt x="1891629" y="3423454"/>
                </a:cubicBezTo>
                <a:lnTo>
                  <a:pt x="1784003" y="3428888"/>
                </a:lnTo>
                <a:lnTo>
                  <a:pt x="1880789" y="3433471"/>
                </a:lnTo>
                <a:cubicBezTo>
                  <a:pt x="2693522" y="3510837"/>
                  <a:pt x="3341058" y="4155117"/>
                  <a:pt x="3423455" y="4966373"/>
                </a:cubicBezTo>
                <a:lnTo>
                  <a:pt x="3428998" y="5076136"/>
                </a:lnTo>
                <a:lnTo>
                  <a:pt x="3434541" y="4966368"/>
                </a:lnTo>
                <a:cubicBezTo>
                  <a:pt x="3516932" y="4155071"/>
                  <a:pt x="4164424" y="3510834"/>
                  <a:pt x="4977198" y="3433473"/>
                </a:cubicBezTo>
                <a:lnTo>
                  <a:pt x="5074020" y="3428889"/>
                </a:lnTo>
                <a:lnTo>
                  <a:pt x="4966376" y="3423454"/>
                </a:lnTo>
                <a:cubicBezTo>
                  <a:pt x="4158685" y="3341428"/>
                  <a:pt x="3516571" y="2699315"/>
                  <a:pt x="3434546" y="1891624"/>
                </a:cubicBezTo>
                <a:close/>
                <a:moveTo>
                  <a:pt x="1716142" y="0"/>
                </a:moveTo>
                <a:lnTo>
                  <a:pt x="1716184" y="0"/>
                </a:lnTo>
                <a:lnTo>
                  <a:pt x="1880802" y="7794"/>
                </a:lnTo>
                <a:cubicBezTo>
                  <a:pt x="2693575" y="85155"/>
                  <a:pt x="3341067" y="729392"/>
                  <a:pt x="3423458" y="1540689"/>
                </a:cubicBezTo>
                <a:lnTo>
                  <a:pt x="3429002" y="1650475"/>
                </a:lnTo>
                <a:lnTo>
                  <a:pt x="3434546" y="1540689"/>
                </a:lnTo>
                <a:cubicBezTo>
                  <a:pt x="3516937" y="729392"/>
                  <a:pt x="4164430" y="85155"/>
                  <a:pt x="4977203" y="7794"/>
                </a:cubicBezTo>
                <a:lnTo>
                  <a:pt x="5141821" y="0"/>
                </a:lnTo>
                <a:lnTo>
                  <a:pt x="5141863" y="0"/>
                </a:lnTo>
                <a:lnTo>
                  <a:pt x="5317310" y="8859"/>
                </a:lnTo>
                <a:cubicBezTo>
                  <a:pt x="6182692" y="96744"/>
                  <a:pt x="6858000" y="827587"/>
                  <a:pt x="6858000" y="1716157"/>
                </a:cubicBezTo>
                <a:cubicBezTo>
                  <a:pt x="6858000" y="2604726"/>
                  <a:pt x="6182693" y="3335569"/>
                  <a:pt x="5317310" y="3423454"/>
                </a:cubicBezTo>
                <a:lnTo>
                  <a:pt x="5207548" y="3428996"/>
                </a:lnTo>
                <a:lnTo>
                  <a:pt x="5317306" y="3434538"/>
                </a:lnTo>
                <a:cubicBezTo>
                  <a:pt x="6182687" y="3522422"/>
                  <a:pt x="6857996" y="4253266"/>
                  <a:pt x="6857996" y="5141836"/>
                </a:cubicBezTo>
                <a:cubicBezTo>
                  <a:pt x="6857996" y="6089644"/>
                  <a:pt x="6089646" y="6857993"/>
                  <a:pt x="5141838" y="6857993"/>
                </a:cubicBezTo>
                <a:cubicBezTo>
                  <a:pt x="4194030" y="6857993"/>
                  <a:pt x="3425680" y="6089644"/>
                  <a:pt x="3425680" y="5141836"/>
                </a:cubicBezTo>
                <a:lnTo>
                  <a:pt x="3425680" y="5141831"/>
                </a:lnTo>
                <a:lnTo>
                  <a:pt x="0" y="5141834"/>
                </a:lnTo>
                <a:cubicBezTo>
                  <a:pt x="0" y="4253321"/>
                  <a:pt x="675360" y="3522427"/>
                  <a:pt x="1540701" y="3434536"/>
                </a:cubicBezTo>
                <a:lnTo>
                  <a:pt x="1650433" y="3428995"/>
                </a:lnTo>
                <a:lnTo>
                  <a:pt x="1540695" y="3423454"/>
                </a:lnTo>
                <a:cubicBezTo>
                  <a:pt x="675311" y="3335569"/>
                  <a:pt x="4" y="2604726"/>
                  <a:pt x="4" y="1716157"/>
                </a:cubicBezTo>
                <a:cubicBezTo>
                  <a:pt x="4" y="827587"/>
                  <a:pt x="675311" y="96744"/>
                  <a:pt x="1540695" y="8859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18" name="Tijdelijke aanduiding voor tekst 2">
            <a:extLst>
              <a:ext uri="{FF2B5EF4-FFF2-40B4-BE49-F238E27FC236}">
                <a16:creationId xmlns:a16="http://schemas.microsoft.com/office/drawing/2014/main" id="{7508C7E0-E1E1-A013-BACB-8CCBA3620262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2000" y="4425256"/>
            <a:ext cx="4104000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8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D8F73920-52E1-44A2-0B34-A09F90900A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1999" y="4914000"/>
            <a:ext cx="4104000" cy="1296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8207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coll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Vrije vorm: vorm 35">
            <a:extLst>
              <a:ext uri="{FF2B5EF4-FFF2-40B4-BE49-F238E27FC236}">
                <a16:creationId xmlns:a16="http://schemas.microsoft.com/office/drawing/2014/main" id="{3D9350E0-8696-DA32-A180-6328BF239AC3}"/>
              </a:ext>
            </a:extLst>
          </p:cNvPr>
          <p:cNvSpPr/>
          <p:nvPr/>
        </p:nvSpPr>
        <p:spPr>
          <a:xfrm>
            <a:off x="3426483" y="3428964"/>
            <a:ext cx="3429036" cy="3429036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3 w 2286025"/>
              <a:gd name="connsiteY1" fmla="*/ 2286026 h 2286025"/>
              <a:gd name="connsiteX2" fmla="*/ 0 w 2286025"/>
              <a:gd name="connsiteY2" fmla="*/ 1143013 h 2286025"/>
              <a:gd name="connsiteX3" fmla="*/ 1143013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3" y="2286026"/>
                </a:cubicBezTo>
                <a:cubicBezTo>
                  <a:pt x="511744" y="2286026"/>
                  <a:pt x="0" y="1774282"/>
                  <a:pt x="0" y="1143013"/>
                </a:cubicBezTo>
                <a:cubicBezTo>
                  <a:pt x="0" y="511744"/>
                  <a:pt x="511744" y="0"/>
                  <a:pt x="1143013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37" name="Vrije vorm: vorm 36">
            <a:extLst>
              <a:ext uri="{FF2B5EF4-FFF2-40B4-BE49-F238E27FC236}">
                <a16:creationId xmlns:a16="http://schemas.microsoft.com/office/drawing/2014/main" id="{52168AE4-7D38-1528-A083-C10A4C1CD604}"/>
              </a:ext>
            </a:extLst>
          </p:cNvPr>
          <p:cNvSpPr/>
          <p:nvPr/>
        </p:nvSpPr>
        <p:spPr>
          <a:xfrm rot="10800000">
            <a:off x="0" y="220"/>
            <a:ext cx="3429036" cy="3429036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38" name="Vrije vorm: vorm 37">
            <a:extLst>
              <a:ext uri="{FF2B5EF4-FFF2-40B4-BE49-F238E27FC236}">
                <a16:creationId xmlns:a16="http://schemas.microsoft.com/office/drawing/2014/main" id="{F9F01986-A209-C5DD-EEC6-B234BE727B33}"/>
              </a:ext>
            </a:extLst>
          </p:cNvPr>
          <p:cNvSpPr/>
          <p:nvPr/>
        </p:nvSpPr>
        <p:spPr>
          <a:xfrm rot="5400000">
            <a:off x="5998252" y="4285872"/>
            <a:ext cx="3429037" cy="1714517"/>
          </a:xfrm>
          <a:custGeom>
            <a:avLst/>
            <a:gdLst>
              <a:gd name="connsiteX0" fmla="*/ 0 w 2286026"/>
              <a:gd name="connsiteY0" fmla="*/ 1143013 h 1143012"/>
              <a:gd name="connsiteX1" fmla="*/ 2286026 w 2286026"/>
              <a:gd name="connsiteY1" fmla="*/ 1143013 h 1143012"/>
              <a:gd name="connsiteX2" fmla="*/ 1143013 w 2286026"/>
              <a:gd name="connsiteY2" fmla="*/ 0 h 1143012"/>
              <a:gd name="connsiteX3" fmla="*/ 0 w 2286026"/>
              <a:gd name="connsiteY3" fmla="*/ 1143013 h 114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6" h="1143012">
                <a:moveTo>
                  <a:pt x="0" y="1143013"/>
                </a:moveTo>
                <a:lnTo>
                  <a:pt x="2286026" y="1143013"/>
                </a:lnTo>
                <a:lnTo>
                  <a:pt x="1143013" y="0"/>
                </a:lnTo>
                <a:lnTo>
                  <a:pt x="0" y="1143013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39" name="Vrije vorm: vorm 38">
            <a:extLst>
              <a:ext uri="{FF2B5EF4-FFF2-40B4-BE49-F238E27FC236}">
                <a16:creationId xmlns:a16="http://schemas.microsoft.com/office/drawing/2014/main" id="{EFDD5FEC-BF2E-84D8-04D4-81BD5074F91E}"/>
              </a:ext>
            </a:extLst>
          </p:cNvPr>
          <p:cNvSpPr/>
          <p:nvPr/>
        </p:nvSpPr>
        <p:spPr>
          <a:xfrm>
            <a:off x="3426477" y="-440"/>
            <a:ext cx="3429051" cy="3429052"/>
          </a:xfrm>
          <a:custGeom>
            <a:avLst/>
            <a:gdLst>
              <a:gd name="connsiteX0" fmla="*/ 2286035 w 2286035"/>
              <a:gd name="connsiteY0" fmla="*/ 0 h 2286036"/>
              <a:gd name="connsiteX1" fmla="*/ 2286036 w 2286035"/>
              <a:gd name="connsiteY1" fmla="*/ 2286036 h 2286036"/>
              <a:gd name="connsiteX2" fmla="*/ 0 w 2286035"/>
              <a:gd name="connsiteY2" fmla="*/ 2286037 h 2286036"/>
              <a:gd name="connsiteX3" fmla="*/ 2286035 w 2286035"/>
              <a:gd name="connsiteY3" fmla="*/ 0 h 2286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35" h="2286036">
                <a:moveTo>
                  <a:pt x="2286035" y="0"/>
                </a:moveTo>
                <a:lnTo>
                  <a:pt x="2286036" y="2286036"/>
                </a:lnTo>
                <a:lnTo>
                  <a:pt x="0" y="2286037"/>
                </a:lnTo>
                <a:lnTo>
                  <a:pt x="2286035" y="0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40" name="Vrije vorm: vorm 39">
            <a:extLst>
              <a:ext uri="{FF2B5EF4-FFF2-40B4-BE49-F238E27FC236}">
                <a16:creationId xmlns:a16="http://schemas.microsoft.com/office/drawing/2014/main" id="{55E0E4CE-B506-9217-9B9E-E2343788D48A}"/>
              </a:ext>
            </a:extLst>
          </p:cNvPr>
          <p:cNvSpPr/>
          <p:nvPr/>
        </p:nvSpPr>
        <p:spPr>
          <a:xfrm rot="10800000">
            <a:off x="6855512" y="-441"/>
            <a:ext cx="5336487" cy="3429698"/>
          </a:xfrm>
          <a:custGeom>
            <a:avLst/>
            <a:gdLst>
              <a:gd name="connsiteX0" fmla="*/ 3631909 w 5336487"/>
              <a:gd name="connsiteY0" fmla="*/ 3429698 h 3429698"/>
              <a:gd name="connsiteX1" fmla="*/ 0 w 5336487"/>
              <a:gd name="connsiteY1" fmla="*/ 3429698 h 3429698"/>
              <a:gd name="connsiteX2" fmla="*/ 0 w 5336487"/>
              <a:gd name="connsiteY2" fmla="*/ 661 h 3429698"/>
              <a:gd name="connsiteX3" fmla="*/ 3621967 w 5336487"/>
              <a:gd name="connsiteY3" fmla="*/ 661 h 3429698"/>
              <a:gd name="connsiteX4" fmla="*/ 3621967 w 5336487"/>
              <a:gd name="connsiteY4" fmla="*/ 0 h 3429698"/>
              <a:gd name="connsiteX5" fmla="*/ 5336487 w 5336487"/>
              <a:gd name="connsiteY5" fmla="*/ 1714519 h 3429698"/>
              <a:gd name="connsiteX6" fmla="*/ 3797259 w 5336487"/>
              <a:gd name="connsiteY6" fmla="*/ 3420185 h 3429698"/>
              <a:gd name="connsiteX7" fmla="*/ 3631909 w 5336487"/>
              <a:gd name="connsiteY7" fmla="*/ 3428535 h 3429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6487" h="3429698">
                <a:moveTo>
                  <a:pt x="3631909" y="3429698"/>
                </a:moveTo>
                <a:lnTo>
                  <a:pt x="0" y="3429698"/>
                </a:lnTo>
                <a:lnTo>
                  <a:pt x="0" y="661"/>
                </a:lnTo>
                <a:lnTo>
                  <a:pt x="3621967" y="661"/>
                </a:lnTo>
                <a:lnTo>
                  <a:pt x="3621967" y="0"/>
                </a:lnTo>
                <a:cubicBezTo>
                  <a:pt x="4568810" y="0"/>
                  <a:pt x="5336487" y="767676"/>
                  <a:pt x="5336487" y="1714519"/>
                </a:cubicBezTo>
                <a:cubicBezTo>
                  <a:pt x="5336487" y="2602184"/>
                  <a:pt x="4661774" y="3332378"/>
                  <a:pt x="3797259" y="3420185"/>
                </a:cubicBezTo>
                <a:lnTo>
                  <a:pt x="3631909" y="3428535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sp>
        <p:nvSpPr>
          <p:cNvPr id="35" name="Vrije vorm: vorm 34">
            <a:extLst>
              <a:ext uri="{FF2B5EF4-FFF2-40B4-BE49-F238E27FC236}">
                <a16:creationId xmlns:a16="http://schemas.microsoft.com/office/drawing/2014/main" id="{93CB61FE-BA5E-9C16-E27A-507DA565125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55511" y="3428963"/>
            <a:ext cx="1714518" cy="3429037"/>
          </a:xfrm>
          <a:custGeom>
            <a:avLst/>
            <a:gdLst>
              <a:gd name="connsiteX0" fmla="*/ 0 w 1714518"/>
              <a:gd name="connsiteY0" fmla="*/ 0 h 3429037"/>
              <a:gd name="connsiteX1" fmla="*/ 1714518 w 1714518"/>
              <a:gd name="connsiteY1" fmla="*/ 1714519 h 3429037"/>
              <a:gd name="connsiteX2" fmla="*/ 0 w 1714518"/>
              <a:gd name="connsiteY2" fmla="*/ 3429037 h 3429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4518" h="3429037">
                <a:moveTo>
                  <a:pt x="0" y="0"/>
                </a:moveTo>
                <a:lnTo>
                  <a:pt x="1714518" y="1714519"/>
                </a:lnTo>
                <a:lnTo>
                  <a:pt x="0" y="342903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32" name="Vrije vorm: vorm 31">
            <a:extLst>
              <a:ext uri="{FF2B5EF4-FFF2-40B4-BE49-F238E27FC236}">
                <a16:creationId xmlns:a16="http://schemas.microsoft.com/office/drawing/2014/main" id="{944F2E0D-CA5A-40AB-4146-4F789DB77E4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6441" y="3428964"/>
            <a:ext cx="3429038" cy="3429036"/>
          </a:xfrm>
          <a:custGeom>
            <a:avLst/>
            <a:gdLst>
              <a:gd name="connsiteX0" fmla="*/ 1714519 w 3429038"/>
              <a:gd name="connsiteY0" fmla="*/ 0 h 3429036"/>
              <a:gd name="connsiteX1" fmla="*/ 3429038 w 3429038"/>
              <a:gd name="connsiteY1" fmla="*/ 1714519 h 3429036"/>
              <a:gd name="connsiteX2" fmla="*/ 1889819 w 3429038"/>
              <a:gd name="connsiteY2" fmla="*/ 3420186 h 3429036"/>
              <a:gd name="connsiteX3" fmla="*/ 1714550 w 3429038"/>
              <a:gd name="connsiteY3" fmla="*/ 3429036 h 3429036"/>
              <a:gd name="connsiteX4" fmla="*/ 1714489 w 3429038"/>
              <a:gd name="connsiteY4" fmla="*/ 3429036 h 3429036"/>
              <a:gd name="connsiteX5" fmla="*/ 1539219 w 3429038"/>
              <a:gd name="connsiteY5" fmla="*/ 3420186 h 3429036"/>
              <a:gd name="connsiteX6" fmla="*/ 0 w 3429038"/>
              <a:gd name="connsiteY6" fmla="*/ 1714519 h 3429036"/>
              <a:gd name="connsiteX7" fmla="*/ 1714519 w 3429038"/>
              <a:gd name="connsiteY7" fmla="*/ 0 h 3429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038" h="3429036">
                <a:moveTo>
                  <a:pt x="1714519" y="0"/>
                </a:moveTo>
                <a:cubicBezTo>
                  <a:pt x="2661420" y="0"/>
                  <a:pt x="3429038" y="767616"/>
                  <a:pt x="3429038" y="1714519"/>
                </a:cubicBezTo>
                <a:cubicBezTo>
                  <a:pt x="3429038" y="2602241"/>
                  <a:pt x="2754376" y="3332385"/>
                  <a:pt x="1889819" y="3420186"/>
                </a:cubicBezTo>
                <a:lnTo>
                  <a:pt x="1714550" y="3429036"/>
                </a:lnTo>
                <a:lnTo>
                  <a:pt x="1714489" y="3429036"/>
                </a:lnTo>
                <a:lnTo>
                  <a:pt x="1539219" y="3420186"/>
                </a:lnTo>
                <a:cubicBezTo>
                  <a:pt x="674662" y="3332385"/>
                  <a:pt x="0" y="2602241"/>
                  <a:pt x="0" y="1714519"/>
                </a:cubicBezTo>
                <a:cubicBezTo>
                  <a:pt x="0" y="767616"/>
                  <a:pt x="767616" y="0"/>
                  <a:pt x="171451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29" name="Vrije vorm: vorm 28">
            <a:extLst>
              <a:ext uri="{FF2B5EF4-FFF2-40B4-BE49-F238E27FC236}">
                <a16:creationId xmlns:a16="http://schemas.microsoft.com/office/drawing/2014/main" id="{FC900A57-7926-24B7-9215-D2CE877694B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855513" y="0"/>
            <a:ext cx="5336487" cy="3429257"/>
          </a:xfrm>
          <a:custGeom>
            <a:avLst/>
            <a:gdLst>
              <a:gd name="connsiteX0" fmla="*/ 1704578 w 5336487"/>
              <a:gd name="connsiteY0" fmla="*/ 0 h 3429257"/>
              <a:gd name="connsiteX1" fmla="*/ 5336487 w 5336487"/>
              <a:gd name="connsiteY1" fmla="*/ 0 h 3429257"/>
              <a:gd name="connsiteX2" fmla="*/ 5336487 w 5336487"/>
              <a:gd name="connsiteY2" fmla="*/ 3428596 h 3429257"/>
              <a:gd name="connsiteX3" fmla="*/ 1714520 w 5336487"/>
              <a:gd name="connsiteY3" fmla="*/ 3428596 h 3429257"/>
              <a:gd name="connsiteX4" fmla="*/ 1714520 w 5336487"/>
              <a:gd name="connsiteY4" fmla="*/ 3429257 h 3429257"/>
              <a:gd name="connsiteX5" fmla="*/ 0 w 5336487"/>
              <a:gd name="connsiteY5" fmla="*/ 1714738 h 3429257"/>
              <a:gd name="connsiteX6" fmla="*/ 1539228 w 5336487"/>
              <a:gd name="connsiteY6" fmla="*/ 9072 h 3429257"/>
              <a:gd name="connsiteX7" fmla="*/ 1704578 w 5336487"/>
              <a:gd name="connsiteY7" fmla="*/ 722 h 3429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6487" h="3429257">
                <a:moveTo>
                  <a:pt x="1704578" y="0"/>
                </a:moveTo>
                <a:lnTo>
                  <a:pt x="5336487" y="0"/>
                </a:lnTo>
                <a:lnTo>
                  <a:pt x="5336487" y="3428596"/>
                </a:lnTo>
                <a:lnTo>
                  <a:pt x="1714520" y="3428596"/>
                </a:lnTo>
                <a:lnTo>
                  <a:pt x="1714520" y="3429257"/>
                </a:lnTo>
                <a:cubicBezTo>
                  <a:pt x="767677" y="3429257"/>
                  <a:pt x="0" y="2661581"/>
                  <a:pt x="0" y="1714738"/>
                </a:cubicBezTo>
                <a:cubicBezTo>
                  <a:pt x="0" y="827073"/>
                  <a:pt x="674713" y="96879"/>
                  <a:pt x="1539228" y="9072"/>
                </a:cubicBezTo>
                <a:lnTo>
                  <a:pt x="1704578" y="722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26" name="Vrije vorm: vorm 25">
            <a:extLst>
              <a:ext uri="{FF2B5EF4-FFF2-40B4-BE49-F238E27FC236}">
                <a16:creationId xmlns:a16="http://schemas.microsoft.com/office/drawing/2014/main" id="{A7F62A91-6B15-C9EE-382F-86A659D572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426450" y="0"/>
            <a:ext cx="3429053" cy="3428614"/>
          </a:xfrm>
          <a:custGeom>
            <a:avLst/>
            <a:gdLst>
              <a:gd name="connsiteX0" fmla="*/ 3428611 w 3429053"/>
              <a:gd name="connsiteY0" fmla="*/ 0 h 3428614"/>
              <a:gd name="connsiteX1" fmla="*/ 3429051 w 3429053"/>
              <a:gd name="connsiteY1" fmla="*/ 0 h 3428614"/>
              <a:gd name="connsiteX2" fmla="*/ 3429053 w 3429053"/>
              <a:gd name="connsiteY2" fmla="*/ 3428612 h 3428614"/>
              <a:gd name="connsiteX3" fmla="*/ 0 w 3429053"/>
              <a:gd name="connsiteY3" fmla="*/ 3428614 h 342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53" h="3428614">
                <a:moveTo>
                  <a:pt x="3428611" y="0"/>
                </a:moveTo>
                <a:lnTo>
                  <a:pt x="3429051" y="0"/>
                </a:lnTo>
                <a:lnTo>
                  <a:pt x="3429053" y="3428612"/>
                </a:lnTo>
                <a:lnTo>
                  <a:pt x="0" y="342861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58899A0D-0B1B-CA05-4E14-E7890944FE0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3429036" cy="3429037"/>
          </a:xfrm>
          <a:custGeom>
            <a:avLst/>
            <a:gdLst>
              <a:gd name="connsiteX0" fmla="*/ 0 w 3429036"/>
              <a:gd name="connsiteY0" fmla="*/ 0 h 3429037"/>
              <a:gd name="connsiteX1" fmla="*/ 3429036 w 3429036"/>
              <a:gd name="connsiteY1" fmla="*/ 0 h 3429037"/>
              <a:gd name="connsiteX2" fmla="*/ 3429036 w 3429036"/>
              <a:gd name="connsiteY2" fmla="*/ 3429037 h 3429037"/>
              <a:gd name="connsiteX3" fmla="*/ 0 w 3429036"/>
              <a:gd name="connsiteY3" fmla="*/ 3429037 h 3429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36" h="3429037">
                <a:moveTo>
                  <a:pt x="0" y="0"/>
                </a:moveTo>
                <a:lnTo>
                  <a:pt x="3429036" y="0"/>
                </a:lnTo>
                <a:lnTo>
                  <a:pt x="3429036" y="3429037"/>
                </a:lnTo>
                <a:lnTo>
                  <a:pt x="0" y="342903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762066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059F41D-D72F-FEDC-A7E6-088E2230AB0A}"/>
              </a:ext>
            </a:extLst>
          </p:cNvPr>
          <p:cNvSpPr/>
          <p:nvPr userDrawn="1"/>
        </p:nvSpPr>
        <p:spPr>
          <a:xfrm>
            <a:off x="10393017" y="0"/>
            <a:ext cx="1798983" cy="6858000"/>
          </a:xfrm>
          <a:prstGeom prst="rect">
            <a:avLst/>
          </a:prstGeom>
          <a:solidFill>
            <a:srgbClr val="D1E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3A5B7-F7A1-2A81-B060-4471930D9C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572405" y="509318"/>
            <a:ext cx="1460500" cy="603756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0" name="Tijdelijke aanduiding voor inhoud 15">
            <a:extLst>
              <a:ext uri="{FF2B5EF4-FFF2-40B4-BE49-F238E27FC236}">
                <a16:creationId xmlns:a16="http://schemas.microsoft.com/office/drawing/2014/main" id="{A06B284A-3001-B204-C263-77F64B5BC78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72103" y="1941197"/>
            <a:ext cx="9334423" cy="4605686"/>
          </a:xfr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3A7F70D-61FC-AAE9-23E1-95270FC61E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11624" y="6572592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7" name="Tijdelijke aanduiding voor titel 1">
            <a:extLst>
              <a:ext uri="{FF2B5EF4-FFF2-40B4-BE49-F238E27FC236}">
                <a16:creationId xmlns:a16="http://schemas.microsoft.com/office/drawing/2014/main" id="{135D7E9E-9702-4AA9-CFEC-B7AE43037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9314526" cy="7091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8130054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059F41D-D72F-FEDC-A7E6-088E2230AB0A}"/>
              </a:ext>
            </a:extLst>
          </p:cNvPr>
          <p:cNvSpPr/>
          <p:nvPr userDrawn="1"/>
        </p:nvSpPr>
        <p:spPr>
          <a:xfrm>
            <a:off x="9488557" y="0"/>
            <a:ext cx="2703443" cy="6858000"/>
          </a:xfrm>
          <a:prstGeom prst="rect">
            <a:avLst/>
          </a:prstGeom>
          <a:solidFill>
            <a:srgbClr val="D1E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67E2520-EB25-E635-21F8-8F668D2E9C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67944" y="483553"/>
            <a:ext cx="2325273" cy="6063329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F18AADA3-75EA-E468-B9CE-4E86AFCF87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53262" y="6572592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5" name="Tijdelijke aanduiding voor inhoud 15">
            <a:extLst>
              <a:ext uri="{FF2B5EF4-FFF2-40B4-BE49-F238E27FC236}">
                <a16:creationId xmlns:a16="http://schemas.microsoft.com/office/drawing/2014/main" id="{D297879F-9AB9-D241-D872-8338BFDD1B1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2103" y="1941197"/>
            <a:ext cx="8415857" cy="4605686"/>
          </a:xfr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jdelijke aanduiding voor titel 1">
            <a:extLst>
              <a:ext uri="{FF2B5EF4-FFF2-40B4-BE49-F238E27FC236}">
                <a16:creationId xmlns:a16="http://schemas.microsoft.com/office/drawing/2014/main" id="{AFA85D15-950D-5205-65AE-FD34F85B3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8395960" cy="7091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4615566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059F41D-D72F-FEDC-A7E6-088E2230AB0A}"/>
              </a:ext>
            </a:extLst>
          </p:cNvPr>
          <p:cNvSpPr/>
          <p:nvPr userDrawn="1"/>
        </p:nvSpPr>
        <p:spPr>
          <a:xfrm>
            <a:off x="8951843" y="0"/>
            <a:ext cx="3240157" cy="6858000"/>
          </a:xfrm>
          <a:prstGeom prst="rect">
            <a:avLst/>
          </a:prstGeom>
          <a:solidFill>
            <a:srgbClr val="D1E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A0A8831-D115-3A53-5004-562A479AA5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1230" y="509318"/>
            <a:ext cx="2871925" cy="603756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4E8063D-C076-3A42-8E85-5A3C0808F0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59968" y="6589466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7" name="Tijdelijke aanduiding voor inhoud 15">
            <a:extLst>
              <a:ext uri="{FF2B5EF4-FFF2-40B4-BE49-F238E27FC236}">
                <a16:creationId xmlns:a16="http://schemas.microsoft.com/office/drawing/2014/main" id="{7999EFFF-F513-9E12-5D7F-01FFCDB1B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2104" y="1941197"/>
            <a:ext cx="7902664" cy="4605686"/>
          </a:xfr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jdelijke aanduiding voor titel 1">
            <a:extLst>
              <a:ext uri="{FF2B5EF4-FFF2-40B4-BE49-F238E27FC236}">
                <a16:creationId xmlns:a16="http://schemas.microsoft.com/office/drawing/2014/main" id="{9F63AF8C-D274-D6FC-A1D3-65379BBEA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7882768" cy="7091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2847722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E83433-073D-FAD0-8CBF-5DDC296A90B1}"/>
              </a:ext>
            </a:extLst>
          </p:cNvPr>
          <p:cNvSpPr/>
          <p:nvPr userDrawn="1"/>
        </p:nvSpPr>
        <p:spPr>
          <a:xfrm>
            <a:off x="8047383" y="0"/>
            <a:ext cx="4144617" cy="6858000"/>
          </a:xfrm>
          <a:prstGeom prst="rect">
            <a:avLst/>
          </a:prstGeom>
          <a:solidFill>
            <a:srgbClr val="D1E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B02C5CF-7565-E7B3-8279-F453CE14D5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26771" y="509317"/>
            <a:ext cx="3726690" cy="603756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1187C346-FD3A-4AA4-6E7E-FA58478211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29372" y="6572592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7" name="Tijdelijke aanduiding voor inhoud 15">
            <a:extLst>
              <a:ext uri="{FF2B5EF4-FFF2-40B4-BE49-F238E27FC236}">
                <a16:creationId xmlns:a16="http://schemas.microsoft.com/office/drawing/2014/main" id="{5E160767-A8CD-B735-6057-D46669022B3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2104" y="1941197"/>
            <a:ext cx="6952170" cy="4605686"/>
          </a:xfr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jdelijke aanduiding voor titel 1">
            <a:extLst>
              <a:ext uri="{FF2B5EF4-FFF2-40B4-BE49-F238E27FC236}">
                <a16:creationId xmlns:a16="http://schemas.microsoft.com/office/drawing/2014/main" id="{98A6CD7A-D7D8-36C8-FDF8-C06A11FC6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6932274" cy="7091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5911725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A12E129-21AC-539E-CB6C-BCFD39163ABD}"/>
              </a:ext>
            </a:extLst>
          </p:cNvPr>
          <p:cNvSpPr/>
          <p:nvPr userDrawn="1"/>
        </p:nvSpPr>
        <p:spPr>
          <a:xfrm>
            <a:off x="7527636" y="0"/>
            <a:ext cx="4664364" cy="6858000"/>
          </a:xfrm>
          <a:prstGeom prst="rect">
            <a:avLst/>
          </a:prstGeom>
          <a:solidFill>
            <a:srgbClr val="D1E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14AF565-DE0F-14E6-AA66-2496B218E2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68962" y="509318"/>
            <a:ext cx="4054682" cy="603756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954CFD31-F06E-68B9-8B2A-59662553DD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56021" y="6546883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10" name="Tijdelijke aanduiding voor inhoud 15">
            <a:extLst>
              <a:ext uri="{FF2B5EF4-FFF2-40B4-BE49-F238E27FC236}">
                <a16:creationId xmlns:a16="http://schemas.microsoft.com/office/drawing/2014/main" id="{F02AB14A-1194-744E-C1A6-1832C09E641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72104" y="1941197"/>
            <a:ext cx="6398717" cy="4605686"/>
          </a:xfr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jdelijke aanduiding voor titel 1">
            <a:extLst>
              <a:ext uri="{FF2B5EF4-FFF2-40B4-BE49-F238E27FC236}">
                <a16:creationId xmlns:a16="http://schemas.microsoft.com/office/drawing/2014/main" id="{53BFDA23-40B8-F83F-EED5-FD7F0D1F0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6398717" cy="7091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3908271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titel 1">
            <a:extLst>
              <a:ext uri="{FF2B5EF4-FFF2-40B4-BE49-F238E27FC236}">
                <a16:creationId xmlns:a16="http://schemas.microsoft.com/office/drawing/2014/main" id="{ACF9D0A0-3AD3-55DE-36A2-5D620E21B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819605"/>
            <a:ext cx="5159464" cy="7091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3348EE-B04D-6260-4764-31AFE3FAEF7D}"/>
              </a:ext>
            </a:extLst>
          </p:cNvPr>
          <p:cNvSpPr/>
          <p:nvPr userDrawn="1"/>
        </p:nvSpPr>
        <p:spPr>
          <a:xfrm>
            <a:off x="6407408" y="0"/>
            <a:ext cx="5784592" cy="6858000"/>
          </a:xfrm>
          <a:prstGeom prst="rect">
            <a:avLst/>
          </a:prstGeom>
          <a:solidFill>
            <a:srgbClr val="D1E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3FC5E408-3D19-131D-BF8E-BDD2971996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6768" y="6546883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10" name="Tijdelijke aanduiding voor inhoud 15">
            <a:extLst>
              <a:ext uri="{FF2B5EF4-FFF2-40B4-BE49-F238E27FC236}">
                <a16:creationId xmlns:a16="http://schemas.microsoft.com/office/drawing/2014/main" id="{9D587EF1-66AF-210B-59BA-DFF7A26B959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72104" y="1941197"/>
            <a:ext cx="5159464" cy="4605686"/>
          </a:xfr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FB830B2B-8E62-1654-6CEF-F3ACA951F2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25653" y="509318"/>
            <a:ext cx="5197991" cy="603756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9639424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059F41D-D72F-FEDC-A7E6-088E2230AB0A}"/>
              </a:ext>
            </a:extLst>
          </p:cNvPr>
          <p:cNvSpPr/>
          <p:nvPr userDrawn="1"/>
        </p:nvSpPr>
        <p:spPr>
          <a:xfrm>
            <a:off x="0" y="0"/>
            <a:ext cx="1798983" cy="6858000"/>
          </a:xfrm>
          <a:prstGeom prst="rect">
            <a:avLst/>
          </a:prstGeom>
          <a:solidFill>
            <a:srgbClr val="D1E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3A5B7-F7A1-2A81-B060-4471930D9C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388" y="521350"/>
            <a:ext cx="1460500" cy="603756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F03A845E-4D25-AD66-76EE-69FC1CDC9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65400" y="6584625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6" name="Tijdelijke aanduiding voor inhoud 15">
            <a:extLst>
              <a:ext uri="{FF2B5EF4-FFF2-40B4-BE49-F238E27FC236}">
                <a16:creationId xmlns:a16="http://schemas.microsoft.com/office/drawing/2014/main" id="{AE6D569B-E2AC-8B00-4DED-D9D80C03E86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904" y="1941197"/>
            <a:ext cx="9422296" cy="4605686"/>
          </a:xfr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jdelijke aanduiding voor titel 1">
            <a:extLst>
              <a:ext uri="{FF2B5EF4-FFF2-40B4-BE49-F238E27FC236}">
                <a16:creationId xmlns:a16="http://schemas.microsoft.com/office/drawing/2014/main" id="{E6726E29-1A3E-A7AC-9AA0-D57355565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904" y="602673"/>
            <a:ext cx="9402212" cy="7091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7195178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059F41D-D72F-FEDC-A7E6-088E2230AB0A}"/>
              </a:ext>
            </a:extLst>
          </p:cNvPr>
          <p:cNvSpPr/>
          <p:nvPr userDrawn="1"/>
        </p:nvSpPr>
        <p:spPr>
          <a:xfrm>
            <a:off x="0" y="0"/>
            <a:ext cx="2703443" cy="6858000"/>
          </a:xfrm>
          <a:prstGeom prst="rect">
            <a:avLst/>
          </a:prstGeom>
          <a:solidFill>
            <a:srgbClr val="D1E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67E2520-EB25-E635-21F8-8F668D2E9C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387" y="521349"/>
            <a:ext cx="2325273" cy="603756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C6B3FBB0-696C-75E0-6521-31F13F025D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65400" y="6584625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9" name="Tijdelijke aanduiding voor inhoud 15">
            <a:extLst>
              <a:ext uri="{FF2B5EF4-FFF2-40B4-BE49-F238E27FC236}">
                <a16:creationId xmlns:a16="http://schemas.microsoft.com/office/drawing/2014/main" id="{CB862EE8-2520-9DBB-39A4-BAF7CB65F6B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031958" y="1941197"/>
            <a:ext cx="8448242" cy="4605686"/>
          </a:xfr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jdelijke aanduiding voor titel 1">
            <a:extLst>
              <a:ext uri="{FF2B5EF4-FFF2-40B4-BE49-F238E27FC236}">
                <a16:creationId xmlns:a16="http://schemas.microsoft.com/office/drawing/2014/main" id="{78E54205-DCA7-6392-B04B-BDA9136B8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58" y="602673"/>
            <a:ext cx="8428158" cy="7091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9731576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059F41D-D72F-FEDC-A7E6-088E2230AB0A}"/>
              </a:ext>
            </a:extLst>
          </p:cNvPr>
          <p:cNvSpPr/>
          <p:nvPr userDrawn="1"/>
        </p:nvSpPr>
        <p:spPr>
          <a:xfrm>
            <a:off x="0" y="0"/>
            <a:ext cx="3240157" cy="6858000"/>
          </a:xfrm>
          <a:prstGeom prst="rect">
            <a:avLst/>
          </a:prstGeom>
          <a:solidFill>
            <a:srgbClr val="D1E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A0A8831-D115-3A53-5004-562A479AA5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387" y="521350"/>
            <a:ext cx="2871925" cy="603756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0302B45-49A6-B318-C333-AEC1A7BFA7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65400" y="6584625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9" name="Tijdelijke aanduiding voor inhoud 15">
            <a:extLst>
              <a:ext uri="{FF2B5EF4-FFF2-40B4-BE49-F238E27FC236}">
                <a16:creationId xmlns:a16="http://schemas.microsoft.com/office/drawing/2014/main" id="{84AA6612-4C44-881C-194A-EFA9C597C80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557182" y="1941197"/>
            <a:ext cx="7923018" cy="4605686"/>
          </a:xfr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jdelijke aanduiding voor titel 1">
            <a:extLst>
              <a:ext uri="{FF2B5EF4-FFF2-40B4-BE49-F238E27FC236}">
                <a16:creationId xmlns:a16="http://schemas.microsoft.com/office/drawing/2014/main" id="{7F59D212-8C1B-0726-669E-F797E772D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7182" y="602673"/>
            <a:ext cx="7902934" cy="7091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4279184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059F41D-D72F-FEDC-A7E6-088E2230AB0A}"/>
              </a:ext>
            </a:extLst>
          </p:cNvPr>
          <p:cNvSpPr/>
          <p:nvPr userDrawn="1"/>
        </p:nvSpPr>
        <p:spPr>
          <a:xfrm>
            <a:off x="0" y="0"/>
            <a:ext cx="4144617" cy="6858000"/>
          </a:xfrm>
          <a:prstGeom prst="rect">
            <a:avLst/>
          </a:prstGeom>
          <a:solidFill>
            <a:srgbClr val="D1E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CA03C8C-655D-7451-C879-3DDEE48C56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388" y="521350"/>
            <a:ext cx="3726690" cy="603756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41CE4071-AAB5-A31C-8733-D61BBD3AB8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65400" y="6584625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9" name="Tijdelijke aanduiding voor inhoud 15">
            <a:extLst>
              <a:ext uri="{FF2B5EF4-FFF2-40B4-BE49-F238E27FC236}">
                <a16:creationId xmlns:a16="http://schemas.microsoft.com/office/drawing/2014/main" id="{C14B3FD5-3D55-F4B4-E240-F4E6DB49635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19708" y="1941197"/>
            <a:ext cx="6960492" cy="4605686"/>
          </a:xfr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jdelijke aanduiding voor titel 1">
            <a:extLst>
              <a:ext uri="{FF2B5EF4-FFF2-40B4-BE49-F238E27FC236}">
                <a16:creationId xmlns:a16="http://schemas.microsoft.com/office/drawing/2014/main" id="{7AD7934C-C2DB-888D-A814-BF91FBCE5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9708" y="602673"/>
            <a:ext cx="6940408" cy="7091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217551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059F41D-D72F-FEDC-A7E6-088E2230AB0A}"/>
              </a:ext>
            </a:extLst>
          </p:cNvPr>
          <p:cNvSpPr/>
          <p:nvPr userDrawn="1"/>
        </p:nvSpPr>
        <p:spPr>
          <a:xfrm>
            <a:off x="0" y="0"/>
            <a:ext cx="4664364" cy="6858000"/>
          </a:xfrm>
          <a:prstGeom prst="rect">
            <a:avLst/>
          </a:prstGeom>
          <a:solidFill>
            <a:srgbClr val="D1E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72D72D0-B26A-ECF2-DE7D-7A23419DC0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387" y="521350"/>
            <a:ext cx="4207885" cy="603756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678A739-AC33-D7D9-A740-B24EB57CC0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65400" y="6584625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9" name="Tijdelijke aanduiding voor inhoud 15">
            <a:extLst>
              <a:ext uri="{FF2B5EF4-FFF2-40B4-BE49-F238E27FC236}">
                <a16:creationId xmlns:a16="http://schemas.microsoft.com/office/drawing/2014/main" id="{ABDBFA22-EF37-0218-7390-BEF56E84C03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024582" y="1941197"/>
            <a:ext cx="6455617" cy="4605686"/>
          </a:xfr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jdelijke aanduiding voor titel 1">
            <a:extLst>
              <a:ext uri="{FF2B5EF4-FFF2-40B4-BE49-F238E27FC236}">
                <a16:creationId xmlns:a16="http://schemas.microsoft.com/office/drawing/2014/main" id="{1499FE1D-B33B-D46B-6405-A22088717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98" y="602673"/>
            <a:ext cx="6455618" cy="7091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5254468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titel 1">
            <a:extLst>
              <a:ext uri="{FF2B5EF4-FFF2-40B4-BE49-F238E27FC236}">
                <a16:creationId xmlns:a16="http://schemas.microsoft.com/office/drawing/2014/main" id="{12E35E04-2E04-C927-9253-162F2ED07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4147" y="602673"/>
            <a:ext cx="5295967" cy="7222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5323C97-FC53-4F1C-CE1B-136537562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65400" y="6584625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4" name="Tijdelijke aanduiding voor inhoud 15">
            <a:extLst>
              <a:ext uri="{FF2B5EF4-FFF2-40B4-BE49-F238E27FC236}">
                <a16:creationId xmlns:a16="http://schemas.microsoft.com/office/drawing/2014/main" id="{68257040-1AAB-CA29-FB1D-0C6A1611571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84232" y="1941197"/>
            <a:ext cx="5295967" cy="4605686"/>
          </a:xfr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679CD2-25C4-67F6-7415-89D9F10F1A38}"/>
              </a:ext>
            </a:extLst>
          </p:cNvPr>
          <p:cNvSpPr/>
          <p:nvPr userDrawn="1"/>
        </p:nvSpPr>
        <p:spPr>
          <a:xfrm>
            <a:off x="-5422" y="0"/>
            <a:ext cx="5784592" cy="6858000"/>
          </a:xfrm>
          <a:prstGeom prst="rect">
            <a:avLst/>
          </a:prstGeom>
          <a:solidFill>
            <a:srgbClr val="D1E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F171F31-BA02-81F7-A01F-0FF77481DC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387" y="521350"/>
            <a:ext cx="5270918" cy="603756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769200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widt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F7F5925E-98AA-0FE4-C000-F64D8B4F70E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92162" y="647700"/>
            <a:ext cx="10607675" cy="5562600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4097E0A-A061-7857-CA05-21B95468FA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65400" y="6584625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337583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726" y="839787"/>
            <a:ext cx="11039437" cy="4708125"/>
          </a:xfrm>
        </p:spPr>
        <p:txBody>
          <a:bodyPr/>
          <a:lstStyle>
            <a:lvl1pPr marL="377143" indent="-316395" defTabSz="321457">
              <a:lnSpc>
                <a:spcPct val="120000"/>
              </a:lnSpc>
              <a:buFont typeface="Arial" panose="020B0604020202020204" pitchFamily="34" charset="0"/>
              <a:buChar char="̶"/>
              <a:defRPr/>
            </a:lvl1pPr>
            <a:lvl2pPr marL="822627" indent="-316395">
              <a:lnSpc>
                <a:spcPct val="120000"/>
              </a:lnSpc>
              <a:defRPr/>
            </a:lvl2pPr>
            <a:lvl3pPr marL="1235206" indent="-316395" defTabSz="321457">
              <a:lnSpc>
                <a:spcPct val="120000"/>
              </a:lnSpc>
              <a:defRPr/>
            </a:lvl3pPr>
            <a:lvl4pPr marL="1637661" indent="-387267" defTabSz="321457">
              <a:lnSpc>
                <a:spcPct val="120000"/>
              </a:lnSpc>
              <a:defRPr/>
            </a:lvl4pPr>
            <a:lvl5pPr marL="2083145" indent="-311333" defTabSz="321457">
              <a:lnSpc>
                <a:spcPct val="120000"/>
              </a:lnSpc>
              <a:buFont typeface="Arial" panose="020B0604020202020204" pitchFamily="34" charset="0"/>
              <a:buChar char="̶"/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64D7D-0942-4B2E-ABEE-131911B5EB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39967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42977" y="0"/>
            <a:ext cx="11549023" cy="5553563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66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07842" y="2282428"/>
            <a:ext cx="10676456" cy="3119285"/>
          </a:xfrm>
        </p:spPr>
        <p:txBody>
          <a:bodyPr anchor="b">
            <a:noAutofit/>
          </a:bodyPr>
          <a:lstStyle>
            <a:lvl1pPr algn="l">
              <a:lnSpc>
                <a:spcPts val="7734"/>
              </a:lnSpc>
              <a:defRPr sz="7031" u="sng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</a:defRPr>
            </a:lvl1pPr>
          </a:lstStyle>
          <a:p>
            <a:r>
              <a:rPr lang="en-GB" noProof="0" dirty="0"/>
              <a:t>Click to add chapter title</a:t>
            </a:r>
          </a:p>
        </p:txBody>
      </p:sp>
      <p:sp>
        <p:nvSpPr>
          <p:cNvPr id="8" name="Titles positoning box" hidden="1"/>
          <p:cNvSpPr/>
          <p:nvPr/>
        </p:nvSpPr>
        <p:spPr>
          <a:xfrm>
            <a:off x="964465" y="5163750"/>
            <a:ext cx="10555957" cy="405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66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62754" y="6292057"/>
            <a:ext cx="648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E64C8"/>
                </a:solidFill>
              </a:defRPr>
            </a:lvl1pPr>
          </a:lstStyle>
          <a:p>
            <a:fld id="{47C64D7D-0942-4B2E-ABEE-131911B5EB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059924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56032"/>
            <a:ext cx="6949439" cy="1124712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755648"/>
            <a:ext cx="694944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7C02181-FA39-ABBD-5759-8846E0FE79F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29016" y="758952"/>
            <a:ext cx="3300984" cy="5330952"/>
          </a:xfrm>
          <a:prstGeom prst="rect">
            <a:avLst/>
          </a:pr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A6A8C34F-BCF9-44D6-9A61-F95110E279A3}" type="datetime4">
              <a:rPr lang="en-US" smtClean="0"/>
              <a:t>October 24, 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0605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94925F7-3367-5E1C-72A7-0F7C7D5098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000" y="3428996"/>
            <a:ext cx="5616000" cy="26280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01</a:t>
            </a:r>
            <a:br>
              <a:rPr lang="en-US" dirty="0"/>
            </a:br>
            <a:r>
              <a:rPr lang="en-US" dirty="0"/>
              <a:t>Click to edit chapter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172C627-6B22-1CE4-C94A-AD37FEE63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000" y="288000"/>
            <a:ext cx="914400" cy="485775"/>
          </a:xfrm>
          <a:prstGeom prst="rect">
            <a:avLst/>
          </a:prstGeom>
        </p:spPr>
      </p:pic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9D7874E6-8F32-E150-BAF7-B511F20500C6}"/>
              </a:ext>
            </a:extLst>
          </p:cNvPr>
          <p:cNvSpPr/>
          <p:nvPr/>
        </p:nvSpPr>
        <p:spPr>
          <a:xfrm>
            <a:off x="6319232" y="979711"/>
            <a:ext cx="1959432" cy="1959432"/>
          </a:xfrm>
          <a:custGeom>
            <a:avLst/>
            <a:gdLst>
              <a:gd name="connsiteX0" fmla="*/ 1959432 w 1959432"/>
              <a:gd name="connsiteY0" fmla="*/ 979716 h 1959432"/>
              <a:gd name="connsiteX1" fmla="*/ 979716 w 1959432"/>
              <a:gd name="connsiteY1" fmla="*/ 1959432 h 1959432"/>
              <a:gd name="connsiteX2" fmla="*/ 0 w 1959432"/>
              <a:gd name="connsiteY2" fmla="*/ 979716 h 1959432"/>
              <a:gd name="connsiteX3" fmla="*/ 979716 w 1959432"/>
              <a:gd name="connsiteY3" fmla="*/ 0 h 1959432"/>
              <a:gd name="connsiteX4" fmla="*/ 1959432 w 1959432"/>
              <a:gd name="connsiteY4" fmla="*/ 979716 h 1959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9432" h="1959432">
                <a:moveTo>
                  <a:pt x="1959432" y="979716"/>
                </a:moveTo>
                <a:cubicBezTo>
                  <a:pt x="1959432" y="1520798"/>
                  <a:pt x="1520799" y="1959432"/>
                  <a:pt x="979716" y="1959432"/>
                </a:cubicBezTo>
                <a:cubicBezTo>
                  <a:pt x="438634" y="1959432"/>
                  <a:pt x="0" y="1520798"/>
                  <a:pt x="0" y="979716"/>
                </a:cubicBezTo>
                <a:cubicBezTo>
                  <a:pt x="0" y="438634"/>
                  <a:pt x="438634" y="0"/>
                  <a:pt x="979716" y="0"/>
                </a:cubicBezTo>
                <a:cubicBezTo>
                  <a:pt x="1520799" y="0"/>
                  <a:pt x="1959432" y="438634"/>
                  <a:pt x="1959432" y="979716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1" name="Vrije vorm: vorm 10">
            <a:extLst>
              <a:ext uri="{FF2B5EF4-FFF2-40B4-BE49-F238E27FC236}">
                <a16:creationId xmlns:a16="http://schemas.microsoft.com/office/drawing/2014/main" id="{2086703F-1C6B-9CEE-059F-79D72CC7F7D9}"/>
              </a:ext>
            </a:extLst>
          </p:cNvPr>
          <p:cNvSpPr/>
          <p:nvPr/>
        </p:nvSpPr>
        <p:spPr>
          <a:xfrm rot="18900000">
            <a:off x="10520734" y="5185526"/>
            <a:ext cx="1385515" cy="1385515"/>
          </a:xfrm>
          <a:custGeom>
            <a:avLst/>
            <a:gdLst>
              <a:gd name="connsiteX0" fmla="*/ 0 w 1385515"/>
              <a:gd name="connsiteY0" fmla="*/ 0 h 1385515"/>
              <a:gd name="connsiteX1" fmla="*/ 1385515 w 1385515"/>
              <a:gd name="connsiteY1" fmla="*/ 0 h 1385515"/>
              <a:gd name="connsiteX2" fmla="*/ 1385515 w 1385515"/>
              <a:gd name="connsiteY2" fmla="*/ 1385516 h 1385515"/>
              <a:gd name="connsiteX3" fmla="*/ 0 w 1385515"/>
              <a:gd name="connsiteY3" fmla="*/ 1385516 h 1385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5515" h="1385515">
                <a:moveTo>
                  <a:pt x="0" y="0"/>
                </a:moveTo>
                <a:lnTo>
                  <a:pt x="1385515" y="0"/>
                </a:lnTo>
                <a:lnTo>
                  <a:pt x="1385515" y="1385516"/>
                </a:lnTo>
                <a:lnTo>
                  <a:pt x="0" y="1385516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2" name="Vrije vorm: vorm 11">
            <a:extLst>
              <a:ext uri="{FF2B5EF4-FFF2-40B4-BE49-F238E27FC236}">
                <a16:creationId xmlns:a16="http://schemas.microsoft.com/office/drawing/2014/main" id="{94737E12-FD75-B42D-8730-33325832D72C}"/>
              </a:ext>
            </a:extLst>
          </p:cNvPr>
          <p:cNvSpPr/>
          <p:nvPr/>
        </p:nvSpPr>
        <p:spPr>
          <a:xfrm>
            <a:off x="8278655" y="2939135"/>
            <a:ext cx="1959432" cy="1959432"/>
          </a:xfrm>
          <a:custGeom>
            <a:avLst/>
            <a:gdLst>
              <a:gd name="connsiteX0" fmla="*/ 0 w 1959432"/>
              <a:gd name="connsiteY0" fmla="*/ 0 h 1959432"/>
              <a:gd name="connsiteX1" fmla="*/ 1959433 w 1959432"/>
              <a:gd name="connsiteY1" fmla="*/ 0 h 1959432"/>
              <a:gd name="connsiteX2" fmla="*/ 1959433 w 1959432"/>
              <a:gd name="connsiteY2" fmla="*/ 1959432 h 1959432"/>
              <a:gd name="connsiteX3" fmla="*/ 0 w 1959432"/>
              <a:gd name="connsiteY3" fmla="*/ 1959432 h 1959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32" h="1959432">
                <a:moveTo>
                  <a:pt x="0" y="0"/>
                </a:moveTo>
                <a:lnTo>
                  <a:pt x="1959433" y="0"/>
                </a:lnTo>
                <a:lnTo>
                  <a:pt x="1959433" y="1959432"/>
                </a:lnTo>
                <a:lnTo>
                  <a:pt x="0" y="1959432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3" name="Vrije vorm: vorm 12">
            <a:extLst>
              <a:ext uri="{FF2B5EF4-FFF2-40B4-BE49-F238E27FC236}">
                <a16:creationId xmlns:a16="http://schemas.microsoft.com/office/drawing/2014/main" id="{8407AF6D-9000-F733-EA84-FF76C63BD23E}"/>
              </a:ext>
            </a:extLst>
          </p:cNvPr>
          <p:cNvSpPr/>
          <p:nvPr/>
        </p:nvSpPr>
        <p:spPr>
          <a:xfrm>
            <a:off x="8278655" y="4898567"/>
            <a:ext cx="1959432" cy="1959432"/>
          </a:xfrm>
          <a:custGeom>
            <a:avLst/>
            <a:gdLst>
              <a:gd name="connsiteX0" fmla="*/ 1959433 w 1959432"/>
              <a:gd name="connsiteY0" fmla="*/ 979716 h 1959432"/>
              <a:gd name="connsiteX1" fmla="*/ 979716 w 1959432"/>
              <a:gd name="connsiteY1" fmla="*/ 1959432 h 1959432"/>
              <a:gd name="connsiteX2" fmla="*/ 0 w 1959432"/>
              <a:gd name="connsiteY2" fmla="*/ 979716 h 1959432"/>
              <a:gd name="connsiteX3" fmla="*/ 979716 w 1959432"/>
              <a:gd name="connsiteY3" fmla="*/ 0 h 1959432"/>
              <a:gd name="connsiteX4" fmla="*/ 1959433 w 1959432"/>
              <a:gd name="connsiteY4" fmla="*/ 979716 h 1959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9432" h="1959432">
                <a:moveTo>
                  <a:pt x="1959433" y="979716"/>
                </a:moveTo>
                <a:cubicBezTo>
                  <a:pt x="1959433" y="1520798"/>
                  <a:pt x="1520799" y="1959432"/>
                  <a:pt x="979716" y="1959432"/>
                </a:cubicBezTo>
                <a:cubicBezTo>
                  <a:pt x="438634" y="1959432"/>
                  <a:pt x="0" y="1520799"/>
                  <a:pt x="0" y="979716"/>
                </a:cubicBezTo>
                <a:cubicBezTo>
                  <a:pt x="0" y="438634"/>
                  <a:pt x="438634" y="0"/>
                  <a:pt x="979716" y="0"/>
                </a:cubicBezTo>
                <a:cubicBezTo>
                  <a:pt x="1520799" y="0"/>
                  <a:pt x="1959433" y="438634"/>
                  <a:pt x="1959433" y="979716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5" name="Vrije vorm: vorm 14">
            <a:extLst>
              <a:ext uri="{FF2B5EF4-FFF2-40B4-BE49-F238E27FC236}">
                <a16:creationId xmlns:a16="http://schemas.microsoft.com/office/drawing/2014/main" id="{514ADAA3-453A-9C26-2FBA-422163CFD1A2}"/>
              </a:ext>
            </a:extLst>
          </p:cNvPr>
          <p:cNvSpPr/>
          <p:nvPr/>
        </p:nvSpPr>
        <p:spPr>
          <a:xfrm>
            <a:off x="8278655" y="1959427"/>
            <a:ext cx="1959432" cy="979716"/>
          </a:xfrm>
          <a:custGeom>
            <a:avLst/>
            <a:gdLst>
              <a:gd name="connsiteX0" fmla="*/ 1959432 w 1959432"/>
              <a:gd name="connsiteY0" fmla="*/ 1 h 979716"/>
              <a:gd name="connsiteX1" fmla="*/ 0 w 1959432"/>
              <a:gd name="connsiteY1" fmla="*/ 0 h 979716"/>
              <a:gd name="connsiteX2" fmla="*/ 979715 w 1959432"/>
              <a:gd name="connsiteY2" fmla="*/ 979717 h 979716"/>
              <a:gd name="connsiteX3" fmla="*/ 1959432 w 1959432"/>
              <a:gd name="connsiteY3" fmla="*/ 1 h 97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32" h="979716">
                <a:moveTo>
                  <a:pt x="1959432" y="1"/>
                </a:moveTo>
                <a:lnTo>
                  <a:pt x="0" y="0"/>
                </a:lnTo>
                <a:cubicBezTo>
                  <a:pt x="0" y="541049"/>
                  <a:pt x="438667" y="979716"/>
                  <a:pt x="979715" y="979717"/>
                </a:cubicBezTo>
                <a:cubicBezTo>
                  <a:pt x="1520764" y="979717"/>
                  <a:pt x="1959432" y="541049"/>
                  <a:pt x="1959432" y="1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13A82B70-3E4B-D590-C7AB-B541A730BDE4}"/>
              </a:ext>
            </a:extLst>
          </p:cNvPr>
          <p:cNvSpPr/>
          <p:nvPr/>
        </p:nvSpPr>
        <p:spPr>
          <a:xfrm>
            <a:off x="6319232" y="-4"/>
            <a:ext cx="1959432" cy="979716"/>
          </a:xfrm>
          <a:custGeom>
            <a:avLst/>
            <a:gdLst>
              <a:gd name="connsiteX0" fmla="*/ 0 w 1959432"/>
              <a:gd name="connsiteY0" fmla="*/ 979716 h 979716"/>
              <a:gd name="connsiteX1" fmla="*/ 1959432 w 1959432"/>
              <a:gd name="connsiteY1" fmla="*/ 979716 h 979716"/>
              <a:gd name="connsiteX2" fmla="*/ 979716 w 1959432"/>
              <a:gd name="connsiteY2" fmla="*/ 0 h 979716"/>
              <a:gd name="connsiteX3" fmla="*/ 0 w 1959432"/>
              <a:gd name="connsiteY3" fmla="*/ 979716 h 97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32" h="979716">
                <a:moveTo>
                  <a:pt x="0" y="979716"/>
                </a:moveTo>
                <a:lnTo>
                  <a:pt x="1959432" y="979716"/>
                </a:lnTo>
                <a:lnTo>
                  <a:pt x="979716" y="0"/>
                </a:lnTo>
                <a:lnTo>
                  <a:pt x="0" y="979716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4" name="Vrije vorm: vorm 23">
            <a:extLst>
              <a:ext uri="{FF2B5EF4-FFF2-40B4-BE49-F238E27FC236}">
                <a16:creationId xmlns:a16="http://schemas.microsoft.com/office/drawing/2014/main" id="{BF269EE7-C1AF-3F62-C49F-070358B3ED1D}"/>
              </a:ext>
            </a:extLst>
          </p:cNvPr>
          <p:cNvSpPr/>
          <p:nvPr/>
        </p:nvSpPr>
        <p:spPr>
          <a:xfrm>
            <a:off x="6319241" y="2939143"/>
            <a:ext cx="1959414" cy="979707"/>
          </a:xfrm>
          <a:custGeom>
            <a:avLst/>
            <a:gdLst>
              <a:gd name="connsiteX0" fmla="*/ 1959415 w 1959414"/>
              <a:gd name="connsiteY0" fmla="*/ 0 h 979707"/>
              <a:gd name="connsiteX1" fmla="*/ 0 w 1959414"/>
              <a:gd name="connsiteY1" fmla="*/ 1 h 979707"/>
              <a:gd name="connsiteX2" fmla="*/ 979708 w 1959414"/>
              <a:gd name="connsiteY2" fmla="*/ 979708 h 979707"/>
              <a:gd name="connsiteX3" fmla="*/ 1959415 w 1959414"/>
              <a:gd name="connsiteY3" fmla="*/ 0 h 979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14" h="979707">
                <a:moveTo>
                  <a:pt x="1959415" y="0"/>
                </a:moveTo>
                <a:lnTo>
                  <a:pt x="0" y="1"/>
                </a:lnTo>
                <a:lnTo>
                  <a:pt x="979708" y="979708"/>
                </a:lnTo>
                <a:lnTo>
                  <a:pt x="1959415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 dirty="0"/>
          </a:p>
        </p:txBody>
      </p:sp>
      <p:sp>
        <p:nvSpPr>
          <p:cNvPr id="25" name="Vrije vorm: vorm 24">
            <a:extLst>
              <a:ext uri="{FF2B5EF4-FFF2-40B4-BE49-F238E27FC236}">
                <a16:creationId xmlns:a16="http://schemas.microsoft.com/office/drawing/2014/main" id="{BD6879C0-8027-C467-721B-B6EA184AF2D1}"/>
              </a:ext>
            </a:extLst>
          </p:cNvPr>
          <p:cNvSpPr/>
          <p:nvPr/>
        </p:nvSpPr>
        <p:spPr>
          <a:xfrm rot="8100000">
            <a:off x="4646758" y="289739"/>
            <a:ext cx="1385515" cy="1385515"/>
          </a:xfrm>
          <a:custGeom>
            <a:avLst/>
            <a:gdLst>
              <a:gd name="connsiteX0" fmla="*/ 0 w 1385515"/>
              <a:gd name="connsiteY0" fmla="*/ 0 h 1385515"/>
              <a:gd name="connsiteX1" fmla="*/ 1385515 w 1385515"/>
              <a:gd name="connsiteY1" fmla="*/ 0 h 1385515"/>
              <a:gd name="connsiteX2" fmla="*/ 1385515 w 1385515"/>
              <a:gd name="connsiteY2" fmla="*/ 1385516 h 1385515"/>
              <a:gd name="connsiteX3" fmla="*/ 0 w 1385515"/>
              <a:gd name="connsiteY3" fmla="*/ 1385516 h 1385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5515" h="1385515">
                <a:moveTo>
                  <a:pt x="0" y="0"/>
                </a:moveTo>
                <a:lnTo>
                  <a:pt x="1385515" y="0"/>
                </a:lnTo>
                <a:lnTo>
                  <a:pt x="1385515" y="1385516"/>
                </a:lnTo>
                <a:lnTo>
                  <a:pt x="0" y="1385516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6" name="Vrije vorm: vorm 25">
            <a:extLst>
              <a:ext uri="{FF2B5EF4-FFF2-40B4-BE49-F238E27FC236}">
                <a16:creationId xmlns:a16="http://schemas.microsoft.com/office/drawing/2014/main" id="{80F902A1-E45C-814F-FECF-6D8954C7AEB7}"/>
              </a:ext>
            </a:extLst>
          </p:cNvPr>
          <p:cNvSpPr/>
          <p:nvPr/>
        </p:nvSpPr>
        <p:spPr>
          <a:xfrm rot="10800000">
            <a:off x="2400367" y="2781"/>
            <a:ext cx="1959432" cy="1959432"/>
          </a:xfrm>
          <a:custGeom>
            <a:avLst/>
            <a:gdLst>
              <a:gd name="connsiteX0" fmla="*/ 0 w 1959432"/>
              <a:gd name="connsiteY0" fmla="*/ 0 h 1959432"/>
              <a:gd name="connsiteX1" fmla="*/ 1959432 w 1959432"/>
              <a:gd name="connsiteY1" fmla="*/ 0 h 1959432"/>
              <a:gd name="connsiteX2" fmla="*/ 1959432 w 1959432"/>
              <a:gd name="connsiteY2" fmla="*/ 1959432 h 1959432"/>
              <a:gd name="connsiteX3" fmla="*/ 0 w 1959432"/>
              <a:gd name="connsiteY3" fmla="*/ 1959432 h 1959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32" h="1959432">
                <a:moveTo>
                  <a:pt x="0" y="0"/>
                </a:moveTo>
                <a:lnTo>
                  <a:pt x="1959432" y="0"/>
                </a:lnTo>
                <a:lnTo>
                  <a:pt x="1959432" y="1959432"/>
                </a:lnTo>
                <a:lnTo>
                  <a:pt x="0" y="1959432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7" name="Vrije vorm: vorm 26">
            <a:extLst>
              <a:ext uri="{FF2B5EF4-FFF2-40B4-BE49-F238E27FC236}">
                <a16:creationId xmlns:a16="http://schemas.microsoft.com/office/drawing/2014/main" id="{ECF82274-B301-1AF4-CC14-71F8F6BD4890}"/>
              </a:ext>
            </a:extLst>
          </p:cNvPr>
          <p:cNvSpPr/>
          <p:nvPr/>
        </p:nvSpPr>
        <p:spPr>
          <a:xfrm>
            <a:off x="4359799" y="1962213"/>
            <a:ext cx="1959432" cy="979716"/>
          </a:xfrm>
          <a:custGeom>
            <a:avLst/>
            <a:gdLst>
              <a:gd name="connsiteX0" fmla="*/ 1959432 w 1959432"/>
              <a:gd name="connsiteY0" fmla="*/ 0 h 979716"/>
              <a:gd name="connsiteX1" fmla="*/ 0 w 1959432"/>
              <a:gd name="connsiteY1" fmla="*/ 1 h 979716"/>
              <a:gd name="connsiteX2" fmla="*/ 979717 w 1959432"/>
              <a:gd name="connsiteY2" fmla="*/ 979716 h 979716"/>
              <a:gd name="connsiteX3" fmla="*/ 1959432 w 1959432"/>
              <a:gd name="connsiteY3" fmla="*/ 0 h 97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32" h="979716">
                <a:moveTo>
                  <a:pt x="1959432" y="0"/>
                </a:moveTo>
                <a:lnTo>
                  <a:pt x="0" y="1"/>
                </a:lnTo>
                <a:cubicBezTo>
                  <a:pt x="0" y="541049"/>
                  <a:pt x="438668" y="979717"/>
                  <a:pt x="979717" y="979716"/>
                </a:cubicBezTo>
                <a:cubicBezTo>
                  <a:pt x="1520765" y="979716"/>
                  <a:pt x="1959433" y="541048"/>
                  <a:pt x="1959432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3" name="Tijdelijke aanduiding voor tekst 26">
            <a:extLst>
              <a:ext uri="{FF2B5EF4-FFF2-40B4-BE49-F238E27FC236}">
                <a16:creationId xmlns:a16="http://schemas.microsoft.com/office/drawing/2014/main" id="{3323596C-789A-A39A-B269-94D6937570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98655" y="288000"/>
            <a:ext cx="3433345" cy="57232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descriptor </a:t>
            </a:r>
            <a:r>
              <a:rPr lang="nl-NL" dirty="0" err="1"/>
              <a:t>text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5794730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75A401C-8F84-8C77-40AD-A9323B5A5F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7" name="Tijdelijke aanduiding voor titel 1">
            <a:extLst>
              <a:ext uri="{FF2B5EF4-FFF2-40B4-BE49-F238E27FC236}">
                <a16:creationId xmlns:a16="http://schemas.microsoft.com/office/drawing/2014/main" id="{B9A848BD-DE03-CE71-54C1-D736261C6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57382"/>
            <a:ext cx="10608000" cy="382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0B1A7489-E08A-9653-8BBD-7F78C3161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000" y="1801091"/>
            <a:ext cx="10608000" cy="4745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00652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2">
            <a:extLst>
              <a:ext uri="{FF2B5EF4-FFF2-40B4-BE49-F238E27FC236}">
                <a16:creationId xmlns:a16="http://schemas.microsoft.com/office/drawing/2014/main" id="{454383B9-6827-26F2-8396-DE6E793DD38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2000" y="1226584"/>
            <a:ext cx="10608000" cy="38256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F17B860B-88EB-2C3A-BC9A-0EBEB580E3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9" name="Tijdelijke aanduiding voor titel 1">
            <a:extLst>
              <a:ext uri="{FF2B5EF4-FFF2-40B4-BE49-F238E27FC236}">
                <a16:creationId xmlns:a16="http://schemas.microsoft.com/office/drawing/2014/main" id="{07E8C7E6-78E5-F8DA-8C8B-5C8AEA551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57382"/>
            <a:ext cx="10608000" cy="382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6FF1A5CD-2E12-35EB-5E8C-536A5179B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000" y="1801091"/>
            <a:ext cx="10608000" cy="4745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72242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5E56D917-8B3E-E3F3-59B6-BFAF8729DE6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6360002" y="1801089"/>
            <a:ext cx="5040000" cy="4745792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247E0FE4-634D-2A6E-0BE5-C669C6CB52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B9C49DC-C51C-FA3C-E4DF-C3576B8B4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57382"/>
            <a:ext cx="10608000" cy="382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D3193884-716F-A4EE-E645-7D7728CA4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000" y="1801089"/>
            <a:ext cx="5039999" cy="47457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07102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2C0AEA8-36A5-0A78-8020-162823F2DF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1998" y="1801089"/>
            <a:ext cx="5040002" cy="4745792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5E56D917-8B3E-E3F3-59B6-BFAF8729DE6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6360002" y="1801089"/>
            <a:ext cx="5040000" cy="4745792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2C0C0982-8B23-8530-27F3-9C39D519D3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13" name="Tijdelijke aanduiding voor titel 1">
            <a:extLst>
              <a:ext uri="{FF2B5EF4-FFF2-40B4-BE49-F238E27FC236}">
                <a16:creationId xmlns:a16="http://schemas.microsoft.com/office/drawing/2014/main" id="{EBA348B3-6D0F-72AA-6208-95A92B816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57379"/>
            <a:ext cx="10608000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2">
            <a:extLst>
              <a:ext uri="{FF2B5EF4-FFF2-40B4-BE49-F238E27FC236}">
                <a16:creationId xmlns:a16="http://schemas.microsoft.com/office/drawing/2014/main" id="{182B0EB9-BCCC-40BD-7E9E-4276B850457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1998" y="1234005"/>
            <a:ext cx="5040001" cy="3729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15" name="Tijdelijke aanduiding voor tekst 2">
            <a:extLst>
              <a:ext uri="{FF2B5EF4-FFF2-40B4-BE49-F238E27FC236}">
                <a16:creationId xmlns:a16="http://schemas.microsoft.com/office/drawing/2014/main" id="{E137654F-57D1-05DF-0268-D15388111E7D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60002" y="1210676"/>
            <a:ext cx="5040001" cy="39629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966920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log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6DCB1552-6BA2-5743-9E75-BCEA0A87BB2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11998" y="1860381"/>
            <a:ext cx="720000" cy="720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</p:txBody>
      </p:sp>
      <p:sp>
        <p:nvSpPr>
          <p:cNvPr id="6" name="Tijdelijke aanduiding voor afbeelding 4">
            <a:extLst>
              <a:ext uri="{FF2B5EF4-FFF2-40B4-BE49-F238E27FC236}">
                <a16:creationId xmlns:a16="http://schemas.microsoft.com/office/drawing/2014/main" id="{CB9A7961-F32D-C953-455F-8511A70229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535999" y="1860381"/>
            <a:ext cx="720000" cy="7200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7" name="Tijdelijke aanduiding voor afbeelding 4">
            <a:extLst>
              <a:ext uri="{FF2B5EF4-FFF2-40B4-BE49-F238E27FC236}">
                <a16:creationId xmlns:a16="http://schemas.microsoft.com/office/drawing/2014/main" id="{49B8A7DA-608F-E1F1-3D28-26CAC74AEE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67998" y="1860381"/>
            <a:ext cx="720000" cy="7200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9" name="Tijdelijke aanduiding voor afbeelding 4">
            <a:extLst>
              <a:ext uri="{FF2B5EF4-FFF2-40B4-BE49-F238E27FC236}">
                <a16:creationId xmlns:a16="http://schemas.microsoft.com/office/drawing/2014/main" id="{46E0DBD1-6B7F-DFCF-0D6D-21B1F6CB82A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423998" y="1860381"/>
            <a:ext cx="720000" cy="7200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10" name="Tijdelijke aanduiding voor afbeelding 4">
            <a:extLst>
              <a:ext uri="{FF2B5EF4-FFF2-40B4-BE49-F238E27FC236}">
                <a16:creationId xmlns:a16="http://schemas.microsoft.com/office/drawing/2014/main" id="{AB81FC5C-706E-D0C1-7398-256EE2A0A64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79998" y="1860381"/>
            <a:ext cx="720000" cy="7200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13" name="Tijdelijke aanduiding voor afbeelding 4">
            <a:extLst>
              <a:ext uri="{FF2B5EF4-FFF2-40B4-BE49-F238E27FC236}">
                <a16:creationId xmlns:a16="http://schemas.microsoft.com/office/drawing/2014/main" id="{B2399D94-41F0-E023-E634-9E7013CADF3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11998" y="4295439"/>
            <a:ext cx="720000" cy="7200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14" name="Tijdelijke aanduiding voor afbeelding 4">
            <a:extLst>
              <a:ext uri="{FF2B5EF4-FFF2-40B4-BE49-F238E27FC236}">
                <a16:creationId xmlns:a16="http://schemas.microsoft.com/office/drawing/2014/main" id="{99FFE453-B38A-C4D5-C090-140F6D7B778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0535999" y="4295439"/>
            <a:ext cx="720000" cy="7200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15" name="Tijdelijke aanduiding voor afbeelding 4">
            <a:extLst>
              <a:ext uri="{FF2B5EF4-FFF2-40B4-BE49-F238E27FC236}">
                <a16:creationId xmlns:a16="http://schemas.microsoft.com/office/drawing/2014/main" id="{0A6ED53A-9F4A-5190-97D9-F6B0819D8BF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367998" y="4295439"/>
            <a:ext cx="720000" cy="7200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</p:txBody>
      </p:sp>
      <p:sp>
        <p:nvSpPr>
          <p:cNvPr id="16" name="Tijdelijke aanduiding voor afbeelding 4">
            <a:extLst>
              <a:ext uri="{FF2B5EF4-FFF2-40B4-BE49-F238E27FC236}">
                <a16:creationId xmlns:a16="http://schemas.microsoft.com/office/drawing/2014/main" id="{5C627550-6F75-0716-F947-784C8BC2D53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428150" y="4295439"/>
            <a:ext cx="720000" cy="7200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17" name="Tijdelijke aanduiding voor afbeelding 4">
            <a:extLst>
              <a:ext uri="{FF2B5EF4-FFF2-40B4-BE49-F238E27FC236}">
                <a16:creationId xmlns:a16="http://schemas.microsoft.com/office/drawing/2014/main" id="{A8318F08-255E-E28E-CA0B-DE12226A779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479998" y="4295439"/>
            <a:ext cx="720000" cy="7200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23" name="Tijdelijke aanduiding voor afbeelding 4">
            <a:extLst>
              <a:ext uri="{FF2B5EF4-FFF2-40B4-BE49-F238E27FC236}">
                <a16:creationId xmlns:a16="http://schemas.microsoft.com/office/drawing/2014/main" id="{7E12676C-3873-A993-4AE5-1FAF61ECE24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311998" y="3483753"/>
            <a:ext cx="720000" cy="7200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24" name="Tijdelijke aanduiding voor afbeelding 4">
            <a:extLst>
              <a:ext uri="{FF2B5EF4-FFF2-40B4-BE49-F238E27FC236}">
                <a16:creationId xmlns:a16="http://schemas.microsoft.com/office/drawing/2014/main" id="{FD50B4E6-85A9-F1F2-6F39-E6CF32493F2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0535999" y="3483753"/>
            <a:ext cx="720000" cy="7200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25" name="Tijdelijke aanduiding voor afbeelding 4">
            <a:extLst>
              <a:ext uri="{FF2B5EF4-FFF2-40B4-BE49-F238E27FC236}">
                <a16:creationId xmlns:a16="http://schemas.microsoft.com/office/drawing/2014/main" id="{F3C196DA-4005-DC96-0D43-0776658575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367998" y="3483753"/>
            <a:ext cx="720000" cy="7200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26" name="Tijdelijke aanduiding voor afbeelding 4">
            <a:extLst>
              <a:ext uri="{FF2B5EF4-FFF2-40B4-BE49-F238E27FC236}">
                <a16:creationId xmlns:a16="http://schemas.microsoft.com/office/drawing/2014/main" id="{8FDBB679-F75E-40F0-8811-288DB1CB6E1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428150" y="3483753"/>
            <a:ext cx="720000" cy="7200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27" name="Tijdelijke aanduiding voor afbeelding 4">
            <a:extLst>
              <a:ext uri="{FF2B5EF4-FFF2-40B4-BE49-F238E27FC236}">
                <a16:creationId xmlns:a16="http://schemas.microsoft.com/office/drawing/2014/main" id="{94490BF4-7C50-E4CD-1745-F545080F5C72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479998" y="3483753"/>
            <a:ext cx="720000" cy="7200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33" name="Tijdelijke aanduiding voor afbeelding 4">
            <a:extLst>
              <a:ext uri="{FF2B5EF4-FFF2-40B4-BE49-F238E27FC236}">
                <a16:creationId xmlns:a16="http://schemas.microsoft.com/office/drawing/2014/main" id="{2EE1009F-5ACA-4126-6A99-FE7F7ABEDDFC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311998" y="2672067"/>
            <a:ext cx="720000" cy="7200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34" name="Tijdelijke aanduiding voor afbeelding 4">
            <a:extLst>
              <a:ext uri="{FF2B5EF4-FFF2-40B4-BE49-F238E27FC236}">
                <a16:creationId xmlns:a16="http://schemas.microsoft.com/office/drawing/2014/main" id="{8881785D-E343-C047-C655-39D0DEAE1B84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0535999" y="2672067"/>
            <a:ext cx="720000" cy="7200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35" name="Tijdelijke aanduiding voor afbeelding 4">
            <a:extLst>
              <a:ext uri="{FF2B5EF4-FFF2-40B4-BE49-F238E27FC236}">
                <a16:creationId xmlns:a16="http://schemas.microsoft.com/office/drawing/2014/main" id="{C935BDE4-424E-4501-7F4D-4B3F85DA9D7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367998" y="2672067"/>
            <a:ext cx="720000" cy="7200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36" name="Tijdelijke aanduiding voor afbeelding 4">
            <a:extLst>
              <a:ext uri="{FF2B5EF4-FFF2-40B4-BE49-F238E27FC236}">
                <a16:creationId xmlns:a16="http://schemas.microsoft.com/office/drawing/2014/main" id="{08E04B72-2157-6BA7-4523-FC626B2E4D6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428150" y="2672067"/>
            <a:ext cx="720000" cy="7200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37" name="Tijdelijke aanduiding voor afbeelding 4">
            <a:extLst>
              <a:ext uri="{FF2B5EF4-FFF2-40B4-BE49-F238E27FC236}">
                <a16:creationId xmlns:a16="http://schemas.microsoft.com/office/drawing/2014/main" id="{C8B873D7-32CD-A7F7-90FF-7312B8507F40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9479998" y="2672067"/>
            <a:ext cx="720000" cy="7200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19" name="Tijdelijke aanduiding voor afbeelding 4">
            <a:extLst>
              <a:ext uri="{FF2B5EF4-FFF2-40B4-BE49-F238E27FC236}">
                <a16:creationId xmlns:a16="http://schemas.microsoft.com/office/drawing/2014/main" id="{68549222-8E58-EDB5-7ACA-ED3980F19646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11998" y="5107125"/>
            <a:ext cx="720000" cy="7200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20" name="Tijdelijke aanduiding voor afbeelding 4">
            <a:extLst>
              <a:ext uri="{FF2B5EF4-FFF2-40B4-BE49-F238E27FC236}">
                <a16:creationId xmlns:a16="http://schemas.microsoft.com/office/drawing/2014/main" id="{21D6358C-4A84-BC67-5DFC-D8BAED52BA1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0535999" y="5107125"/>
            <a:ext cx="720000" cy="7200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21" name="Tijdelijke aanduiding voor afbeelding 4">
            <a:extLst>
              <a:ext uri="{FF2B5EF4-FFF2-40B4-BE49-F238E27FC236}">
                <a16:creationId xmlns:a16="http://schemas.microsoft.com/office/drawing/2014/main" id="{4F960409-FE75-39EE-9276-563B7751331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367998" y="5107125"/>
            <a:ext cx="720000" cy="7200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</p:txBody>
      </p:sp>
      <p:sp>
        <p:nvSpPr>
          <p:cNvPr id="22" name="Tijdelijke aanduiding voor afbeelding 4">
            <a:extLst>
              <a:ext uri="{FF2B5EF4-FFF2-40B4-BE49-F238E27FC236}">
                <a16:creationId xmlns:a16="http://schemas.microsoft.com/office/drawing/2014/main" id="{382687E2-9ECA-BDF1-8121-93D1B09CC10E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428150" y="5107125"/>
            <a:ext cx="720000" cy="7200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28" name="Tijdelijke aanduiding voor afbeelding 4">
            <a:extLst>
              <a:ext uri="{FF2B5EF4-FFF2-40B4-BE49-F238E27FC236}">
                <a16:creationId xmlns:a16="http://schemas.microsoft.com/office/drawing/2014/main" id="{83508A8A-6A9B-9CB9-C43C-CFC7AC8FC25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9479998" y="5107125"/>
            <a:ext cx="720000" cy="7200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AutoNum type="arabicPeriod"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logo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44" name="Footer Placeholder 2">
            <a:extLst>
              <a:ext uri="{FF2B5EF4-FFF2-40B4-BE49-F238E27FC236}">
                <a16:creationId xmlns:a16="http://schemas.microsoft.com/office/drawing/2014/main" id="{C767FBD4-E49F-A6FB-5EF3-E803E1A820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2" name="Tijdelijke aanduiding voor inhoud 2">
            <a:extLst>
              <a:ext uri="{FF2B5EF4-FFF2-40B4-BE49-F238E27FC236}">
                <a16:creationId xmlns:a16="http://schemas.microsoft.com/office/drawing/2014/main" id="{EF0DFBC0-D185-B5E5-8D95-3ADA572C84A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1998" y="1801089"/>
            <a:ext cx="5040002" cy="4745792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jdelijke aanduiding voor titel 1">
            <a:extLst>
              <a:ext uri="{FF2B5EF4-FFF2-40B4-BE49-F238E27FC236}">
                <a16:creationId xmlns:a16="http://schemas.microsoft.com/office/drawing/2014/main" id="{ADCED320-AF08-996C-8EDA-1B1372DF7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57379"/>
            <a:ext cx="10608000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FFEC47EF-E1C5-DEBA-D9D3-099BD90C153C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1998" y="1234005"/>
            <a:ext cx="5040001" cy="3729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29" name="Tijdelijke aanduiding voor tekst 2">
            <a:extLst>
              <a:ext uri="{FF2B5EF4-FFF2-40B4-BE49-F238E27FC236}">
                <a16:creationId xmlns:a16="http://schemas.microsoft.com/office/drawing/2014/main" id="{6E15871A-E954-3D5B-B332-CA5E7BAFD680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60002" y="1210676"/>
            <a:ext cx="5040001" cy="39629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8929947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subtitle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11">
            <a:extLst>
              <a:ext uri="{FF2B5EF4-FFF2-40B4-BE49-F238E27FC236}">
                <a16:creationId xmlns:a16="http://schemas.microsoft.com/office/drawing/2014/main" id="{00ED5CDE-7DD7-6C29-351F-D60C9DAA6FCE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789916" y="1292416"/>
            <a:ext cx="720000" cy="720000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6" name="Tijdelijke aanduiding voor afbeelding 11">
            <a:extLst>
              <a:ext uri="{FF2B5EF4-FFF2-40B4-BE49-F238E27FC236}">
                <a16:creationId xmlns:a16="http://schemas.microsoft.com/office/drawing/2014/main" id="{FF99C2C0-57DE-865F-6FCB-599C11DF621E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360000" y="1292416"/>
            <a:ext cx="720000" cy="720000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93387AB1-33B4-21A0-916D-44A508CF1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2" name="Tijdelijke aanduiding voor inhoud 2">
            <a:extLst>
              <a:ext uri="{FF2B5EF4-FFF2-40B4-BE49-F238E27FC236}">
                <a16:creationId xmlns:a16="http://schemas.microsoft.com/office/drawing/2014/main" id="{74B05207-F8A2-B6C2-CF25-A23A3A508B17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>
            <a:off x="789916" y="2736415"/>
            <a:ext cx="5039999" cy="3835795"/>
          </a:xfrm>
          <a:prstGeom prst="rect">
            <a:avLst/>
          </a:prstGeom>
        </p:spPr>
        <p:txBody>
          <a:bodyPr>
            <a:noAutofit/>
          </a:bodyPr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7EF6703F-346B-D0B8-9519-30E7760B4BFD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789918" y="2134559"/>
            <a:ext cx="5039998" cy="3729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E2365C4E-F8BC-7884-4B4A-228A99EC374A}"/>
              </a:ext>
            </a:extLst>
          </p:cNvPr>
          <p:cNvSpPr>
            <a:spLocks noGrp="1"/>
          </p:cNvSpPr>
          <p:nvPr>
            <p:ph sz="half" idx="26"/>
          </p:nvPr>
        </p:nvSpPr>
        <p:spPr>
          <a:xfrm>
            <a:off x="6360001" y="2736415"/>
            <a:ext cx="5039999" cy="3835795"/>
          </a:xfrm>
          <a:prstGeom prst="rect">
            <a:avLst/>
          </a:prstGeom>
        </p:spPr>
        <p:txBody>
          <a:bodyPr>
            <a:noAutofit/>
          </a:bodyPr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jdelijke aanduiding voor tekst 2">
            <a:extLst>
              <a:ext uri="{FF2B5EF4-FFF2-40B4-BE49-F238E27FC236}">
                <a16:creationId xmlns:a16="http://schemas.microsoft.com/office/drawing/2014/main" id="{16F95021-BC79-FB0E-B517-86E6B0B6052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360003" y="2134559"/>
            <a:ext cx="5039998" cy="3729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13" name="Tijdelijke aanduiding voor titel 1">
            <a:extLst>
              <a:ext uri="{FF2B5EF4-FFF2-40B4-BE49-F238E27FC236}">
                <a16:creationId xmlns:a16="http://schemas.microsoft.com/office/drawing/2014/main" id="{5AF02E12-A404-0EE5-7527-A98AF36C9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57379"/>
            <a:ext cx="10608000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1392388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hap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rije vorm: vorm 4">
            <a:extLst>
              <a:ext uri="{FF2B5EF4-FFF2-40B4-BE49-F238E27FC236}">
                <a16:creationId xmlns:a16="http://schemas.microsoft.com/office/drawing/2014/main" id="{36B21C0E-85D6-BE90-0206-45AD0D4362F2}"/>
              </a:ext>
            </a:extLst>
          </p:cNvPr>
          <p:cNvSpPr/>
          <p:nvPr/>
        </p:nvSpPr>
        <p:spPr>
          <a:xfrm rot="13500000">
            <a:off x="6729047" y="3798050"/>
            <a:ext cx="1781899" cy="1781899"/>
          </a:xfrm>
          <a:custGeom>
            <a:avLst/>
            <a:gdLst>
              <a:gd name="connsiteX0" fmla="*/ 0 w 1616455"/>
              <a:gd name="connsiteY0" fmla="*/ 0 h 1616455"/>
              <a:gd name="connsiteX1" fmla="*/ 1616455 w 1616455"/>
              <a:gd name="connsiteY1" fmla="*/ 0 h 1616455"/>
              <a:gd name="connsiteX2" fmla="*/ 1616455 w 1616455"/>
              <a:gd name="connsiteY2" fmla="*/ 1616455 h 1616455"/>
              <a:gd name="connsiteX3" fmla="*/ 0 w 1616455"/>
              <a:gd name="connsiteY3" fmla="*/ 1616455 h 1616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6455" h="1616455">
                <a:moveTo>
                  <a:pt x="0" y="0"/>
                </a:moveTo>
                <a:lnTo>
                  <a:pt x="1616455" y="0"/>
                </a:lnTo>
                <a:lnTo>
                  <a:pt x="1616455" y="1616455"/>
                </a:lnTo>
                <a:lnTo>
                  <a:pt x="0" y="1616455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Vrije vorm: vorm 5">
            <a:extLst>
              <a:ext uri="{FF2B5EF4-FFF2-40B4-BE49-F238E27FC236}">
                <a16:creationId xmlns:a16="http://schemas.microsoft.com/office/drawing/2014/main" id="{AEC5FFC3-5F75-5246-054B-E4F0D5B92918}"/>
              </a:ext>
            </a:extLst>
          </p:cNvPr>
          <p:cNvSpPr/>
          <p:nvPr/>
        </p:nvSpPr>
        <p:spPr>
          <a:xfrm>
            <a:off x="8880001" y="909007"/>
            <a:ext cx="2519999" cy="2519999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CCB94422-7EEB-D43D-A4B0-B4249C8AF168}"/>
              </a:ext>
            </a:extLst>
          </p:cNvPr>
          <p:cNvSpPr/>
          <p:nvPr/>
        </p:nvSpPr>
        <p:spPr>
          <a:xfrm>
            <a:off x="6360003" y="909007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9" name="Vrije vorm: vorm 8">
            <a:extLst>
              <a:ext uri="{FF2B5EF4-FFF2-40B4-BE49-F238E27FC236}">
                <a16:creationId xmlns:a16="http://schemas.microsoft.com/office/drawing/2014/main" id="{CACCFB09-D7D1-5807-1E3D-CCB5DD0A9BD7}"/>
              </a:ext>
            </a:extLst>
          </p:cNvPr>
          <p:cNvSpPr/>
          <p:nvPr/>
        </p:nvSpPr>
        <p:spPr>
          <a:xfrm>
            <a:off x="8880000" y="3428994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247A4FDC-73F8-C65E-ECA1-CB284C8C041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1999" y="1801089"/>
            <a:ext cx="5040001" cy="4745792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AE487EE3-81DD-8045-F641-85B545A4A8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15" name="Tijdelijke aanduiding voor titel 1">
            <a:extLst>
              <a:ext uri="{FF2B5EF4-FFF2-40B4-BE49-F238E27FC236}">
                <a16:creationId xmlns:a16="http://schemas.microsoft.com/office/drawing/2014/main" id="{419D7210-C2F0-803F-FC47-D82168DE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57379"/>
            <a:ext cx="5039998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16" name="Tijdelijke aanduiding voor tekst 2">
            <a:extLst>
              <a:ext uri="{FF2B5EF4-FFF2-40B4-BE49-F238E27FC236}">
                <a16:creationId xmlns:a16="http://schemas.microsoft.com/office/drawing/2014/main" id="{8FF37428-BD90-0E88-7155-D12E7C9FAD57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1997" y="1239896"/>
            <a:ext cx="5040001" cy="3729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4011496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multiple imag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Vrije vorm: vorm 25">
            <a:extLst>
              <a:ext uri="{FF2B5EF4-FFF2-40B4-BE49-F238E27FC236}">
                <a16:creationId xmlns:a16="http://schemas.microsoft.com/office/drawing/2014/main" id="{3B768417-84B8-4DE2-B012-8B10435FA345}"/>
              </a:ext>
            </a:extLst>
          </p:cNvPr>
          <p:cNvSpPr/>
          <p:nvPr/>
        </p:nvSpPr>
        <p:spPr>
          <a:xfrm rot="13500000">
            <a:off x="6729047" y="3798050"/>
            <a:ext cx="1781899" cy="1781899"/>
          </a:xfrm>
          <a:custGeom>
            <a:avLst/>
            <a:gdLst>
              <a:gd name="connsiteX0" fmla="*/ 0 w 1616455"/>
              <a:gd name="connsiteY0" fmla="*/ 0 h 1616455"/>
              <a:gd name="connsiteX1" fmla="*/ 1616455 w 1616455"/>
              <a:gd name="connsiteY1" fmla="*/ 0 h 1616455"/>
              <a:gd name="connsiteX2" fmla="*/ 1616455 w 1616455"/>
              <a:gd name="connsiteY2" fmla="*/ 1616455 h 1616455"/>
              <a:gd name="connsiteX3" fmla="*/ 0 w 1616455"/>
              <a:gd name="connsiteY3" fmla="*/ 1616455 h 1616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6455" h="1616455">
                <a:moveTo>
                  <a:pt x="0" y="0"/>
                </a:moveTo>
                <a:lnTo>
                  <a:pt x="1616455" y="0"/>
                </a:lnTo>
                <a:lnTo>
                  <a:pt x="1616455" y="1616455"/>
                </a:lnTo>
                <a:lnTo>
                  <a:pt x="0" y="1616455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7" name="Vrije vorm: vorm 26">
            <a:extLst>
              <a:ext uri="{FF2B5EF4-FFF2-40B4-BE49-F238E27FC236}">
                <a16:creationId xmlns:a16="http://schemas.microsoft.com/office/drawing/2014/main" id="{C5C134B3-0C65-09AB-E1C8-00A828796E03}"/>
              </a:ext>
            </a:extLst>
          </p:cNvPr>
          <p:cNvSpPr/>
          <p:nvPr/>
        </p:nvSpPr>
        <p:spPr>
          <a:xfrm>
            <a:off x="8880001" y="909007"/>
            <a:ext cx="2519999" cy="2519999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8" name="Vrije vorm: vorm 27">
            <a:extLst>
              <a:ext uri="{FF2B5EF4-FFF2-40B4-BE49-F238E27FC236}">
                <a16:creationId xmlns:a16="http://schemas.microsoft.com/office/drawing/2014/main" id="{9960CBC0-B3E6-7815-A46E-4557FB4748A9}"/>
              </a:ext>
            </a:extLst>
          </p:cNvPr>
          <p:cNvSpPr/>
          <p:nvPr/>
        </p:nvSpPr>
        <p:spPr>
          <a:xfrm>
            <a:off x="6360003" y="909007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9" name="Vrije vorm: vorm 28">
            <a:extLst>
              <a:ext uri="{FF2B5EF4-FFF2-40B4-BE49-F238E27FC236}">
                <a16:creationId xmlns:a16="http://schemas.microsoft.com/office/drawing/2014/main" id="{E370AB24-64BC-5CD5-795A-AFF00B6F927B}"/>
              </a:ext>
            </a:extLst>
          </p:cNvPr>
          <p:cNvSpPr/>
          <p:nvPr/>
        </p:nvSpPr>
        <p:spPr>
          <a:xfrm>
            <a:off x="8880000" y="3428994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5" name="Tijdelijke aanduiding voor afbeelding 24">
            <a:extLst>
              <a:ext uri="{FF2B5EF4-FFF2-40B4-BE49-F238E27FC236}">
                <a16:creationId xmlns:a16="http://schemas.microsoft.com/office/drawing/2014/main" id="{6886C291-C616-C8D3-E7D4-970392A52E6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60002" y="3429010"/>
            <a:ext cx="2519985" cy="2519986"/>
          </a:xfrm>
          <a:custGeom>
            <a:avLst/>
            <a:gdLst>
              <a:gd name="connsiteX0" fmla="*/ 1259993 w 2519985"/>
              <a:gd name="connsiteY0" fmla="*/ 0 h 2519986"/>
              <a:gd name="connsiteX1" fmla="*/ 2519985 w 2519985"/>
              <a:gd name="connsiteY1" fmla="*/ 1259993 h 2519986"/>
              <a:gd name="connsiteX2" fmla="*/ 1259993 w 2519985"/>
              <a:gd name="connsiteY2" fmla="*/ 2519986 h 2519986"/>
              <a:gd name="connsiteX3" fmla="*/ 0 w 2519985"/>
              <a:gd name="connsiteY3" fmla="*/ 1259993 h 2519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9985" h="2519986">
                <a:moveTo>
                  <a:pt x="1259993" y="0"/>
                </a:moveTo>
                <a:lnTo>
                  <a:pt x="2519985" y="1259993"/>
                </a:lnTo>
                <a:lnTo>
                  <a:pt x="1259993" y="2519986"/>
                </a:lnTo>
                <a:lnTo>
                  <a:pt x="0" y="125999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</p:txBody>
      </p:sp>
      <p:sp>
        <p:nvSpPr>
          <p:cNvPr id="22" name="Tijdelijke aanduiding voor afbeelding 21">
            <a:extLst>
              <a:ext uri="{FF2B5EF4-FFF2-40B4-BE49-F238E27FC236}">
                <a16:creationId xmlns:a16="http://schemas.microsoft.com/office/drawing/2014/main" id="{6B034BEE-BCA7-F72A-2C28-2D21AB93B9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879998" y="3428996"/>
            <a:ext cx="2520001" cy="2520000"/>
          </a:xfrm>
          <a:custGeom>
            <a:avLst/>
            <a:gdLst>
              <a:gd name="connsiteX0" fmla="*/ 1260000 w 2520001"/>
              <a:gd name="connsiteY0" fmla="*/ 0 h 2520000"/>
              <a:gd name="connsiteX1" fmla="*/ 2520001 w 2520001"/>
              <a:gd name="connsiteY1" fmla="*/ 1260000 h 2520000"/>
              <a:gd name="connsiteX2" fmla="*/ 1260000 w 2520001"/>
              <a:gd name="connsiteY2" fmla="*/ 2520000 h 2520000"/>
              <a:gd name="connsiteX3" fmla="*/ 0 w 2520001"/>
              <a:gd name="connsiteY3" fmla="*/ 1260000 h 2520000"/>
              <a:gd name="connsiteX4" fmla="*/ 1260000 w 2520001"/>
              <a:gd name="connsiteY4" fmla="*/ 0 h 25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20001" h="2520000">
                <a:moveTo>
                  <a:pt x="1260000" y="0"/>
                </a:moveTo>
                <a:cubicBezTo>
                  <a:pt x="1955879" y="0"/>
                  <a:pt x="2520001" y="564121"/>
                  <a:pt x="2520001" y="1260000"/>
                </a:cubicBezTo>
                <a:cubicBezTo>
                  <a:pt x="2520001" y="1955879"/>
                  <a:pt x="1955880" y="2520000"/>
                  <a:pt x="1260000" y="2520000"/>
                </a:cubicBezTo>
                <a:cubicBezTo>
                  <a:pt x="564122" y="2520000"/>
                  <a:pt x="0" y="1955879"/>
                  <a:pt x="0" y="1260000"/>
                </a:cubicBezTo>
                <a:cubicBezTo>
                  <a:pt x="0" y="564121"/>
                  <a:pt x="564121" y="0"/>
                  <a:pt x="1260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</p:txBody>
      </p:sp>
      <p:sp>
        <p:nvSpPr>
          <p:cNvPr id="16" name="Tijdelijke aanduiding voor afbeelding 15">
            <a:extLst>
              <a:ext uri="{FF2B5EF4-FFF2-40B4-BE49-F238E27FC236}">
                <a16:creationId xmlns:a16="http://schemas.microsoft.com/office/drawing/2014/main" id="{01794381-8EDE-2E41-B9B3-79B9AE44AC5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59999" y="909007"/>
            <a:ext cx="2520000" cy="2520000"/>
          </a:xfrm>
          <a:custGeom>
            <a:avLst/>
            <a:gdLst>
              <a:gd name="connsiteX0" fmla="*/ 1259999 w 2520000"/>
              <a:gd name="connsiteY0" fmla="*/ 0 h 2520000"/>
              <a:gd name="connsiteX1" fmla="*/ 2520000 w 2520000"/>
              <a:gd name="connsiteY1" fmla="*/ 1260000 h 2520000"/>
              <a:gd name="connsiteX2" fmla="*/ 1259999 w 2520000"/>
              <a:gd name="connsiteY2" fmla="*/ 2520000 h 2520000"/>
              <a:gd name="connsiteX3" fmla="*/ 6504 w 2520000"/>
              <a:gd name="connsiteY3" fmla="*/ 1388828 h 2520000"/>
              <a:gd name="connsiteX4" fmla="*/ 0 w 2520000"/>
              <a:gd name="connsiteY4" fmla="*/ 1260020 h 2520000"/>
              <a:gd name="connsiteX5" fmla="*/ 0 w 2520000"/>
              <a:gd name="connsiteY5" fmla="*/ 1259980 h 2520000"/>
              <a:gd name="connsiteX6" fmla="*/ 6504 w 2520000"/>
              <a:gd name="connsiteY6" fmla="*/ 1131172 h 2520000"/>
              <a:gd name="connsiteX7" fmla="*/ 1259999 w 2520000"/>
              <a:gd name="connsiteY7" fmla="*/ 0 h 25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20000" h="2520000">
                <a:moveTo>
                  <a:pt x="1259999" y="0"/>
                </a:moveTo>
                <a:cubicBezTo>
                  <a:pt x="1955878" y="0"/>
                  <a:pt x="2520000" y="564121"/>
                  <a:pt x="2520000" y="1260000"/>
                </a:cubicBezTo>
                <a:cubicBezTo>
                  <a:pt x="2520000" y="1955879"/>
                  <a:pt x="1955879" y="2520000"/>
                  <a:pt x="1259999" y="2520000"/>
                </a:cubicBezTo>
                <a:cubicBezTo>
                  <a:pt x="607614" y="2520000"/>
                  <a:pt x="71029" y="2024191"/>
                  <a:pt x="6504" y="1388828"/>
                </a:cubicBezTo>
                <a:lnTo>
                  <a:pt x="0" y="1260020"/>
                </a:lnTo>
                <a:lnTo>
                  <a:pt x="0" y="1259980"/>
                </a:lnTo>
                <a:lnTo>
                  <a:pt x="6504" y="1131172"/>
                </a:lnTo>
                <a:cubicBezTo>
                  <a:pt x="71029" y="495810"/>
                  <a:pt x="607613" y="0"/>
                  <a:pt x="125999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9" name="Tijdelijke aanduiding voor afbeelding 18">
            <a:extLst>
              <a:ext uri="{FF2B5EF4-FFF2-40B4-BE49-F238E27FC236}">
                <a16:creationId xmlns:a16="http://schemas.microsoft.com/office/drawing/2014/main" id="{6A98DD9D-D701-5D38-C060-9C5A926C2C9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879999" y="909009"/>
            <a:ext cx="2520000" cy="2520000"/>
          </a:xfrm>
          <a:custGeom>
            <a:avLst/>
            <a:gdLst>
              <a:gd name="connsiteX0" fmla="*/ 0 w 2520000"/>
              <a:gd name="connsiteY0" fmla="*/ 0 h 2520000"/>
              <a:gd name="connsiteX1" fmla="*/ 2520000 w 2520000"/>
              <a:gd name="connsiteY1" fmla="*/ 0 h 2520000"/>
              <a:gd name="connsiteX2" fmla="*/ 2520000 w 2520000"/>
              <a:gd name="connsiteY2" fmla="*/ 2520000 h 2520000"/>
              <a:gd name="connsiteX3" fmla="*/ 0 w 2520000"/>
              <a:gd name="connsiteY3" fmla="*/ 2520000 h 25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0000" h="2520000">
                <a:moveTo>
                  <a:pt x="0" y="0"/>
                </a:moveTo>
                <a:lnTo>
                  <a:pt x="2520000" y="0"/>
                </a:lnTo>
                <a:lnTo>
                  <a:pt x="2520000" y="2520000"/>
                </a:lnTo>
                <a:lnTo>
                  <a:pt x="0" y="2520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03AD9C1F-E4E4-A6A4-451C-1C3DC5FF4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2" name="Tijdelijke aanduiding voor inhoud 2">
            <a:extLst>
              <a:ext uri="{FF2B5EF4-FFF2-40B4-BE49-F238E27FC236}">
                <a16:creationId xmlns:a16="http://schemas.microsoft.com/office/drawing/2014/main" id="{2E370DA0-084B-8744-529E-E79733A4E79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1999" y="1801089"/>
            <a:ext cx="5040001" cy="4745792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jdelijke aanduiding voor titel 1">
            <a:extLst>
              <a:ext uri="{FF2B5EF4-FFF2-40B4-BE49-F238E27FC236}">
                <a16:creationId xmlns:a16="http://schemas.microsoft.com/office/drawing/2014/main" id="{2658208A-0DF6-F403-082A-96DDBD3D1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57379"/>
            <a:ext cx="5039998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6" name="Tijdelijke aanduiding voor tekst 2">
            <a:extLst>
              <a:ext uri="{FF2B5EF4-FFF2-40B4-BE49-F238E27FC236}">
                <a16:creationId xmlns:a16="http://schemas.microsoft.com/office/drawing/2014/main" id="{12D3AAD8-6EAC-8E70-DCFC-98A35550FB92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1997" y="1239896"/>
            <a:ext cx="5040001" cy="3729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5640106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one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jdelijke aanduiding voor afbeelding 18">
            <a:extLst>
              <a:ext uri="{FF2B5EF4-FFF2-40B4-BE49-F238E27FC236}">
                <a16:creationId xmlns:a16="http://schemas.microsoft.com/office/drawing/2014/main" id="{9FD9FC05-1E9C-E4F0-2FDB-F453836D410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8909" y="895491"/>
            <a:ext cx="5069196" cy="5069184"/>
          </a:xfrm>
          <a:custGeom>
            <a:avLst/>
            <a:gdLst>
              <a:gd name="connsiteX0" fmla="*/ 2531702 w 5069196"/>
              <a:gd name="connsiteY0" fmla="*/ 1383467 h 5069184"/>
              <a:gd name="connsiteX1" fmla="*/ 2530945 w 5069196"/>
              <a:gd name="connsiteY1" fmla="*/ 1398469 h 5069184"/>
              <a:gd name="connsiteX2" fmla="*/ 1398469 w 5069196"/>
              <a:gd name="connsiteY2" fmla="*/ 2530943 h 5069184"/>
              <a:gd name="connsiteX3" fmla="*/ 1274255 w 5069196"/>
              <a:gd name="connsiteY3" fmla="*/ 2537216 h 5069184"/>
              <a:gd name="connsiteX4" fmla="*/ 2532229 w 5069196"/>
              <a:gd name="connsiteY4" fmla="*/ 3795191 h 5069184"/>
              <a:gd name="connsiteX5" fmla="*/ 2557477 w 5069196"/>
              <a:gd name="connsiteY5" fmla="*/ 3544740 h 5069184"/>
              <a:gd name="connsiteX6" fmla="*/ 3575858 w 5069196"/>
              <a:gd name="connsiteY6" fmla="*/ 2551506 h 5069184"/>
              <a:gd name="connsiteX7" fmla="*/ 3680911 w 5069196"/>
              <a:gd name="connsiteY7" fmla="*/ 2537494 h 5069184"/>
              <a:gd name="connsiteX8" fmla="*/ 2531702 w 5069196"/>
              <a:gd name="connsiteY8" fmla="*/ 2537494 h 5069184"/>
              <a:gd name="connsiteX9" fmla="*/ 1268747 w 5069196"/>
              <a:gd name="connsiteY9" fmla="*/ 0 h 5069184"/>
              <a:gd name="connsiteX10" fmla="*/ 2530945 w 5069196"/>
              <a:gd name="connsiteY10" fmla="*/ 1139025 h 5069184"/>
              <a:gd name="connsiteX11" fmla="*/ 2531703 w 5069196"/>
              <a:gd name="connsiteY11" fmla="*/ 1154027 h 5069184"/>
              <a:gd name="connsiteX12" fmla="*/ 2531702 w 5069196"/>
              <a:gd name="connsiteY12" fmla="*/ 0 h 5069184"/>
              <a:gd name="connsiteX13" fmla="*/ 5069196 w 5069196"/>
              <a:gd name="connsiteY13" fmla="*/ 0 h 5069184"/>
              <a:gd name="connsiteX14" fmla="*/ 5069196 w 5069196"/>
              <a:gd name="connsiteY14" fmla="*/ 2537494 h 5069184"/>
              <a:gd name="connsiteX15" fmla="*/ 3915387 w 5069196"/>
              <a:gd name="connsiteY15" fmla="*/ 2537494 h 5069184"/>
              <a:gd name="connsiteX16" fmla="*/ 3930169 w 5069196"/>
              <a:gd name="connsiteY16" fmla="*/ 2538240 h 5069184"/>
              <a:gd name="connsiteX17" fmla="*/ 5069195 w 5069196"/>
              <a:gd name="connsiteY17" fmla="*/ 3800437 h 5069184"/>
              <a:gd name="connsiteX18" fmla="*/ 3800447 w 5069196"/>
              <a:gd name="connsiteY18" fmla="*/ 5069184 h 5069184"/>
              <a:gd name="connsiteX19" fmla="*/ 2557477 w 5069196"/>
              <a:gd name="connsiteY19" fmla="*/ 4056134 h 5069184"/>
              <a:gd name="connsiteX20" fmla="*/ 2532229 w 5069196"/>
              <a:gd name="connsiteY20" fmla="*/ 3805693 h 5069184"/>
              <a:gd name="connsiteX21" fmla="*/ 1268742 w 5069196"/>
              <a:gd name="connsiteY21" fmla="*/ 5069182 h 5069184"/>
              <a:gd name="connsiteX22" fmla="*/ 2 w 5069196"/>
              <a:gd name="connsiteY22" fmla="*/ 3800443 h 5069184"/>
              <a:gd name="connsiteX23" fmla="*/ 1263229 w 5069196"/>
              <a:gd name="connsiteY23" fmla="*/ 2537215 h 5069184"/>
              <a:gd name="connsiteX24" fmla="*/ 1139025 w 5069196"/>
              <a:gd name="connsiteY24" fmla="*/ 2530944 h 5069184"/>
              <a:gd name="connsiteX25" fmla="*/ 0 w 5069196"/>
              <a:gd name="connsiteY25" fmla="*/ 1268747 h 5069184"/>
              <a:gd name="connsiteX26" fmla="*/ 1268747 w 5069196"/>
              <a:gd name="connsiteY26" fmla="*/ 0 h 5069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069196" h="5069184">
                <a:moveTo>
                  <a:pt x="2531702" y="1383467"/>
                </a:moveTo>
                <a:lnTo>
                  <a:pt x="2530945" y="1398469"/>
                </a:lnTo>
                <a:cubicBezTo>
                  <a:pt x="2470304" y="1995591"/>
                  <a:pt x="1995592" y="2470302"/>
                  <a:pt x="1398469" y="2530943"/>
                </a:cubicBezTo>
                <a:lnTo>
                  <a:pt x="1274255" y="2537216"/>
                </a:lnTo>
                <a:lnTo>
                  <a:pt x="2532229" y="3795191"/>
                </a:lnTo>
                <a:lnTo>
                  <a:pt x="2557477" y="3544740"/>
                </a:lnTo>
                <a:cubicBezTo>
                  <a:pt x="2660995" y="3038862"/>
                  <a:pt x="3065585" y="2642654"/>
                  <a:pt x="3575858" y="2551506"/>
                </a:cubicBezTo>
                <a:lnTo>
                  <a:pt x="3680911" y="2537494"/>
                </a:lnTo>
                <a:lnTo>
                  <a:pt x="2531702" y="2537494"/>
                </a:lnTo>
                <a:close/>
                <a:moveTo>
                  <a:pt x="1268747" y="0"/>
                </a:moveTo>
                <a:cubicBezTo>
                  <a:pt x="1925663" y="0"/>
                  <a:pt x="2465971" y="499251"/>
                  <a:pt x="2530945" y="1139025"/>
                </a:cubicBezTo>
                <a:lnTo>
                  <a:pt x="2531703" y="1154027"/>
                </a:lnTo>
                <a:lnTo>
                  <a:pt x="2531702" y="0"/>
                </a:lnTo>
                <a:lnTo>
                  <a:pt x="5069196" y="0"/>
                </a:lnTo>
                <a:lnTo>
                  <a:pt x="5069196" y="2537494"/>
                </a:lnTo>
                <a:lnTo>
                  <a:pt x="3915387" y="2537494"/>
                </a:lnTo>
                <a:lnTo>
                  <a:pt x="3930169" y="2538240"/>
                </a:lnTo>
                <a:cubicBezTo>
                  <a:pt x="4569943" y="2603213"/>
                  <a:pt x="5069195" y="3143521"/>
                  <a:pt x="5069195" y="3800437"/>
                </a:cubicBezTo>
                <a:cubicBezTo>
                  <a:pt x="5069195" y="4501147"/>
                  <a:pt x="4501158" y="5069184"/>
                  <a:pt x="3800447" y="5069184"/>
                </a:cubicBezTo>
                <a:cubicBezTo>
                  <a:pt x="3187327" y="5069184"/>
                  <a:pt x="2675783" y="4634281"/>
                  <a:pt x="2557477" y="4056134"/>
                </a:cubicBezTo>
                <a:lnTo>
                  <a:pt x="2532229" y="3805693"/>
                </a:lnTo>
                <a:lnTo>
                  <a:pt x="1268742" y="5069182"/>
                </a:lnTo>
                <a:lnTo>
                  <a:pt x="2" y="3800443"/>
                </a:lnTo>
                <a:lnTo>
                  <a:pt x="1263229" y="2537215"/>
                </a:lnTo>
                <a:lnTo>
                  <a:pt x="1139025" y="2530944"/>
                </a:lnTo>
                <a:cubicBezTo>
                  <a:pt x="499253" y="2465971"/>
                  <a:pt x="1" y="1925663"/>
                  <a:pt x="0" y="1268747"/>
                </a:cubicBezTo>
                <a:cubicBezTo>
                  <a:pt x="0" y="568037"/>
                  <a:pt x="568037" y="0"/>
                  <a:pt x="126874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55B92223-29E8-4331-8E96-2A7B052C3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2" name="Tijdelijke aanduiding voor inhoud 2">
            <a:extLst>
              <a:ext uri="{FF2B5EF4-FFF2-40B4-BE49-F238E27FC236}">
                <a16:creationId xmlns:a16="http://schemas.microsoft.com/office/drawing/2014/main" id="{A63A8E1D-9E55-E884-A811-9D5A1C630AF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1999" y="1801089"/>
            <a:ext cx="5040001" cy="4745792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jdelijke aanduiding voor titel 1">
            <a:extLst>
              <a:ext uri="{FF2B5EF4-FFF2-40B4-BE49-F238E27FC236}">
                <a16:creationId xmlns:a16="http://schemas.microsoft.com/office/drawing/2014/main" id="{D9E163F1-2B3B-153C-FA50-091FD4BCF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57379"/>
            <a:ext cx="5039998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F557E2A6-7010-5FEA-9B5A-9E38F3740C57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1997" y="1239896"/>
            <a:ext cx="5040001" cy="3729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776087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hap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Vrije vorm: vorm 10">
            <a:extLst>
              <a:ext uri="{FF2B5EF4-FFF2-40B4-BE49-F238E27FC236}">
                <a16:creationId xmlns:a16="http://schemas.microsoft.com/office/drawing/2014/main" id="{42CFF806-F8B3-D15B-28AA-4E802B03AA4A}"/>
              </a:ext>
            </a:extLst>
          </p:cNvPr>
          <p:cNvSpPr>
            <a:spLocks noChangeAspect="1"/>
          </p:cNvSpPr>
          <p:nvPr/>
        </p:nvSpPr>
        <p:spPr>
          <a:xfrm rot="10800000">
            <a:off x="6360002" y="3428989"/>
            <a:ext cx="2519999" cy="2520000"/>
          </a:xfrm>
          <a:custGeom>
            <a:avLst/>
            <a:gdLst>
              <a:gd name="connsiteX0" fmla="*/ 2286035 w 2286035"/>
              <a:gd name="connsiteY0" fmla="*/ 0 h 2286036"/>
              <a:gd name="connsiteX1" fmla="*/ 2286036 w 2286035"/>
              <a:gd name="connsiteY1" fmla="*/ 2286036 h 2286036"/>
              <a:gd name="connsiteX2" fmla="*/ 0 w 2286035"/>
              <a:gd name="connsiteY2" fmla="*/ 2286037 h 2286036"/>
              <a:gd name="connsiteX3" fmla="*/ 2286035 w 2286035"/>
              <a:gd name="connsiteY3" fmla="*/ 0 h 2286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35" h="2286036">
                <a:moveTo>
                  <a:pt x="2286035" y="0"/>
                </a:moveTo>
                <a:lnTo>
                  <a:pt x="2286036" y="2286036"/>
                </a:lnTo>
                <a:lnTo>
                  <a:pt x="0" y="2286037"/>
                </a:lnTo>
                <a:lnTo>
                  <a:pt x="2286035" y="0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2" name="Vrije vorm: vorm 11">
            <a:extLst>
              <a:ext uri="{FF2B5EF4-FFF2-40B4-BE49-F238E27FC236}">
                <a16:creationId xmlns:a16="http://schemas.microsoft.com/office/drawing/2014/main" id="{61F6E6B7-245A-9CA5-4BBE-F4D7E30E1BAA}"/>
              </a:ext>
            </a:extLst>
          </p:cNvPr>
          <p:cNvSpPr/>
          <p:nvPr/>
        </p:nvSpPr>
        <p:spPr>
          <a:xfrm>
            <a:off x="8879989" y="3429000"/>
            <a:ext cx="2519999" cy="2519999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3" name="Vrije vorm: vorm 12">
            <a:extLst>
              <a:ext uri="{FF2B5EF4-FFF2-40B4-BE49-F238E27FC236}">
                <a16:creationId xmlns:a16="http://schemas.microsoft.com/office/drawing/2014/main" id="{F1822B71-9E93-66D0-8971-291CB800F398}"/>
              </a:ext>
            </a:extLst>
          </p:cNvPr>
          <p:cNvSpPr/>
          <p:nvPr/>
        </p:nvSpPr>
        <p:spPr>
          <a:xfrm>
            <a:off x="8879977" y="909004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6304FB0C-1A71-9573-A10B-25CE18784514}"/>
              </a:ext>
            </a:extLst>
          </p:cNvPr>
          <p:cNvSpPr>
            <a:spLocks noChangeAspect="1"/>
          </p:cNvSpPr>
          <p:nvPr/>
        </p:nvSpPr>
        <p:spPr>
          <a:xfrm rot="16200000">
            <a:off x="6989963" y="1538992"/>
            <a:ext cx="2520000" cy="1260001"/>
          </a:xfrm>
          <a:custGeom>
            <a:avLst/>
            <a:gdLst>
              <a:gd name="connsiteX0" fmla="*/ 2286026 w 2286025"/>
              <a:gd name="connsiteY0" fmla="*/ 1143013 h 1143013"/>
              <a:gd name="connsiteX1" fmla="*/ 0 w 2286025"/>
              <a:gd name="connsiteY1" fmla="*/ 1143013 h 1143013"/>
              <a:gd name="connsiteX2" fmla="*/ 1143012 w 2286025"/>
              <a:gd name="connsiteY2" fmla="*/ 0 h 1143013"/>
              <a:gd name="connsiteX3" fmla="*/ 2286026 w 2286025"/>
              <a:gd name="connsiteY3" fmla="*/ 1143013 h 1143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3">
                <a:moveTo>
                  <a:pt x="2286026" y="1143013"/>
                </a:moveTo>
                <a:lnTo>
                  <a:pt x="0" y="1143013"/>
                </a:lnTo>
                <a:cubicBezTo>
                  <a:pt x="-1" y="511784"/>
                  <a:pt x="511784" y="0"/>
                  <a:pt x="1143012" y="0"/>
                </a:cubicBezTo>
                <a:cubicBezTo>
                  <a:pt x="1774241" y="0"/>
                  <a:pt x="2286026" y="51178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F1203E10-D37F-E095-8837-C5F759BB14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6" name="Tijdelijke aanduiding voor inhoud 2">
            <a:extLst>
              <a:ext uri="{FF2B5EF4-FFF2-40B4-BE49-F238E27FC236}">
                <a16:creationId xmlns:a16="http://schemas.microsoft.com/office/drawing/2014/main" id="{A54F8774-A1BD-D7A2-4B13-87DCF2117D3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1999" y="1801089"/>
            <a:ext cx="5040001" cy="4745792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jdelijke aanduiding voor titel 1">
            <a:extLst>
              <a:ext uri="{FF2B5EF4-FFF2-40B4-BE49-F238E27FC236}">
                <a16:creationId xmlns:a16="http://schemas.microsoft.com/office/drawing/2014/main" id="{E6045E8A-C157-4011-DE31-CA7F23F02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57379"/>
            <a:ext cx="5039998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3C37E02F-8FF4-4D68-759A-CE194F8DA8DD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1997" y="1239896"/>
            <a:ext cx="5040001" cy="3729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2043706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multiple imag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rije vorm: vorm 20">
            <a:extLst>
              <a:ext uri="{FF2B5EF4-FFF2-40B4-BE49-F238E27FC236}">
                <a16:creationId xmlns:a16="http://schemas.microsoft.com/office/drawing/2014/main" id="{FDABA6E2-685F-E6F3-F709-98EA777E5AD2}"/>
              </a:ext>
            </a:extLst>
          </p:cNvPr>
          <p:cNvSpPr>
            <a:spLocks noChangeAspect="1"/>
          </p:cNvSpPr>
          <p:nvPr/>
        </p:nvSpPr>
        <p:spPr>
          <a:xfrm rot="10800000">
            <a:off x="6360002" y="3428989"/>
            <a:ext cx="2519999" cy="2520000"/>
          </a:xfrm>
          <a:custGeom>
            <a:avLst/>
            <a:gdLst>
              <a:gd name="connsiteX0" fmla="*/ 2286035 w 2286035"/>
              <a:gd name="connsiteY0" fmla="*/ 0 h 2286036"/>
              <a:gd name="connsiteX1" fmla="*/ 2286036 w 2286035"/>
              <a:gd name="connsiteY1" fmla="*/ 2286036 h 2286036"/>
              <a:gd name="connsiteX2" fmla="*/ 0 w 2286035"/>
              <a:gd name="connsiteY2" fmla="*/ 2286037 h 2286036"/>
              <a:gd name="connsiteX3" fmla="*/ 2286035 w 2286035"/>
              <a:gd name="connsiteY3" fmla="*/ 0 h 2286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35" h="2286036">
                <a:moveTo>
                  <a:pt x="2286035" y="0"/>
                </a:moveTo>
                <a:lnTo>
                  <a:pt x="2286036" y="2286036"/>
                </a:lnTo>
                <a:lnTo>
                  <a:pt x="0" y="2286037"/>
                </a:lnTo>
                <a:lnTo>
                  <a:pt x="2286035" y="0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2" name="Vrije vorm: vorm 21">
            <a:extLst>
              <a:ext uri="{FF2B5EF4-FFF2-40B4-BE49-F238E27FC236}">
                <a16:creationId xmlns:a16="http://schemas.microsoft.com/office/drawing/2014/main" id="{B4E0EE34-F0EB-A78A-7732-A6498A98A521}"/>
              </a:ext>
            </a:extLst>
          </p:cNvPr>
          <p:cNvSpPr/>
          <p:nvPr/>
        </p:nvSpPr>
        <p:spPr>
          <a:xfrm>
            <a:off x="8879989" y="3429000"/>
            <a:ext cx="2519999" cy="2519999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B5215D8D-8999-4F4C-B87B-B969396575A3}"/>
              </a:ext>
            </a:extLst>
          </p:cNvPr>
          <p:cNvSpPr/>
          <p:nvPr/>
        </p:nvSpPr>
        <p:spPr>
          <a:xfrm>
            <a:off x="8879977" y="909004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4" name="Vrije vorm: vorm 23">
            <a:extLst>
              <a:ext uri="{FF2B5EF4-FFF2-40B4-BE49-F238E27FC236}">
                <a16:creationId xmlns:a16="http://schemas.microsoft.com/office/drawing/2014/main" id="{E5A0618B-04D3-6E5A-B9A9-0F3B2B739994}"/>
              </a:ext>
            </a:extLst>
          </p:cNvPr>
          <p:cNvSpPr>
            <a:spLocks noChangeAspect="1"/>
          </p:cNvSpPr>
          <p:nvPr/>
        </p:nvSpPr>
        <p:spPr>
          <a:xfrm rot="16200000">
            <a:off x="6989963" y="1538992"/>
            <a:ext cx="2520000" cy="1260001"/>
          </a:xfrm>
          <a:custGeom>
            <a:avLst/>
            <a:gdLst>
              <a:gd name="connsiteX0" fmla="*/ 2286026 w 2286025"/>
              <a:gd name="connsiteY0" fmla="*/ 1143013 h 1143013"/>
              <a:gd name="connsiteX1" fmla="*/ 0 w 2286025"/>
              <a:gd name="connsiteY1" fmla="*/ 1143013 h 1143013"/>
              <a:gd name="connsiteX2" fmla="*/ 1143012 w 2286025"/>
              <a:gd name="connsiteY2" fmla="*/ 0 h 1143013"/>
              <a:gd name="connsiteX3" fmla="*/ 2286026 w 2286025"/>
              <a:gd name="connsiteY3" fmla="*/ 1143013 h 1143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3">
                <a:moveTo>
                  <a:pt x="2286026" y="1143013"/>
                </a:moveTo>
                <a:lnTo>
                  <a:pt x="0" y="1143013"/>
                </a:lnTo>
                <a:cubicBezTo>
                  <a:pt x="-1" y="511784"/>
                  <a:pt x="511784" y="0"/>
                  <a:pt x="1143012" y="0"/>
                </a:cubicBezTo>
                <a:cubicBezTo>
                  <a:pt x="1774241" y="0"/>
                  <a:pt x="2286026" y="51178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0" name="Tijdelijke aanduiding voor afbeelding 19">
            <a:extLst>
              <a:ext uri="{FF2B5EF4-FFF2-40B4-BE49-F238E27FC236}">
                <a16:creationId xmlns:a16="http://schemas.microsoft.com/office/drawing/2014/main" id="{5BBC29BB-6510-527C-2816-2652A98FAAC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879950" y="3434380"/>
            <a:ext cx="2520000" cy="2520000"/>
          </a:xfrm>
          <a:custGeom>
            <a:avLst/>
            <a:gdLst>
              <a:gd name="connsiteX0" fmla="*/ 0 w 2520000"/>
              <a:gd name="connsiteY0" fmla="*/ 0 h 2520000"/>
              <a:gd name="connsiteX1" fmla="*/ 2520000 w 2520000"/>
              <a:gd name="connsiteY1" fmla="*/ 0 h 2520000"/>
              <a:gd name="connsiteX2" fmla="*/ 2520000 w 2520000"/>
              <a:gd name="connsiteY2" fmla="*/ 2520000 h 2520000"/>
              <a:gd name="connsiteX3" fmla="*/ 0 w 2520000"/>
              <a:gd name="connsiteY3" fmla="*/ 2520000 h 25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0000" h="2520000">
                <a:moveTo>
                  <a:pt x="0" y="0"/>
                </a:moveTo>
                <a:lnTo>
                  <a:pt x="2520000" y="0"/>
                </a:lnTo>
                <a:lnTo>
                  <a:pt x="2520000" y="2520000"/>
                </a:lnTo>
                <a:lnTo>
                  <a:pt x="0" y="2520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17" name="Tijdelijke aanduiding voor afbeelding 16">
            <a:extLst>
              <a:ext uri="{FF2B5EF4-FFF2-40B4-BE49-F238E27FC236}">
                <a16:creationId xmlns:a16="http://schemas.microsoft.com/office/drawing/2014/main" id="{2FD023ED-19A9-752E-B06F-C0051E916EF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879937" y="914384"/>
            <a:ext cx="2520001" cy="2520000"/>
          </a:xfrm>
          <a:custGeom>
            <a:avLst/>
            <a:gdLst>
              <a:gd name="connsiteX0" fmla="*/ 1260000 w 2520001"/>
              <a:gd name="connsiteY0" fmla="*/ 0 h 2520000"/>
              <a:gd name="connsiteX1" fmla="*/ 2520001 w 2520001"/>
              <a:gd name="connsiteY1" fmla="*/ 1260000 h 2520000"/>
              <a:gd name="connsiteX2" fmla="*/ 1260000 w 2520001"/>
              <a:gd name="connsiteY2" fmla="*/ 2520000 h 2520000"/>
              <a:gd name="connsiteX3" fmla="*/ 0 w 2520001"/>
              <a:gd name="connsiteY3" fmla="*/ 1260000 h 2520000"/>
              <a:gd name="connsiteX4" fmla="*/ 1260000 w 2520001"/>
              <a:gd name="connsiteY4" fmla="*/ 0 h 25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20001" h="2520000">
                <a:moveTo>
                  <a:pt x="1260000" y="0"/>
                </a:moveTo>
                <a:cubicBezTo>
                  <a:pt x="1955879" y="0"/>
                  <a:pt x="2520001" y="564121"/>
                  <a:pt x="2520001" y="1260000"/>
                </a:cubicBezTo>
                <a:cubicBezTo>
                  <a:pt x="2520001" y="1955879"/>
                  <a:pt x="1955880" y="2520000"/>
                  <a:pt x="1260000" y="2520000"/>
                </a:cubicBezTo>
                <a:cubicBezTo>
                  <a:pt x="564122" y="2520000"/>
                  <a:pt x="0" y="1955879"/>
                  <a:pt x="0" y="1260000"/>
                </a:cubicBezTo>
                <a:cubicBezTo>
                  <a:pt x="0" y="564121"/>
                  <a:pt x="564121" y="0"/>
                  <a:pt x="1260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10" name="Tijdelijke aanduiding voor afbeelding 9">
            <a:extLst>
              <a:ext uri="{FF2B5EF4-FFF2-40B4-BE49-F238E27FC236}">
                <a16:creationId xmlns:a16="http://schemas.microsoft.com/office/drawing/2014/main" id="{BD06A1A4-7662-2810-DAF5-DD1A9A281AE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59962" y="3434369"/>
            <a:ext cx="2520000" cy="2520001"/>
          </a:xfrm>
          <a:custGeom>
            <a:avLst/>
            <a:gdLst>
              <a:gd name="connsiteX0" fmla="*/ 2520000 w 2520000"/>
              <a:gd name="connsiteY0" fmla="*/ 0 h 2520001"/>
              <a:gd name="connsiteX1" fmla="*/ 1 w 2520000"/>
              <a:gd name="connsiteY1" fmla="*/ 2520001 h 2520001"/>
              <a:gd name="connsiteX2" fmla="*/ 0 w 2520000"/>
              <a:gd name="connsiteY2" fmla="*/ 1 h 252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20000" h="2520001">
                <a:moveTo>
                  <a:pt x="2520000" y="0"/>
                </a:moveTo>
                <a:lnTo>
                  <a:pt x="1" y="2520001"/>
                </a:lnTo>
                <a:lnTo>
                  <a:pt x="0" y="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A08C4A73-29AF-49AA-7154-4FC8ED409A0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619925" y="914373"/>
            <a:ext cx="1260001" cy="2520001"/>
          </a:xfrm>
          <a:custGeom>
            <a:avLst/>
            <a:gdLst>
              <a:gd name="connsiteX0" fmla="*/ 1260001 w 1260001"/>
              <a:gd name="connsiteY0" fmla="*/ 0 h 2520001"/>
              <a:gd name="connsiteX1" fmla="*/ 1260001 w 1260001"/>
              <a:gd name="connsiteY1" fmla="*/ 2520001 h 2520001"/>
              <a:gd name="connsiteX2" fmla="*/ 0 w 1260001"/>
              <a:gd name="connsiteY2" fmla="*/ 1260001 h 2520001"/>
              <a:gd name="connsiteX3" fmla="*/ 1260001 w 1260001"/>
              <a:gd name="connsiteY3" fmla="*/ 0 h 252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0001" h="2520001">
                <a:moveTo>
                  <a:pt x="1260001" y="0"/>
                </a:moveTo>
                <a:lnTo>
                  <a:pt x="1260001" y="2520001"/>
                </a:lnTo>
                <a:cubicBezTo>
                  <a:pt x="564165" y="2520002"/>
                  <a:pt x="0" y="1955835"/>
                  <a:pt x="0" y="1260001"/>
                </a:cubicBezTo>
                <a:cubicBezTo>
                  <a:pt x="0" y="564166"/>
                  <a:pt x="564165" y="0"/>
                  <a:pt x="126000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2B1935ED-4654-4DB3-1D65-057BDD4A3B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2" name="Tijdelijke aanduiding voor inhoud 2">
            <a:extLst>
              <a:ext uri="{FF2B5EF4-FFF2-40B4-BE49-F238E27FC236}">
                <a16:creationId xmlns:a16="http://schemas.microsoft.com/office/drawing/2014/main" id="{DE3F791A-16DB-9BAE-837D-E4AD75CEA4F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1999" y="1801089"/>
            <a:ext cx="5040001" cy="4745792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jdelijke aanduiding voor titel 1">
            <a:extLst>
              <a:ext uri="{FF2B5EF4-FFF2-40B4-BE49-F238E27FC236}">
                <a16:creationId xmlns:a16="http://schemas.microsoft.com/office/drawing/2014/main" id="{507C6F38-8D0E-6D9E-4396-76880DF3E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57379"/>
            <a:ext cx="5039998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12" name="Tijdelijke aanduiding voor tekst 2">
            <a:extLst>
              <a:ext uri="{FF2B5EF4-FFF2-40B4-BE49-F238E27FC236}">
                <a16:creationId xmlns:a16="http://schemas.microsoft.com/office/drawing/2014/main" id="{AAE6BD5C-21F2-D692-FBA2-A7040895CD37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1997" y="1239896"/>
            <a:ext cx="5040001" cy="3729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5058128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one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5EBE94DE-4B26-060E-5A1E-F2B6C047F9F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66222" y="908993"/>
            <a:ext cx="5033769" cy="5033789"/>
          </a:xfrm>
          <a:custGeom>
            <a:avLst/>
            <a:gdLst>
              <a:gd name="connsiteX0" fmla="*/ 2519964 w 5033769"/>
              <a:gd name="connsiteY0" fmla="*/ 1382954 h 5033789"/>
              <a:gd name="connsiteX1" fmla="*/ 2519964 w 5033769"/>
              <a:gd name="connsiteY1" fmla="*/ 2513777 h 5033789"/>
              <a:gd name="connsiteX2" fmla="*/ 2520001 w 5033769"/>
              <a:gd name="connsiteY2" fmla="*/ 2513777 h 5033789"/>
              <a:gd name="connsiteX3" fmla="*/ 2519989 w 5033769"/>
              <a:gd name="connsiteY3" fmla="*/ 2513789 h 5033789"/>
              <a:gd name="connsiteX4" fmla="*/ 3649376 w 5033769"/>
              <a:gd name="connsiteY4" fmla="*/ 2513789 h 5033789"/>
              <a:gd name="connsiteX5" fmla="*/ 3535235 w 5033769"/>
              <a:gd name="connsiteY5" fmla="*/ 2497467 h 5033789"/>
              <a:gd name="connsiteX6" fmla="*/ 2520261 w 5033769"/>
              <a:gd name="connsiteY6" fmla="*/ 1388840 h 5033789"/>
              <a:gd name="connsiteX7" fmla="*/ 2519964 w 5033769"/>
              <a:gd name="connsiteY7" fmla="*/ 0 h 5033789"/>
              <a:gd name="connsiteX8" fmla="*/ 2519964 w 5033769"/>
              <a:gd name="connsiteY8" fmla="*/ 1137072 h 5033789"/>
              <a:gd name="connsiteX9" fmla="*/ 2520261 w 5033769"/>
              <a:gd name="connsiteY9" fmla="*/ 1131185 h 5033789"/>
              <a:gd name="connsiteX10" fmla="*/ 3773756 w 5033769"/>
              <a:gd name="connsiteY10" fmla="*/ 13 h 5033789"/>
              <a:gd name="connsiteX11" fmla="*/ 5033757 w 5033769"/>
              <a:gd name="connsiteY11" fmla="*/ 1260013 h 5033789"/>
              <a:gd name="connsiteX12" fmla="*/ 3902584 w 5033769"/>
              <a:gd name="connsiteY12" fmla="*/ 2513507 h 5033789"/>
              <a:gd name="connsiteX13" fmla="*/ 3897013 w 5033769"/>
              <a:gd name="connsiteY13" fmla="*/ 2513789 h 5033789"/>
              <a:gd name="connsiteX14" fmla="*/ 5033769 w 5033769"/>
              <a:gd name="connsiteY14" fmla="*/ 2513789 h 5033789"/>
              <a:gd name="connsiteX15" fmla="*/ 5033768 w 5033769"/>
              <a:gd name="connsiteY15" fmla="*/ 5033789 h 5033789"/>
              <a:gd name="connsiteX16" fmla="*/ 2513768 w 5033769"/>
              <a:gd name="connsiteY16" fmla="*/ 5033789 h 5033789"/>
              <a:gd name="connsiteX17" fmla="*/ 2513769 w 5033769"/>
              <a:gd name="connsiteY17" fmla="*/ 2520008 h 5033789"/>
              <a:gd name="connsiteX18" fmla="*/ 1 w 5033769"/>
              <a:gd name="connsiteY18" fmla="*/ 5033777 h 5033789"/>
              <a:gd name="connsiteX19" fmla="*/ 0 w 5033769"/>
              <a:gd name="connsiteY19" fmla="*/ 2513777 h 5033789"/>
              <a:gd name="connsiteX20" fmla="*/ 2458226 w 5033769"/>
              <a:gd name="connsiteY20" fmla="*/ 2513776 h 5033789"/>
              <a:gd name="connsiteX21" fmla="*/ 2266042 w 5033769"/>
              <a:gd name="connsiteY21" fmla="*/ 2494401 h 5033789"/>
              <a:gd name="connsiteX22" fmla="*/ 1259962 w 5033769"/>
              <a:gd name="connsiteY22" fmla="*/ 1260001 h 5033789"/>
              <a:gd name="connsiteX23" fmla="*/ 2519964 w 5033769"/>
              <a:gd name="connsiteY23" fmla="*/ 0 h 5033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033769" h="5033789">
                <a:moveTo>
                  <a:pt x="2519964" y="1382954"/>
                </a:moveTo>
                <a:lnTo>
                  <a:pt x="2519964" y="2513777"/>
                </a:lnTo>
                <a:lnTo>
                  <a:pt x="2520001" y="2513777"/>
                </a:lnTo>
                <a:lnTo>
                  <a:pt x="2519989" y="2513789"/>
                </a:lnTo>
                <a:lnTo>
                  <a:pt x="3649376" y="2513789"/>
                </a:lnTo>
                <a:lnTo>
                  <a:pt x="3535235" y="2497467"/>
                </a:lnTo>
                <a:cubicBezTo>
                  <a:pt x="2994600" y="2393880"/>
                  <a:pt x="2576720" y="1944783"/>
                  <a:pt x="2520261" y="1388840"/>
                </a:cubicBezTo>
                <a:close/>
                <a:moveTo>
                  <a:pt x="2519964" y="0"/>
                </a:moveTo>
                <a:lnTo>
                  <a:pt x="2519964" y="1137072"/>
                </a:lnTo>
                <a:lnTo>
                  <a:pt x="2520261" y="1131185"/>
                </a:lnTo>
                <a:cubicBezTo>
                  <a:pt x="2584786" y="495822"/>
                  <a:pt x="3121369" y="13"/>
                  <a:pt x="3773756" y="13"/>
                </a:cubicBezTo>
                <a:cubicBezTo>
                  <a:pt x="4469635" y="13"/>
                  <a:pt x="5033757" y="564134"/>
                  <a:pt x="5033757" y="1260013"/>
                </a:cubicBezTo>
                <a:cubicBezTo>
                  <a:pt x="5033757" y="1912399"/>
                  <a:pt x="4537948" y="2448983"/>
                  <a:pt x="3902584" y="2513507"/>
                </a:cubicBezTo>
                <a:lnTo>
                  <a:pt x="3897013" y="2513789"/>
                </a:lnTo>
                <a:lnTo>
                  <a:pt x="5033769" y="2513789"/>
                </a:lnTo>
                <a:lnTo>
                  <a:pt x="5033768" y="5033789"/>
                </a:lnTo>
                <a:lnTo>
                  <a:pt x="2513768" y="5033789"/>
                </a:lnTo>
                <a:lnTo>
                  <a:pt x="2513769" y="2520008"/>
                </a:lnTo>
                <a:lnTo>
                  <a:pt x="1" y="5033777"/>
                </a:lnTo>
                <a:lnTo>
                  <a:pt x="0" y="2513777"/>
                </a:lnTo>
                <a:lnTo>
                  <a:pt x="2458226" y="2513776"/>
                </a:lnTo>
                <a:lnTo>
                  <a:pt x="2266042" y="2494401"/>
                </a:lnTo>
                <a:cubicBezTo>
                  <a:pt x="1691901" y="2376903"/>
                  <a:pt x="1259962" y="1868856"/>
                  <a:pt x="1259962" y="1260001"/>
                </a:cubicBezTo>
                <a:cubicBezTo>
                  <a:pt x="1259962" y="564166"/>
                  <a:pt x="1824128" y="0"/>
                  <a:pt x="251996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8D77C0F8-F950-E1DC-2705-E0F0C8F0F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2" name="Tijdelijke aanduiding voor inhoud 2">
            <a:extLst>
              <a:ext uri="{FF2B5EF4-FFF2-40B4-BE49-F238E27FC236}">
                <a16:creationId xmlns:a16="http://schemas.microsoft.com/office/drawing/2014/main" id="{0F3F0CF1-3D93-9C13-64D1-D4F4A00E2DE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1999" y="1801089"/>
            <a:ext cx="5040001" cy="4745792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jdelijke aanduiding voor titel 1">
            <a:extLst>
              <a:ext uri="{FF2B5EF4-FFF2-40B4-BE49-F238E27FC236}">
                <a16:creationId xmlns:a16="http://schemas.microsoft.com/office/drawing/2014/main" id="{C126D6FC-3886-CFDD-25F2-64E0AB22E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57379"/>
            <a:ext cx="5039998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E0B38702-E488-AEA1-15A7-68721A5159B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1997" y="1239896"/>
            <a:ext cx="5040001" cy="3729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1411798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hap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76F6EEEB-9971-9726-81A6-A842C217CA1A}"/>
              </a:ext>
            </a:extLst>
          </p:cNvPr>
          <p:cNvSpPr/>
          <p:nvPr/>
        </p:nvSpPr>
        <p:spPr>
          <a:xfrm>
            <a:off x="8879977" y="3429000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9" name="Vrije vorm: vorm 8">
            <a:extLst>
              <a:ext uri="{FF2B5EF4-FFF2-40B4-BE49-F238E27FC236}">
                <a16:creationId xmlns:a16="http://schemas.microsoft.com/office/drawing/2014/main" id="{5297B128-04E7-F095-D863-25F3756FB4B4}"/>
              </a:ext>
            </a:extLst>
          </p:cNvPr>
          <p:cNvSpPr>
            <a:spLocks noChangeAspect="1"/>
          </p:cNvSpPr>
          <p:nvPr/>
        </p:nvSpPr>
        <p:spPr>
          <a:xfrm>
            <a:off x="8879963" y="912007"/>
            <a:ext cx="2519999" cy="2520000"/>
          </a:xfrm>
          <a:custGeom>
            <a:avLst/>
            <a:gdLst>
              <a:gd name="connsiteX0" fmla="*/ 2286035 w 2286035"/>
              <a:gd name="connsiteY0" fmla="*/ 0 h 2286036"/>
              <a:gd name="connsiteX1" fmla="*/ 2286036 w 2286035"/>
              <a:gd name="connsiteY1" fmla="*/ 2286036 h 2286036"/>
              <a:gd name="connsiteX2" fmla="*/ 0 w 2286035"/>
              <a:gd name="connsiteY2" fmla="*/ 2286037 h 2286036"/>
              <a:gd name="connsiteX3" fmla="*/ 2286035 w 2286035"/>
              <a:gd name="connsiteY3" fmla="*/ 0 h 2286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35" h="2286036">
                <a:moveTo>
                  <a:pt x="2286035" y="0"/>
                </a:moveTo>
                <a:lnTo>
                  <a:pt x="2286036" y="2286036"/>
                </a:lnTo>
                <a:lnTo>
                  <a:pt x="0" y="2286037"/>
                </a:lnTo>
                <a:lnTo>
                  <a:pt x="2286035" y="0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Vrije vorm: vorm 18">
            <a:extLst>
              <a:ext uri="{FF2B5EF4-FFF2-40B4-BE49-F238E27FC236}">
                <a16:creationId xmlns:a16="http://schemas.microsoft.com/office/drawing/2014/main" id="{69DDE691-C5AE-BC2F-E04B-661180E83819}"/>
              </a:ext>
            </a:extLst>
          </p:cNvPr>
          <p:cNvSpPr>
            <a:spLocks noChangeAspect="1"/>
          </p:cNvSpPr>
          <p:nvPr/>
        </p:nvSpPr>
        <p:spPr>
          <a:xfrm>
            <a:off x="6360002" y="917534"/>
            <a:ext cx="2520057" cy="5031466"/>
          </a:xfrm>
          <a:custGeom>
            <a:avLst/>
            <a:gdLst>
              <a:gd name="connsiteX0" fmla="*/ 2520056 w 2520057"/>
              <a:gd name="connsiteY0" fmla="*/ 0 h 5031466"/>
              <a:gd name="connsiteX1" fmla="*/ 2520057 w 2520057"/>
              <a:gd name="connsiteY1" fmla="*/ 2520000 h 5031466"/>
              <a:gd name="connsiteX2" fmla="*/ 2520000 w 2520057"/>
              <a:gd name="connsiteY2" fmla="*/ 2520000 h 5031466"/>
              <a:gd name="connsiteX3" fmla="*/ 2520000 w 2520057"/>
              <a:gd name="connsiteY3" fmla="*/ 5031466 h 5031466"/>
              <a:gd name="connsiteX4" fmla="*/ 0 w 2520057"/>
              <a:gd name="connsiteY4" fmla="*/ 5031466 h 5031466"/>
              <a:gd name="connsiteX5" fmla="*/ 0 w 2520057"/>
              <a:gd name="connsiteY5" fmla="*/ 2511466 h 5031466"/>
              <a:gd name="connsiteX6" fmla="*/ 8592 w 2520057"/>
              <a:gd name="connsiteY6" fmla="*/ 2511466 h 5031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0057" h="5031466">
                <a:moveTo>
                  <a:pt x="2520056" y="0"/>
                </a:moveTo>
                <a:lnTo>
                  <a:pt x="2520057" y="2520000"/>
                </a:lnTo>
                <a:lnTo>
                  <a:pt x="2520000" y="2520000"/>
                </a:lnTo>
                <a:lnTo>
                  <a:pt x="2520000" y="5031466"/>
                </a:lnTo>
                <a:lnTo>
                  <a:pt x="0" y="5031466"/>
                </a:lnTo>
                <a:lnTo>
                  <a:pt x="0" y="2511466"/>
                </a:lnTo>
                <a:lnTo>
                  <a:pt x="8592" y="2511466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8968ADAA-915B-B2DA-710A-2481D3CFFF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2" name="Tijdelijke aanduiding voor inhoud 2">
            <a:extLst>
              <a:ext uri="{FF2B5EF4-FFF2-40B4-BE49-F238E27FC236}">
                <a16:creationId xmlns:a16="http://schemas.microsoft.com/office/drawing/2014/main" id="{38A8A0D5-0D2F-2CDC-A91D-31A1F63B1F6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1999" y="1801089"/>
            <a:ext cx="5040001" cy="4745792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jdelijke aanduiding voor titel 1">
            <a:extLst>
              <a:ext uri="{FF2B5EF4-FFF2-40B4-BE49-F238E27FC236}">
                <a16:creationId xmlns:a16="http://schemas.microsoft.com/office/drawing/2014/main" id="{0DE565B5-C229-A6D6-1074-B78C29BC0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57379"/>
            <a:ext cx="5039998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12" name="Tijdelijke aanduiding voor tekst 2">
            <a:extLst>
              <a:ext uri="{FF2B5EF4-FFF2-40B4-BE49-F238E27FC236}">
                <a16:creationId xmlns:a16="http://schemas.microsoft.com/office/drawing/2014/main" id="{C83A08F2-2EA8-F0C0-3902-6DC6D39DDB7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1997" y="1239896"/>
            <a:ext cx="5040001" cy="3729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82987641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multiple imag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76F6EEEB-9971-9726-81A6-A842C217CA1A}"/>
              </a:ext>
            </a:extLst>
          </p:cNvPr>
          <p:cNvSpPr/>
          <p:nvPr/>
        </p:nvSpPr>
        <p:spPr>
          <a:xfrm>
            <a:off x="8879977" y="3429000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9" name="Vrije vorm: vorm 8">
            <a:extLst>
              <a:ext uri="{FF2B5EF4-FFF2-40B4-BE49-F238E27FC236}">
                <a16:creationId xmlns:a16="http://schemas.microsoft.com/office/drawing/2014/main" id="{5297B128-04E7-F095-D863-25F3756FB4B4}"/>
              </a:ext>
            </a:extLst>
          </p:cNvPr>
          <p:cNvSpPr>
            <a:spLocks noChangeAspect="1"/>
          </p:cNvSpPr>
          <p:nvPr/>
        </p:nvSpPr>
        <p:spPr>
          <a:xfrm>
            <a:off x="8879963" y="912007"/>
            <a:ext cx="2519999" cy="2520000"/>
          </a:xfrm>
          <a:custGeom>
            <a:avLst/>
            <a:gdLst>
              <a:gd name="connsiteX0" fmla="*/ 2286035 w 2286035"/>
              <a:gd name="connsiteY0" fmla="*/ 0 h 2286036"/>
              <a:gd name="connsiteX1" fmla="*/ 2286036 w 2286035"/>
              <a:gd name="connsiteY1" fmla="*/ 2286036 h 2286036"/>
              <a:gd name="connsiteX2" fmla="*/ 0 w 2286035"/>
              <a:gd name="connsiteY2" fmla="*/ 2286037 h 2286036"/>
              <a:gd name="connsiteX3" fmla="*/ 2286035 w 2286035"/>
              <a:gd name="connsiteY3" fmla="*/ 0 h 2286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35" h="2286036">
                <a:moveTo>
                  <a:pt x="2286035" y="0"/>
                </a:moveTo>
                <a:lnTo>
                  <a:pt x="2286036" y="2286036"/>
                </a:lnTo>
                <a:lnTo>
                  <a:pt x="0" y="2286037"/>
                </a:lnTo>
                <a:lnTo>
                  <a:pt x="2286035" y="0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Vrije vorm: vorm 18">
            <a:extLst>
              <a:ext uri="{FF2B5EF4-FFF2-40B4-BE49-F238E27FC236}">
                <a16:creationId xmlns:a16="http://schemas.microsoft.com/office/drawing/2014/main" id="{69DDE691-C5AE-BC2F-E04B-661180E83819}"/>
              </a:ext>
            </a:extLst>
          </p:cNvPr>
          <p:cNvSpPr>
            <a:spLocks noChangeAspect="1"/>
          </p:cNvSpPr>
          <p:nvPr/>
        </p:nvSpPr>
        <p:spPr>
          <a:xfrm>
            <a:off x="6360002" y="917534"/>
            <a:ext cx="2520057" cy="5031466"/>
          </a:xfrm>
          <a:custGeom>
            <a:avLst/>
            <a:gdLst>
              <a:gd name="connsiteX0" fmla="*/ 2520056 w 2520057"/>
              <a:gd name="connsiteY0" fmla="*/ 0 h 5031466"/>
              <a:gd name="connsiteX1" fmla="*/ 2520057 w 2520057"/>
              <a:gd name="connsiteY1" fmla="*/ 2520000 h 5031466"/>
              <a:gd name="connsiteX2" fmla="*/ 2520000 w 2520057"/>
              <a:gd name="connsiteY2" fmla="*/ 2520000 h 5031466"/>
              <a:gd name="connsiteX3" fmla="*/ 2520000 w 2520057"/>
              <a:gd name="connsiteY3" fmla="*/ 5031466 h 5031466"/>
              <a:gd name="connsiteX4" fmla="*/ 0 w 2520057"/>
              <a:gd name="connsiteY4" fmla="*/ 5031466 h 5031466"/>
              <a:gd name="connsiteX5" fmla="*/ 0 w 2520057"/>
              <a:gd name="connsiteY5" fmla="*/ 2511466 h 5031466"/>
              <a:gd name="connsiteX6" fmla="*/ 8592 w 2520057"/>
              <a:gd name="connsiteY6" fmla="*/ 2511466 h 5031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0057" h="5031466">
                <a:moveTo>
                  <a:pt x="2520056" y="0"/>
                </a:moveTo>
                <a:lnTo>
                  <a:pt x="2520057" y="2520000"/>
                </a:lnTo>
                <a:lnTo>
                  <a:pt x="2520000" y="2520000"/>
                </a:lnTo>
                <a:lnTo>
                  <a:pt x="2520000" y="5031466"/>
                </a:lnTo>
                <a:lnTo>
                  <a:pt x="0" y="5031466"/>
                </a:lnTo>
                <a:lnTo>
                  <a:pt x="0" y="2511466"/>
                </a:lnTo>
                <a:lnTo>
                  <a:pt x="8592" y="2511466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CB217713-8550-6E7D-74DA-B21E396D96B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879943" y="3446554"/>
            <a:ext cx="2520001" cy="2520000"/>
          </a:xfrm>
          <a:custGeom>
            <a:avLst/>
            <a:gdLst>
              <a:gd name="connsiteX0" fmla="*/ 1260000 w 2520001"/>
              <a:gd name="connsiteY0" fmla="*/ 0 h 2520000"/>
              <a:gd name="connsiteX1" fmla="*/ 2520001 w 2520001"/>
              <a:gd name="connsiteY1" fmla="*/ 1260000 h 2520000"/>
              <a:gd name="connsiteX2" fmla="*/ 1260000 w 2520001"/>
              <a:gd name="connsiteY2" fmla="*/ 2520000 h 2520000"/>
              <a:gd name="connsiteX3" fmla="*/ 0 w 2520001"/>
              <a:gd name="connsiteY3" fmla="*/ 1260000 h 2520000"/>
              <a:gd name="connsiteX4" fmla="*/ 1260000 w 2520001"/>
              <a:gd name="connsiteY4" fmla="*/ 0 h 25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20001" h="2520000">
                <a:moveTo>
                  <a:pt x="1260000" y="0"/>
                </a:moveTo>
                <a:cubicBezTo>
                  <a:pt x="1955879" y="0"/>
                  <a:pt x="2520001" y="564121"/>
                  <a:pt x="2520001" y="1260000"/>
                </a:cubicBezTo>
                <a:cubicBezTo>
                  <a:pt x="2520001" y="1955879"/>
                  <a:pt x="1955880" y="2520000"/>
                  <a:pt x="1260000" y="2520000"/>
                </a:cubicBezTo>
                <a:cubicBezTo>
                  <a:pt x="564122" y="2520000"/>
                  <a:pt x="0" y="1955879"/>
                  <a:pt x="0" y="1260000"/>
                </a:cubicBezTo>
                <a:cubicBezTo>
                  <a:pt x="0" y="564121"/>
                  <a:pt x="564121" y="0"/>
                  <a:pt x="1260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CE3366A8-6FCF-5D96-79E8-44158F6D91F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79930" y="929562"/>
            <a:ext cx="2520000" cy="2520001"/>
          </a:xfrm>
          <a:custGeom>
            <a:avLst/>
            <a:gdLst>
              <a:gd name="connsiteX0" fmla="*/ 2519999 w 2520000"/>
              <a:gd name="connsiteY0" fmla="*/ 0 h 2520001"/>
              <a:gd name="connsiteX1" fmla="*/ 2520000 w 2520000"/>
              <a:gd name="connsiteY1" fmla="*/ 2520000 h 2520001"/>
              <a:gd name="connsiteX2" fmla="*/ 0 w 2520000"/>
              <a:gd name="connsiteY2" fmla="*/ 2520001 h 252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20000" h="2520001">
                <a:moveTo>
                  <a:pt x="2519999" y="0"/>
                </a:moveTo>
                <a:lnTo>
                  <a:pt x="2520000" y="2520000"/>
                </a:lnTo>
                <a:lnTo>
                  <a:pt x="0" y="252000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43E36CDE-2109-3197-B5A1-145E138A70C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59969" y="935088"/>
            <a:ext cx="2520057" cy="5031466"/>
          </a:xfrm>
          <a:custGeom>
            <a:avLst/>
            <a:gdLst>
              <a:gd name="connsiteX0" fmla="*/ 2520056 w 2520057"/>
              <a:gd name="connsiteY0" fmla="*/ 0 h 5031466"/>
              <a:gd name="connsiteX1" fmla="*/ 2520057 w 2520057"/>
              <a:gd name="connsiteY1" fmla="*/ 2520000 h 5031466"/>
              <a:gd name="connsiteX2" fmla="*/ 2520000 w 2520057"/>
              <a:gd name="connsiteY2" fmla="*/ 2520000 h 5031466"/>
              <a:gd name="connsiteX3" fmla="*/ 2520000 w 2520057"/>
              <a:gd name="connsiteY3" fmla="*/ 5031466 h 5031466"/>
              <a:gd name="connsiteX4" fmla="*/ 0 w 2520057"/>
              <a:gd name="connsiteY4" fmla="*/ 5031466 h 5031466"/>
              <a:gd name="connsiteX5" fmla="*/ 0 w 2520057"/>
              <a:gd name="connsiteY5" fmla="*/ 2511466 h 5031466"/>
              <a:gd name="connsiteX6" fmla="*/ 8592 w 2520057"/>
              <a:gd name="connsiteY6" fmla="*/ 2511466 h 5031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0057" h="5031466">
                <a:moveTo>
                  <a:pt x="2520056" y="0"/>
                </a:moveTo>
                <a:lnTo>
                  <a:pt x="2520057" y="2520000"/>
                </a:lnTo>
                <a:lnTo>
                  <a:pt x="2520000" y="2520000"/>
                </a:lnTo>
                <a:lnTo>
                  <a:pt x="2520000" y="5031466"/>
                </a:lnTo>
                <a:lnTo>
                  <a:pt x="0" y="5031466"/>
                </a:lnTo>
                <a:lnTo>
                  <a:pt x="0" y="2511466"/>
                </a:lnTo>
                <a:lnTo>
                  <a:pt x="8592" y="251146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63F0A3E5-AB46-C9B8-39F0-2BFD5C30B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2" name="Tijdelijke aanduiding voor inhoud 2">
            <a:extLst>
              <a:ext uri="{FF2B5EF4-FFF2-40B4-BE49-F238E27FC236}">
                <a16:creationId xmlns:a16="http://schemas.microsoft.com/office/drawing/2014/main" id="{A5BDE1BA-D8BA-0CA5-9E62-1B9CB9C060E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1999" y="1801089"/>
            <a:ext cx="5040001" cy="4745792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jdelijke aanduiding voor titel 1">
            <a:extLst>
              <a:ext uri="{FF2B5EF4-FFF2-40B4-BE49-F238E27FC236}">
                <a16:creationId xmlns:a16="http://schemas.microsoft.com/office/drawing/2014/main" id="{3EAA488C-8B17-EF40-8EF7-CAFD84DE4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57379"/>
            <a:ext cx="5039998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2">
            <a:extLst>
              <a:ext uri="{FF2B5EF4-FFF2-40B4-BE49-F238E27FC236}">
                <a16:creationId xmlns:a16="http://schemas.microsoft.com/office/drawing/2014/main" id="{2F0E68EE-5BE7-87DD-9F8B-8DB011C8E97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1997" y="1239896"/>
            <a:ext cx="5040001" cy="3729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5666073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one imag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2">
            <a:extLst>
              <a:ext uri="{FF2B5EF4-FFF2-40B4-BE49-F238E27FC236}">
                <a16:creationId xmlns:a16="http://schemas.microsoft.com/office/drawing/2014/main" id="{9ED2D670-E603-60EE-4F3B-5B534395736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70051" y="917534"/>
            <a:ext cx="5029927" cy="5031466"/>
          </a:xfrm>
          <a:custGeom>
            <a:avLst/>
            <a:gdLst>
              <a:gd name="connsiteX0" fmla="*/ 2520000 w 5029927"/>
              <a:gd name="connsiteY0" fmla="*/ 2524522 h 5031466"/>
              <a:gd name="connsiteX1" fmla="*/ 2520000 w 5029927"/>
              <a:gd name="connsiteY1" fmla="*/ 3620442 h 5031466"/>
              <a:gd name="connsiteX2" fmla="*/ 2529606 w 5029927"/>
              <a:gd name="connsiteY2" fmla="*/ 3548425 h 5031466"/>
              <a:gd name="connsiteX3" fmla="*/ 3515992 w 5029927"/>
              <a:gd name="connsiteY3" fmla="*/ 2537065 h 5031466"/>
              <a:gd name="connsiteX4" fmla="*/ 3640418 w 5029927"/>
              <a:gd name="connsiteY4" fmla="*/ 2524522 h 5031466"/>
              <a:gd name="connsiteX5" fmla="*/ 2520056 w 5029927"/>
              <a:gd name="connsiteY5" fmla="*/ 0 h 5031466"/>
              <a:gd name="connsiteX6" fmla="*/ 2520057 w 5029927"/>
              <a:gd name="connsiteY6" fmla="*/ 2514378 h 5031466"/>
              <a:gd name="connsiteX7" fmla="*/ 5029912 w 5029927"/>
              <a:gd name="connsiteY7" fmla="*/ 4521 h 5031466"/>
              <a:gd name="connsiteX8" fmla="*/ 5029913 w 5029927"/>
              <a:gd name="connsiteY8" fmla="*/ 2524521 h 5031466"/>
              <a:gd name="connsiteX9" fmla="*/ 3899433 w 5029927"/>
              <a:gd name="connsiteY9" fmla="*/ 2524522 h 5031466"/>
              <a:gd name="connsiteX10" fmla="*/ 4023860 w 5029927"/>
              <a:gd name="connsiteY10" fmla="*/ 2537065 h 5031466"/>
              <a:gd name="connsiteX11" fmla="*/ 5029927 w 5029927"/>
              <a:gd name="connsiteY11" fmla="*/ 3771466 h 5031466"/>
              <a:gd name="connsiteX12" fmla="*/ 3769926 w 5029927"/>
              <a:gd name="connsiteY12" fmla="*/ 5031466 h 5031466"/>
              <a:gd name="connsiteX13" fmla="*/ 2535525 w 5029927"/>
              <a:gd name="connsiteY13" fmla="*/ 4025400 h 5031466"/>
              <a:gd name="connsiteX14" fmla="*/ 2520000 w 5029927"/>
              <a:gd name="connsiteY14" fmla="*/ 3923677 h 5031466"/>
              <a:gd name="connsiteX15" fmla="*/ 2520000 w 5029927"/>
              <a:gd name="connsiteY15" fmla="*/ 5031466 h 5031466"/>
              <a:gd name="connsiteX16" fmla="*/ 0 w 5029927"/>
              <a:gd name="connsiteY16" fmla="*/ 5031466 h 5031466"/>
              <a:gd name="connsiteX17" fmla="*/ 0 w 5029927"/>
              <a:gd name="connsiteY17" fmla="*/ 2511466 h 5031466"/>
              <a:gd name="connsiteX18" fmla="*/ 8592 w 5029927"/>
              <a:gd name="connsiteY18" fmla="*/ 2511466 h 5031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029927" h="5031466">
                <a:moveTo>
                  <a:pt x="2520000" y="2524522"/>
                </a:moveTo>
                <a:lnTo>
                  <a:pt x="2520000" y="3620442"/>
                </a:lnTo>
                <a:lnTo>
                  <a:pt x="2529606" y="3548425"/>
                </a:lnTo>
                <a:cubicBezTo>
                  <a:pt x="2620125" y="3041670"/>
                  <a:pt x="3013601" y="2639869"/>
                  <a:pt x="3515992" y="2537065"/>
                </a:cubicBezTo>
                <a:lnTo>
                  <a:pt x="3640418" y="2524522"/>
                </a:lnTo>
                <a:close/>
                <a:moveTo>
                  <a:pt x="2520056" y="0"/>
                </a:moveTo>
                <a:lnTo>
                  <a:pt x="2520057" y="2514378"/>
                </a:lnTo>
                <a:lnTo>
                  <a:pt x="5029912" y="4521"/>
                </a:lnTo>
                <a:lnTo>
                  <a:pt x="5029913" y="2524521"/>
                </a:lnTo>
                <a:lnTo>
                  <a:pt x="3899433" y="2524522"/>
                </a:lnTo>
                <a:lnTo>
                  <a:pt x="4023860" y="2537065"/>
                </a:lnTo>
                <a:cubicBezTo>
                  <a:pt x="4598021" y="2654555"/>
                  <a:pt x="5029927" y="3162572"/>
                  <a:pt x="5029927" y="3771466"/>
                </a:cubicBezTo>
                <a:cubicBezTo>
                  <a:pt x="5029927" y="4467345"/>
                  <a:pt x="4465806" y="5031466"/>
                  <a:pt x="3769926" y="5031466"/>
                </a:cubicBezTo>
                <a:cubicBezTo>
                  <a:pt x="3161033" y="5031466"/>
                  <a:pt x="2653015" y="4599561"/>
                  <a:pt x="2535525" y="4025400"/>
                </a:cubicBezTo>
                <a:lnTo>
                  <a:pt x="2520000" y="3923677"/>
                </a:lnTo>
                <a:lnTo>
                  <a:pt x="2520000" y="5031466"/>
                </a:lnTo>
                <a:lnTo>
                  <a:pt x="0" y="5031466"/>
                </a:lnTo>
                <a:lnTo>
                  <a:pt x="0" y="2511466"/>
                </a:lnTo>
                <a:lnTo>
                  <a:pt x="8592" y="251146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5A333C57-8725-5EC3-58E7-34DFEF8A2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2" name="Tijdelijke aanduiding voor inhoud 2">
            <a:extLst>
              <a:ext uri="{FF2B5EF4-FFF2-40B4-BE49-F238E27FC236}">
                <a16:creationId xmlns:a16="http://schemas.microsoft.com/office/drawing/2014/main" id="{30227519-0D87-E5EF-C966-7D4C0F01BC8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1999" y="1801089"/>
            <a:ext cx="5040001" cy="4745792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jdelijke aanduiding voor titel 1">
            <a:extLst>
              <a:ext uri="{FF2B5EF4-FFF2-40B4-BE49-F238E27FC236}">
                <a16:creationId xmlns:a16="http://schemas.microsoft.com/office/drawing/2014/main" id="{3AFEE3AA-86A2-DDAD-2BFE-69958820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57379"/>
            <a:ext cx="5039998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AB400054-6479-D8A6-1E2E-11D8538F129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1997" y="1239896"/>
            <a:ext cx="5040001" cy="3729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24867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one imag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4AC286A-338D-4219-0A98-80D7321BD69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59525" y="757379"/>
            <a:ext cx="5832475" cy="5789502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add image</a:t>
            </a:r>
          </a:p>
          <a:p>
            <a:endParaRPr lang="en-BE" dirty="0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85AE95C5-86B5-90BF-5D7E-E80F3237B0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2" name="Tijdelijke aanduiding voor inhoud 2">
            <a:extLst>
              <a:ext uri="{FF2B5EF4-FFF2-40B4-BE49-F238E27FC236}">
                <a16:creationId xmlns:a16="http://schemas.microsoft.com/office/drawing/2014/main" id="{2984FA37-35A6-2365-B153-52B311FBFEA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1999" y="1801089"/>
            <a:ext cx="5040001" cy="4745792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jdelijke aanduiding voor titel 1">
            <a:extLst>
              <a:ext uri="{FF2B5EF4-FFF2-40B4-BE49-F238E27FC236}">
                <a16:creationId xmlns:a16="http://schemas.microsoft.com/office/drawing/2014/main" id="{0F1FA734-F4D4-334D-5744-C81EAFDED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57379"/>
            <a:ext cx="5039998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E550044D-EC98-CDCD-B00F-E34E7C3E1CC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1997" y="1239896"/>
            <a:ext cx="5040001" cy="3729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4411221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one imag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BAC730FC-3807-86A2-F8F4-1781854F64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59526" y="757379"/>
            <a:ext cx="5040000" cy="57895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DFCABAB1-D6D7-7102-A229-34607F1822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2" name="Tijdelijke aanduiding voor inhoud 2">
            <a:extLst>
              <a:ext uri="{FF2B5EF4-FFF2-40B4-BE49-F238E27FC236}">
                <a16:creationId xmlns:a16="http://schemas.microsoft.com/office/drawing/2014/main" id="{D77AFDCD-2C3D-ABA7-99BD-D64CDFB2A34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1999" y="1801089"/>
            <a:ext cx="5040001" cy="4745792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jdelijke aanduiding voor titel 1">
            <a:extLst>
              <a:ext uri="{FF2B5EF4-FFF2-40B4-BE49-F238E27FC236}">
                <a16:creationId xmlns:a16="http://schemas.microsoft.com/office/drawing/2014/main" id="{B5EE51F7-9BD0-98FA-2C1E-B2090593B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57379"/>
            <a:ext cx="5039998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53A2AEC9-B114-6C22-06CF-FCAA410464B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1997" y="1239896"/>
            <a:ext cx="5040001" cy="3729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35308034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s and titl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rije vorm: vorm 4">
            <a:extLst>
              <a:ext uri="{FF2B5EF4-FFF2-40B4-BE49-F238E27FC236}">
                <a16:creationId xmlns:a16="http://schemas.microsoft.com/office/drawing/2014/main" id="{36B21C0E-85D6-BE90-0206-45AD0D4362F2}"/>
              </a:ext>
            </a:extLst>
          </p:cNvPr>
          <p:cNvSpPr/>
          <p:nvPr/>
        </p:nvSpPr>
        <p:spPr>
          <a:xfrm rot="13500000">
            <a:off x="1161043" y="3798044"/>
            <a:ext cx="1781899" cy="1781899"/>
          </a:xfrm>
          <a:custGeom>
            <a:avLst/>
            <a:gdLst>
              <a:gd name="connsiteX0" fmla="*/ 0 w 1616455"/>
              <a:gd name="connsiteY0" fmla="*/ 0 h 1616455"/>
              <a:gd name="connsiteX1" fmla="*/ 1616455 w 1616455"/>
              <a:gd name="connsiteY1" fmla="*/ 0 h 1616455"/>
              <a:gd name="connsiteX2" fmla="*/ 1616455 w 1616455"/>
              <a:gd name="connsiteY2" fmla="*/ 1616455 h 1616455"/>
              <a:gd name="connsiteX3" fmla="*/ 0 w 1616455"/>
              <a:gd name="connsiteY3" fmla="*/ 1616455 h 1616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6455" h="1616455">
                <a:moveTo>
                  <a:pt x="0" y="0"/>
                </a:moveTo>
                <a:lnTo>
                  <a:pt x="1616455" y="0"/>
                </a:lnTo>
                <a:lnTo>
                  <a:pt x="1616455" y="1616455"/>
                </a:lnTo>
                <a:lnTo>
                  <a:pt x="0" y="1616455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Vrije vorm: vorm 5">
            <a:extLst>
              <a:ext uri="{FF2B5EF4-FFF2-40B4-BE49-F238E27FC236}">
                <a16:creationId xmlns:a16="http://schemas.microsoft.com/office/drawing/2014/main" id="{AEC5FFC3-5F75-5246-054B-E4F0D5B92918}"/>
              </a:ext>
            </a:extLst>
          </p:cNvPr>
          <p:cNvSpPr/>
          <p:nvPr/>
        </p:nvSpPr>
        <p:spPr>
          <a:xfrm>
            <a:off x="3311997" y="909001"/>
            <a:ext cx="2519999" cy="2519999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CCB94422-7EEB-D43D-A4B0-B4249C8AF168}"/>
              </a:ext>
            </a:extLst>
          </p:cNvPr>
          <p:cNvSpPr/>
          <p:nvPr/>
        </p:nvSpPr>
        <p:spPr>
          <a:xfrm>
            <a:off x="791999" y="909001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9" name="Vrije vorm: vorm 8">
            <a:extLst>
              <a:ext uri="{FF2B5EF4-FFF2-40B4-BE49-F238E27FC236}">
                <a16:creationId xmlns:a16="http://schemas.microsoft.com/office/drawing/2014/main" id="{CACCFB09-D7D1-5807-1E3D-CCB5DD0A9BD7}"/>
              </a:ext>
            </a:extLst>
          </p:cNvPr>
          <p:cNvSpPr/>
          <p:nvPr/>
        </p:nvSpPr>
        <p:spPr>
          <a:xfrm>
            <a:off x="3311996" y="3428988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6" name="Tijdelijke aanduiding voor inhoud 2">
            <a:extLst>
              <a:ext uri="{FF2B5EF4-FFF2-40B4-BE49-F238E27FC236}">
                <a16:creationId xmlns:a16="http://schemas.microsoft.com/office/drawing/2014/main" id="{155F3C9D-40B8-D5BD-8B15-C41EC4E7B72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59988" y="1801089"/>
            <a:ext cx="5069195" cy="4723431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7DE45303-FA94-227F-1865-9B54BEAA22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12" name="Tijdelijke aanduiding voor tekst 2">
            <a:extLst>
              <a:ext uri="{FF2B5EF4-FFF2-40B4-BE49-F238E27FC236}">
                <a16:creationId xmlns:a16="http://schemas.microsoft.com/office/drawing/2014/main" id="{AB845D68-85EA-8FD1-0F12-113F799534E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59900" y="1239896"/>
            <a:ext cx="5040001" cy="3729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13" name="Tijdelijke aanduiding voor titel 1">
            <a:extLst>
              <a:ext uri="{FF2B5EF4-FFF2-40B4-BE49-F238E27FC236}">
                <a16:creationId xmlns:a16="http://schemas.microsoft.com/office/drawing/2014/main" id="{25FD1D06-6955-074B-C33F-291413F66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975" y="757379"/>
            <a:ext cx="5039998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5084357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images and titl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Vrije vorm: vorm 25">
            <a:extLst>
              <a:ext uri="{FF2B5EF4-FFF2-40B4-BE49-F238E27FC236}">
                <a16:creationId xmlns:a16="http://schemas.microsoft.com/office/drawing/2014/main" id="{3B768417-84B8-4DE2-B012-8B10435FA345}"/>
              </a:ext>
            </a:extLst>
          </p:cNvPr>
          <p:cNvSpPr/>
          <p:nvPr/>
        </p:nvSpPr>
        <p:spPr>
          <a:xfrm rot="13500000">
            <a:off x="1161046" y="3798050"/>
            <a:ext cx="1781899" cy="1781899"/>
          </a:xfrm>
          <a:custGeom>
            <a:avLst/>
            <a:gdLst>
              <a:gd name="connsiteX0" fmla="*/ 0 w 1616455"/>
              <a:gd name="connsiteY0" fmla="*/ 0 h 1616455"/>
              <a:gd name="connsiteX1" fmla="*/ 1616455 w 1616455"/>
              <a:gd name="connsiteY1" fmla="*/ 0 h 1616455"/>
              <a:gd name="connsiteX2" fmla="*/ 1616455 w 1616455"/>
              <a:gd name="connsiteY2" fmla="*/ 1616455 h 1616455"/>
              <a:gd name="connsiteX3" fmla="*/ 0 w 1616455"/>
              <a:gd name="connsiteY3" fmla="*/ 1616455 h 1616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6455" h="1616455">
                <a:moveTo>
                  <a:pt x="0" y="0"/>
                </a:moveTo>
                <a:lnTo>
                  <a:pt x="1616455" y="0"/>
                </a:lnTo>
                <a:lnTo>
                  <a:pt x="1616455" y="1616455"/>
                </a:lnTo>
                <a:lnTo>
                  <a:pt x="0" y="1616455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7" name="Vrije vorm: vorm 26">
            <a:extLst>
              <a:ext uri="{FF2B5EF4-FFF2-40B4-BE49-F238E27FC236}">
                <a16:creationId xmlns:a16="http://schemas.microsoft.com/office/drawing/2014/main" id="{C5C134B3-0C65-09AB-E1C8-00A828796E03}"/>
              </a:ext>
            </a:extLst>
          </p:cNvPr>
          <p:cNvSpPr/>
          <p:nvPr/>
        </p:nvSpPr>
        <p:spPr>
          <a:xfrm>
            <a:off x="3312000" y="909007"/>
            <a:ext cx="2519999" cy="2519999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8" name="Vrije vorm: vorm 27">
            <a:extLst>
              <a:ext uri="{FF2B5EF4-FFF2-40B4-BE49-F238E27FC236}">
                <a16:creationId xmlns:a16="http://schemas.microsoft.com/office/drawing/2014/main" id="{9960CBC0-B3E6-7815-A46E-4557FB4748A9}"/>
              </a:ext>
            </a:extLst>
          </p:cNvPr>
          <p:cNvSpPr/>
          <p:nvPr/>
        </p:nvSpPr>
        <p:spPr>
          <a:xfrm>
            <a:off x="792002" y="909007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9" name="Vrije vorm: vorm 28">
            <a:extLst>
              <a:ext uri="{FF2B5EF4-FFF2-40B4-BE49-F238E27FC236}">
                <a16:creationId xmlns:a16="http://schemas.microsoft.com/office/drawing/2014/main" id="{E370AB24-64BC-5CD5-795A-AFF00B6F927B}"/>
              </a:ext>
            </a:extLst>
          </p:cNvPr>
          <p:cNvSpPr/>
          <p:nvPr/>
        </p:nvSpPr>
        <p:spPr>
          <a:xfrm>
            <a:off x="3311999" y="3428994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5" name="Tijdelijke aanduiding voor afbeelding 24">
            <a:extLst>
              <a:ext uri="{FF2B5EF4-FFF2-40B4-BE49-F238E27FC236}">
                <a16:creationId xmlns:a16="http://schemas.microsoft.com/office/drawing/2014/main" id="{6886C291-C616-C8D3-E7D4-970392A52E6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91993" y="3429008"/>
            <a:ext cx="2519985" cy="2519986"/>
          </a:xfrm>
          <a:custGeom>
            <a:avLst/>
            <a:gdLst>
              <a:gd name="connsiteX0" fmla="*/ 1259993 w 2519985"/>
              <a:gd name="connsiteY0" fmla="*/ 0 h 2519986"/>
              <a:gd name="connsiteX1" fmla="*/ 2519985 w 2519985"/>
              <a:gd name="connsiteY1" fmla="*/ 1259993 h 2519986"/>
              <a:gd name="connsiteX2" fmla="*/ 1259993 w 2519985"/>
              <a:gd name="connsiteY2" fmla="*/ 2519986 h 2519986"/>
              <a:gd name="connsiteX3" fmla="*/ 0 w 2519985"/>
              <a:gd name="connsiteY3" fmla="*/ 1259993 h 2519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9985" h="2519986">
                <a:moveTo>
                  <a:pt x="1259993" y="0"/>
                </a:moveTo>
                <a:lnTo>
                  <a:pt x="2519985" y="1259993"/>
                </a:lnTo>
                <a:lnTo>
                  <a:pt x="1259993" y="2519986"/>
                </a:lnTo>
                <a:lnTo>
                  <a:pt x="0" y="125999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</p:txBody>
      </p:sp>
      <p:sp>
        <p:nvSpPr>
          <p:cNvPr id="22" name="Tijdelijke aanduiding voor afbeelding 21">
            <a:extLst>
              <a:ext uri="{FF2B5EF4-FFF2-40B4-BE49-F238E27FC236}">
                <a16:creationId xmlns:a16="http://schemas.microsoft.com/office/drawing/2014/main" id="{6B034BEE-BCA7-F72A-2C28-2D21AB93B9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11989" y="3428994"/>
            <a:ext cx="2520001" cy="2520000"/>
          </a:xfrm>
          <a:custGeom>
            <a:avLst/>
            <a:gdLst>
              <a:gd name="connsiteX0" fmla="*/ 1260000 w 2520001"/>
              <a:gd name="connsiteY0" fmla="*/ 0 h 2520000"/>
              <a:gd name="connsiteX1" fmla="*/ 2520001 w 2520001"/>
              <a:gd name="connsiteY1" fmla="*/ 1260000 h 2520000"/>
              <a:gd name="connsiteX2" fmla="*/ 1260000 w 2520001"/>
              <a:gd name="connsiteY2" fmla="*/ 2520000 h 2520000"/>
              <a:gd name="connsiteX3" fmla="*/ 0 w 2520001"/>
              <a:gd name="connsiteY3" fmla="*/ 1260000 h 2520000"/>
              <a:gd name="connsiteX4" fmla="*/ 1260000 w 2520001"/>
              <a:gd name="connsiteY4" fmla="*/ 0 h 25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20001" h="2520000">
                <a:moveTo>
                  <a:pt x="1260000" y="0"/>
                </a:moveTo>
                <a:cubicBezTo>
                  <a:pt x="1955879" y="0"/>
                  <a:pt x="2520001" y="564121"/>
                  <a:pt x="2520001" y="1260000"/>
                </a:cubicBezTo>
                <a:cubicBezTo>
                  <a:pt x="2520001" y="1955879"/>
                  <a:pt x="1955880" y="2520000"/>
                  <a:pt x="1260000" y="2520000"/>
                </a:cubicBezTo>
                <a:cubicBezTo>
                  <a:pt x="564122" y="2520000"/>
                  <a:pt x="0" y="1955879"/>
                  <a:pt x="0" y="1260000"/>
                </a:cubicBezTo>
                <a:cubicBezTo>
                  <a:pt x="0" y="564121"/>
                  <a:pt x="564121" y="0"/>
                  <a:pt x="1260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</p:txBody>
      </p:sp>
      <p:sp>
        <p:nvSpPr>
          <p:cNvPr id="16" name="Tijdelijke aanduiding voor afbeelding 15">
            <a:extLst>
              <a:ext uri="{FF2B5EF4-FFF2-40B4-BE49-F238E27FC236}">
                <a16:creationId xmlns:a16="http://schemas.microsoft.com/office/drawing/2014/main" id="{01794381-8EDE-2E41-B9B3-79B9AE44AC5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91990" y="909005"/>
            <a:ext cx="2520000" cy="2520000"/>
          </a:xfrm>
          <a:custGeom>
            <a:avLst/>
            <a:gdLst>
              <a:gd name="connsiteX0" fmla="*/ 1259999 w 2520000"/>
              <a:gd name="connsiteY0" fmla="*/ 0 h 2520000"/>
              <a:gd name="connsiteX1" fmla="*/ 2520000 w 2520000"/>
              <a:gd name="connsiteY1" fmla="*/ 1260000 h 2520000"/>
              <a:gd name="connsiteX2" fmla="*/ 1259999 w 2520000"/>
              <a:gd name="connsiteY2" fmla="*/ 2520000 h 2520000"/>
              <a:gd name="connsiteX3" fmla="*/ 6504 w 2520000"/>
              <a:gd name="connsiteY3" fmla="*/ 1388828 h 2520000"/>
              <a:gd name="connsiteX4" fmla="*/ 0 w 2520000"/>
              <a:gd name="connsiteY4" fmla="*/ 1260020 h 2520000"/>
              <a:gd name="connsiteX5" fmla="*/ 0 w 2520000"/>
              <a:gd name="connsiteY5" fmla="*/ 1259980 h 2520000"/>
              <a:gd name="connsiteX6" fmla="*/ 6504 w 2520000"/>
              <a:gd name="connsiteY6" fmla="*/ 1131172 h 2520000"/>
              <a:gd name="connsiteX7" fmla="*/ 1259999 w 2520000"/>
              <a:gd name="connsiteY7" fmla="*/ 0 h 25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20000" h="2520000">
                <a:moveTo>
                  <a:pt x="1259999" y="0"/>
                </a:moveTo>
                <a:cubicBezTo>
                  <a:pt x="1955878" y="0"/>
                  <a:pt x="2520000" y="564121"/>
                  <a:pt x="2520000" y="1260000"/>
                </a:cubicBezTo>
                <a:cubicBezTo>
                  <a:pt x="2520000" y="1955879"/>
                  <a:pt x="1955879" y="2520000"/>
                  <a:pt x="1259999" y="2520000"/>
                </a:cubicBezTo>
                <a:cubicBezTo>
                  <a:pt x="607614" y="2520000"/>
                  <a:pt x="71029" y="2024191"/>
                  <a:pt x="6504" y="1388828"/>
                </a:cubicBezTo>
                <a:lnTo>
                  <a:pt x="0" y="1260020"/>
                </a:lnTo>
                <a:lnTo>
                  <a:pt x="0" y="1259980"/>
                </a:lnTo>
                <a:lnTo>
                  <a:pt x="6504" y="1131172"/>
                </a:lnTo>
                <a:cubicBezTo>
                  <a:pt x="71029" y="495810"/>
                  <a:pt x="607613" y="0"/>
                  <a:pt x="125999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9" name="Tijdelijke aanduiding voor afbeelding 18">
            <a:extLst>
              <a:ext uri="{FF2B5EF4-FFF2-40B4-BE49-F238E27FC236}">
                <a16:creationId xmlns:a16="http://schemas.microsoft.com/office/drawing/2014/main" id="{6A98DD9D-D701-5D38-C060-9C5A926C2C9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11990" y="909007"/>
            <a:ext cx="2520000" cy="2520000"/>
          </a:xfrm>
          <a:custGeom>
            <a:avLst/>
            <a:gdLst>
              <a:gd name="connsiteX0" fmla="*/ 0 w 2520000"/>
              <a:gd name="connsiteY0" fmla="*/ 0 h 2520000"/>
              <a:gd name="connsiteX1" fmla="*/ 2520000 w 2520000"/>
              <a:gd name="connsiteY1" fmla="*/ 0 h 2520000"/>
              <a:gd name="connsiteX2" fmla="*/ 2520000 w 2520000"/>
              <a:gd name="connsiteY2" fmla="*/ 2520000 h 2520000"/>
              <a:gd name="connsiteX3" fmla="*/ 0 w 2520000"/>
              <a:gd name="connsiteY3" fmla="*/ 2520000 h 25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0000" h="2520000">
                <a:moveTo>
                  <a:pt x="0" y="0"/>
                </a:moveTo>
                <a:lnTo>
                  <a:pt x="2520000" y="0"/>
                </a:lnTo>
                <a:lnTo>
                  <a:pt x="2520000" y="2520000"/>
                </a:lnTo>
                <a:lnTo>
                  <a:pt x="0" y="2520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A9548FC-5830-0975-E474-8F9799DB13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7B7ACEF-044A-C155-9132-FFC59516453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59988" y="1801089"/>
            <a:ext cx="5069195" cy="4723431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jdelijke aanduiding voor tekst 2">
            <a:extLst>
              <a:ext uri="{FF2B5EF4-FFF2-40B4-BE49-F238E27FC236}">
                <a16:creationId xmlns:a16="http://schemas.microsoft.com/office/drawing/2014/main" id="{FBC04518-638D-A780-41B9-F00E48FEB0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59900" y="1239896"/>
            <a:ext cx="5040001" cy="3729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10" name="Tijdelijke aanduiding voor titel 1">
            <a:extLst>
              <a:ext uri="{FF2B5EF4-FFF2-40B4-BE49-F238E27FC236}">
                <a16:creationId xmlns:a16="http://schemas.microsoft.com/office/drawing/2014/main" id="{DF98A2BB-E6DC-D565-4D36-8CFF79D2A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975" y="757379"/>
            <a:ext cx="5039998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6201446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image and titl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jdelijke aanduiding voor afbeelding 18">
            <a:extLst>
              <a:ext uri="{FF2B5EF4-FFF2-40B4-BE49-F238E27FC236}">
                <a16:creationId xmlns:a16="http://schemas.microsoft.com/office/drawing/2014/main" id="{9FD9FC05-1E9C-E4F0-2FDB-F453836D410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92000" y="895491"/>
            <a:ext cx="5069196" cy="5069184"/>
          </a:xfrm>
          <a:custGeom>
            <a:avLst/>
            <a:gdLst>
              <a:gd name="connsiteX0" fmla="*/ 2531702 w 5069196"/>
              <a:gd name="connsiteY0" fmla="*/ 1383467 h 5069184"/>
              <a:gd name="connsiteX1" fmla="*/ 2530945 w 5069196"/>
              <a:gd name="connsiteY1" fmla="*/ 1398469 h 5069184"/>
              <a:gd name="connsiteX2" fmla="*/ 1398469 w 5069196"/>
              <a:gd name="connsiteY2" fmla="*/ 2530943 h 5069184"/>
              <a:gd name="connsiteX3" fmla="*/ 1274255 w 5069196"/>
              <a:gd name="connsiteY3" fmla="*/ 2537216 h 5069184"/>
              <a:gd name="connsiteX4" fmla="*/ 2532229 w 5069196"/>
              <a:gd name="connsiteY4" fmla="*/ 3795191 h 5069184"/>
              <a:gd name="connsiteX5" fmla="*/ 2557477 w 5069196"/>
              <a:gd name="connsiteY5" fmla="*/ 3544740 h 5069184"/>
              <a:gd name="connsiteX6" fmla="*/ 3575858 w 5069196"/>
              <a:gd name="connsiteY6" fmla="*/ 2551506 h 5069184"/>
              <a:gd name="connsiteX7" fmla="*/ 3680911 w 5069196"/>
              <a:gd name="connsiteY7" fmla="*/ 2537494 h 5069184"/>
              <a:gd name="connsiteX8" fmla="*/ 2531702 w 5069196"/>
              <a:gd name="connsiteY8" fmla="*/ 2537494 h 5069184"/>
              <a:gd name="connsiteX9" fmla="*/ 1268747 w 5069196"/>
              <a:gd name="connsiteY9" fmla="*/ 0 h 5069184"/>
              <a:gd name="connsiteX10" fmla="*/ 2530945 w 5069196"/>
              <a:gd name="connsiteY10" fmla="*/ 1139025 h 5069184"/>
              <a:gd name="connsiteX11" fmla="*/ 2531703 w 5069196"/>
              <a:gd name="connsiteY11" fmla="*/ 1154027 h 5069184"/>
              <a:gd name="connsiteX12" fmla="*/ 2531702 w 5069196"/>
              <a:gd name="connsiteY12" fmla="*/ 0 h 5069184"/>
              <a:gd name="connsiteX13" fmla="*/ 5069196 w 5069196"/>
              <a:gd name="connsiteY13" fmla="*/ 0 h 5069184"/>
              <a:gd name="connsiteX14" fmla="*/ 5069196 w 5069196"/>
              <a:gd name="connsiteY14" fmla="*/ 2537494 h 5069184"/>
              <a:gd name="connsiteX15" fmla="*/ 3915387 w 5069196"/>
              <a:gd name="connsiteY15" fmla="*/ 2537494 h 5069184"/>
              <a:gd name="connsiteX16" fmla="*/ 3930169 w 5069196"/>
              <a:gd name="connsiteY16" fmla="*/ 2538240 h 5069184"/>
              <a:gd name="connsiteX17" fmla="*/ 5069195 w 5069196"/>
              <a:gd name="connsiteY17" fmla="*/ 3800437 h 5069184"/>
              <a:gd name="connsiteX18" fmla="*/ 3800447 w 5069196"/>
              <a:gd name="connsiteY18" fmla="*/ 5069184 h 5069184"/>
              <a:gd name="connsiteX19" fmla="*/ 2557477 w 5069196"/>
              <a:gd name="connsiteY19" fmla="*/ 4056134 h 5069184"/>
              <a:gd name="connsiteX20" fmla="*/ 2532229 w 5069196"/>
              <a:gd name="connsiteY20" fmla="*/ 3805693 h 5069184"/>
              <a:gd name="connsiteX21" fmla="*/ 1268742 w 5069196"/>
              <a:gd name="connsiteY21" fmla="*/ 5069182 h 5069184"/>
              <a:gd name="connsiteX22" fmla="*/ 2 w 5069196"/>
              <a:gd name="connsiteY22" fmla="*/ 3800443 h 5069184"/>
              <a:gd name="connsiteX23" fmla="*/ 1263229 w 5069196"/>
              <a:gd name="connsiteY23" fmla="*/ 2537215 h 5069184"/>
              <a:gd name="connsiteX24" fmla="*/ 1139025 w 5069196"/>
              <a:gd name="connsiteY24" fmla="*/ 2530944 h 5069184"/>
              <a:gd name="connsiteX25" fmla="*/ 0 w 5069196"/>
              <a:gd name="connsiteY25" fmla="*/ 1268747 h 5069184"/>
              <a:gd name="connsiteX26" fmla="*/ 1268747 w 5069196"/>
              <a:gd name="connsiteY26" fmla="*/ 0 h 5069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069196" h="5069184">
                <a:moveTo>
                  <a:pt x="2531702" y="1383467"/>
                </a:moveTo>
                <a:lnTo>
                  <a:pt x="2530945" y="1398469"/>
                </a:lnTo>
                <a:cubicBezTo>
                  <a:pt x="2470304" y="1995591"/>
                  <a:pt x="1995592" y="2470302"/>
                  <a:pt x="1398469" y="2530943"/>
                </a:cubicBezTo>
                <a:lnTo>
                  <a:pt x="1274255" y="2537216"/>
                </a:lnTo>
                <a:lnTo>
                  <a:pt x="2532229" y="3795191"/>
                </a:lnTo>
                <a:lnTo>
                  <a:pt x="2557477" y="3544740"/>
                </a:lnTo>
                <a:cubicBezTo>
                  <a:pt x="2660995" y="3038862"/>
                  <a:pt x="3065585" y="2642654"/>
                  <a:pt x="3575858" y="2551506"/>
                </a:cubicBezTo>
                <a:lnTo>
                  <a:pt x="3680911" y="2537494"/>
                </a:lnTo>
                <a:lnTo>
                  <a:pt x="2531702" y="2537494"/>
                </a:lnTo>
                <a:close/>
                <a:moveTo>
                  <a:pt x="1268747" y="0"/>
                </a:moveTo>
                <a:cubicBezTo>
                  <a:pt x="1925663" y="0"/>
                  <a:pt x="2465971" y="499251"/>
                  <a:pt x="2530945" y="1139025"/>
                </a:cubicBezTo>
                <a:lnTo>
                  <a:pt x="2531703" y="1154027"/>
                </a:lnTo>
                <a:lnTo>
                  <a:pt x="2531702" y="0"/>
                </a:lnTo>
                <a:lnTo>
                  <a:pt x="5069196" y="0"/>
                </a:lnTo>
                <a:lnTo>
                  <a:pt x="5069196" y="2537494"/>
                </a:lnTo>
                <a:lnTo>
                  <a:pt x="3915387" y="2537494"/>
                </a:lnTo>
                <a:lnTo>
                  <a:pt x="3930169" y="2538240"/>
                </a:lnTo>
                <a:cubicBezTo>
                  <a:pt x="4569943" y="2603213"/>
                  <a:pt x="5069195" y="3143521"/>
                  <a:pt x="5069195" y="3800437"/>
                </a:cubicBezTo>
                <a:cubicBezTo>
                  <a:pt x="5069195" y="4501147"/>
                  <a:pt x="4501158" y="5069184"/>
                  <a:pt x="3800447" y="5069184"/>
                </a:cubicBezTo>
                <a:cubicBezTo>
                  <a:pt x="3187327" y="5069184"/>
                  <a:pt x="2675783" y="4634281"/>
                  <a:pt x="2557477" y="4056134"/>
                </a:cubicBezTo>
                <a:lnTo>
                  <a:pt x="2532229" y="3805693"/>
                </a:lnTo>
                <a:lnTo>
                  <a:pt x="1268742" y="5069182"/>
                </a:lnTo>
                <a:lnTo>
                  <a:pt x="2" y="3800443"/>
                </a:lnTo>
                <a:lnTo>
                  <a:pt x="1263229" y="2537215"/>
                </a:lnTo>
                <a:lnTo>
                  <a:pt x="1139025" y="2530944"/>
                </a:lnTo>
                <a:cubicBezTo>
                  <a:pt x="499253" y="2465971"/>
                  <a:pt x="1" y="1925663"/>
                  <a:pt x="0" y="1268747"/>
                </a:cubicBezTo>
                <a:cubicBezTo>
                  <a:pt x="0" y="568037"/>
                  <a:pt x="568037" y="0"/>
                  <a:pt x="126874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51D09A62-5DA3-5992-0B44-14BD18F67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2" name="Tijdelijke aanduiding voor inhoud 2">
            <a:extLst>
              <a:ext uri="{FF2B5EF4-FFF2-40B4-BE49-F238E27FC236}">
                <a16:creationId xmlns:a16="http://schemas.microsoft.com/office/drawing/2014/main" id="{E8093304-5460-BA23-5E81-1D72A8237F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59988" y="1801089"/>
            <a:ext cx="5069195" cy="4723431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jdelijke aanduiding voor tekst 2">
            <a:extLst>
              <a:ext uri="{FF2B5EF4-FFF2-40B4-BE49-F238E27FC236}">
                <a16:creationId xmlns:a16="http://schemas.microsoft.com/office/drawing/2014/main" id="{5BB6E2F0-32E9-70E6-D659-305CED67E56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59900" y="1239896"/>
            <a:ext cx="5040001" cy="3729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7" name="Tijdelijke aanduiding voor titel 1">
            <a:extLst>
              <a:ext uri="{FF2B5EF4-FFF2-40B4-BE49-F238E27FC236}">
                <a16:creationId xmlns:a16="http://schemas.microsoft.com/office/drawing/2014/main" id="{CAB3FFAC-66A1-7F82-C495-B54E1EBA4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975" y="757379"/>
            <a:ext cx="5039998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6634467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s and titl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Vrije vorm: vorm 10">
            <a:extLst>
              <a:ext uri="{FF2B5EF4-FFF2-40B4-BE49-F238E27FC236}">
                <a16:creationId xmlns:a16="http://schemas.microsoft.com/office/drawing/2014/main" id="{42CFF806-F8B3-D15B-28AA-4E802B03AA4A}"/>
              </a:ext>
            </a:extLst>
          </p:cNvPr>
          <p:cNvSpPr>
            <a:spLocks noChangeAspect="1"/>
          </p:cNvSpPr>
          <p:nvPr/>
        </p:nvSpPr>
        <p:spPr>
          <a:xfrm rot="10800000">
            <a:off x="791999" y="3428989"/>
            <a:ext cx="2519999" cy="2520000"/>
          </a:xfrm>
          <a:custGeom>
            <a:avLst/>
            <a:gdLst>
              <a:gd name="connsiteX0" fmla="*/ 2286035 w 2286035"/>
              <a:gd name="connsiteY0" fmla="*/ 0 h 2286036"/>
              <a:gd name="connsiteX1" fmla="*/ 2286036 w 2286035"/>
              <a:gd name="connsiteY1" fmla="*/ 2286036 h 2286036"/>
              <a:gd name="connsiteX2" fmla="*/ 0 w 2286035"/>
              <a:gd name="connsiteY2" fmla="*/ 2286037 h 2286036"/>
              <a:gd name="connsiteX3" fmla="*/ 2286035 w 2286035"/>
              <a:gd name="connsiteY3" fmla="*/ 0 h 2286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35" h="2286036">
                <a:moveTo>
                  <a:pt x="2286035" y="0"/>
                </a:moveTo>
                <a:lnTo>
                  <a:pt x="2286036" y="2286036"/>
                </a:lnTo>
                <a:lnTo>
                  <a:pt x="0" y="2286037"/>
                </a:lnTo>
                <a:lnTo>
                  <a:pt x="2286035" y="0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2" name="Vrije vorm: vorm 11">
            <a:extLst>
              <a:ext uri="{FF2B5EF4-FFF2-40B4-BE49-F238E27FC236}">
                <a16:creationId xmlns:a16="http://schemas.microsoft.com/office/drawing/2014/main" id="{61F6E6B7-245A-9CA5-4BBE-F4D7E30E1BAA}"/>
              </a:ext>
            </a:extLst>
          </p:cNvPr>
          <p:cNvSpPr/>
          <p:nvPr/>
        </p:nvSpPr>
        <p:spPr>
          <a:xfrm>
            <a:off x="3311986" y="3429000"/>
            <a:ext cx="2519999" cy="2519999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3" name="Vrije vorm: vorm 12">
            <a:extLst>
              <a:ext uri="{FF2B5EF4-FFF2-40B4-BE49-F238E27FC236}">
                <a16:creationId xmlns:a16="http://schemas.microsoft.com/office/drawing/2014/main" id="{F1822B71-9E93-66D0-8971-291CB800F398}"/>
              </a:ext>
            </a:extLst>
          </p:cNvPr>
          <p:cNvSpPr/>
          <p:nvPr/>
        </p:nvSpPr>
        <p:spPr>
          <a:xfrm>
            <a:off x="3311974" y="909004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6304FB0C-1A71-9573-A10B-25CE18784514}"/>
              </a:ext>
            </a:extLst>
          </p:cNvPr>
          <p:cNvSpPr>
            <a:spLocks noChangeAspect="1"/>
          </p:cNvSpPr>
          <p:nvPr/>
        </p:nvSpPr>
        <p:spPr>
          <a:xfrm rot="16200000">
            <a:off x="1421960" y="1538992"/>
            <a:ext cx="2520000" cy="1260001"/>
          </a:xfrm>
          <a:custGeom>
            <a:avLst/>
            <a:gdLst>
              <a:gd name="connsiteX0" fmla="*/ 2286026 w 2286025"/>
              <a:gd name="connsiteY0" fmla="*/ 1143013 h 1143013"/>
              <a:gd name="connsiteX1" fmla="*/ 0 w 2286025"/>
              <a:gd name="connsiteY1" fmla="*/ 1143013 h 1143013"/>
              <a:gd name="connsiteX2" fmla="*/ 1143012 w 2286025"/>
              <a:gd name="connsiteY2" fmla="*/ 0 h 1143013"/>
              <a:gd name="connsiteX3" fmla="*/ 2286026 w 2286025"/>
              <a:gd name="connsiteY3" fmla="*/ 1143013 h 1143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3">
                <a:moveTo>
                  <a:pt x="2286026" y="1143013"/>
                </a:moveTo>
                <a:lnTo>
                  <a:pt x="0" y="1143013"/>
                </a:lnTo>
                <a:cubicBezTo>
                  <a:pt x="-1" y="511784"/>
                  <a:pt x="511784" y="0"/>
                  <a:pt x="1143012" y="0"/>
                </a:cubicBezTo>
                <a:cubicBezTo>
                  <a:pt x="1774241" y="0"/>
                  <a:pt x="2286026" y="51178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B5C65401-08A5-C37A-7F1C-7FDF509D8E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50625E7-C50A-D095-DD0F-2634A242956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59988" y="1801089"/>
            <a:ext cx="5069195" cy="4723431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ijdelijke aanduiding voor tekst 2">
            <a:extLst>
              <a:ext uri="{FF2B5EF4-FFF2-40B4-BE49-F238E27FC236}">
                <a16:creationId xmlns:a16="http://schemas.microsoft.com/office/drawing/2014/main" id="{712FFA78-DEAF-DA93-0BD4-4FC8CF31AF5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59900" y="1239896"/>
            <a:ext cx="5040001" cy="3729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16" name="Tijdelijke aanduiding voor titel 1">
            <a:extLst>
              <a:ext uri="{FF2B5EF4-FFF2-40B4-BE49-F238E27FC236}">
                <a16:creationId xmlns:a16="http://schemas.microsoft.com/office/drawing/2014/main" id="{F330D10A-8BD3-1E39-C572-FDC77290D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975" y="757379"/>
            <a:ext cx="5039998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6084863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images and titl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rije vorm: vorm 20">
            <a:extLst>
              <a:ext uri="{FF2B5EF4-FFF2-40B4-BE49-F238E27FC236}">
                <a16:creationId xmlns:a16="http://schemas.microsoft.com/office/drawing/2014/main" id="{FDABA6E2-685F-E6F3-F709-98EA777E5AD2}"/>
              </a:ext>
            </a:extLst>
          </p:cNvPr>
          <p:cNvSpPr>
            <a:spLocks noChangeAspect="1"/>
          </p:cNvSpPr>
          <p:nvPr/>
        </p:nvSpPr>
        <p:spPr>
          <a:xfrm rot="10800000">
            <a:off x="792025" y="3428989"/>
            <a:ext cx="2519999" cy="2520000"/>
          </a:xfrm>
          <a:custGeom>
            <a:avLst/>
            <a:gdLst>
              <a:gd name="connsiteX0" fmla="*/ 2286035 w 2286035"/>
              <a:gd name="connsiteY0" fmla="*/ 0 h 2286036"/>
              <a:gd name="connsiteX1" fmla="*/ 2286036 w 2286035"/>
              <a:gd name="connsiteY1" fmla="*/ 2286036 h 2286036"/>
              <a:gd name="connsiteX2" fmla="*/ 0 w 2286035"/>
              <a:gd name="connsiteY2" fmla="*/ 2286037 h 2286036"/>
              <a:gd name="connsiteX3" fmla="*/ 2286035 w 2286035"/>
              <a:gd name="connsiteY3" fmla="*/ 0 h 2286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35" h="2286036">
                <a:moveTo>
                  <a:pt x="2286035" y="0"/>
                </a:moveTo>
                <a:lnTo>
                  <a:pt x="2286036" y="2286036"/>
                </a:lnTo>
                <a:lnTo>
                  <a:pt x="0" y="2286037"/>
                </a:lnTo>
                <a:lnTo>
                  <a:pt x="2286035" y="0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2" name="Vrije vorm: vorm 21">
            <a:extLst>
              <a:ext uri="{FF2B5EF4-FFF2-40B4-BE49-F238E27FC236}">
                <a16:creationId xmlns:a16="http://schemas.microsoft.com/office/drawing/2014/main" id="{B4E0EE34-F0EB-A78A-7732-A6498A98A521}"/>
              </a:ext>
            </a:extLst>
          </p:cNvPr>
          <p:cNvSpPr/>
          <p:nvPr/>
        </p:nvSpPr>
        <p:spPr>
          <a:xfrm>
            <a:off x="3312012" y="3429000"/>
            <a:ext cx="2519999" cy="2519999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B5215D8D-8999-4F4C-B87B-B969396575A3}"/>
              </a:ext>
            </a:extLst>
          </p:cNvPr>
          <p:cNvSpPr/>
          <p:nvPr/>
        </p:nvSpPr>
        <p:spPr>
          <a:xfrm>
            <a:off x="3312000" y="909004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4" name="Vrije vorm: vorm 23">
            <a:extLst>
              <a:ext uri="{FF2B5EF4-FFF2-40B4-BE49-F238E27FC236}">
                <a16:creationId xmlns:a16="http://schemas.microsoft.com/office/drawing/2014/main" id="{E5A0618B-04D3-6E5A-B9A9-0F3B2B739994}"/>
              </a:ext>
            </a:extLst>
          </p:cNvPr>
          <p:cNvSpPr>
            <a:spLocks noChangeAspect="1"/>
          </p:cNvSpPr>
          <p:nvPr/>
        </p:nvSpPr>
        <p:spPr>
          <a:xfrm rot="16200000">
            <a:off x="1421986" y="1538992"/>
            <a:ext cx="2520000" cy="1260001"/>
          </a:xfrm>
          <a:custGeom>
            <a:avLst/>
            <a:gdLst>
              <a:gd name="connsiteX0" fmla="*/ 2286026 w 2286025"/>
              <a:gd name="connsiteY0" fmla="*/ 1143013 h 1143013"/>
              <a:gd name="connsiteX1" fmla="*/ 0 w 2286025"/>
              <a:gd name="connsiteY1" fmla="*/ 1143013 h 1143013"/>
              <a:gd name="connsiteX2" fmla="*/ 1143012 w 2286025"/>
              <a:gd name="connsiteY2" fmla="*/ 0 h 1143013"/>
              <a:gd name="connsiteX3" fmla="*/ 2286026 w 2286025"/>
              <a:gd name="connsiteY3" fmla="*/ 1143013 h 1143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3">
                <a:moveTo>
                  <a:pt x="2286026" y="1143013"/>
                </a:moveTo>
                <a:lnTo>
                  <a:pt x="0" y="1143013"/>
                </a:lnTo>
                <a:cubicBezTo>
                  <a:pt x="-1" y="511784"/>
                  <a:pt x="511784" y="0"/>
                  <a:pt x="1143012" y="0"/>
                </a:cubicBezTo>
                <a:cubicBezTo>
                  <a:pt x="1774241" y="0"/>
                  <a:pt x="2286026" y="51178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0" name="Tijdelijke aanduiding voor afbeelding 19">
            <a:extLst>
              <a:ext uri="{FF2B5EF4-FFF2-40B4-BE49-F238E27FC236}">
                <a16:creationId xmlns:a16="http://schemas.microsoft.com/office/drawing/2014/main" id="{5BBC29BB-6510-527C-2816-2652A98FAAC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11982" y="3428989"/>
            <a:ext cx="2520000" cy="2520000"/>
          </a:xfrm>
          <a:custGeom>
            <a:avLst/>
            <a:gdLst>
              <a:gd name="connsiteX0" fmla="*/ 0 w 2520000"/>
              <a:gd name="connsiteY0" fmla="*/ 0 h 2520000"/>
              <a:gd name="connsiteX1" fmla="*/ 2520000 w 2520000"/>
              <a:gd name="connsiteY1" fmla="*/ 0 h 2520000"/>
              <a:gd name="connsiteX2" fmla="*/ 2520000 w 2520000"/>
              <a:gd name="connsiteY2" fmla="*/ 2520000 h 2520000"/>
              <a:gd name="connsiteX3" fmla="*/ 0 w 2520000"/>
              <a:gd name="connsiteY3" fmla="*/ 2520000 h 25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0000" h="2520000">
                <a:moveTo>
                  <a:pt x="0" y="0"/>
                </a:moveTo>
                <a:lnTo>
                  <a:pt x="2520000" y="0"/>
                </a:lnTo>
                <a:lnTo>
                  <a:pt x="2520000" y="2520000"/>
                </a:lnTo>
                <a:lnTo>
                  <a:pt x="0" y="2520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17" name="Tijdelijke aanduiding voor afbeelding 16">
            <a:extLst>
              <a:ext uri="{FF2B5EF4-FFF2-40B4-BE49-F238E27FC236}">
                <a16:creationId xmlns:a16="http://schemas.microsoft.com/office/drawing/2014/main" id="{2FD023ED-19A9-752E-B06F-C0051E916EF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11969" y="908993"/>
            <a:ext cx="2520001" cy="2520000"/>
          </a:xfrm>
          <a:custGeom>
            <a:avLst/>
            <a:gdLst>
              <a:gd name="connsiteX0" fmla="*/ 1260000 w 2520001"/>
              <a:gd name="connsiteY0" fmla="*/ 0 h 2520000"/>
              <a:gd name="connsiteX1" fmla="*/ 2520001 w 2520001"/>
              <a:gd name="connsiteY1" fmla="*/ 1260000 h 2520000"/>
              <a:gd name="connsiteX2" fmla="*/ 1260000 w 2520001"/>
              <a:gd name="connsiteY2" fmla="*/ 2520000 h 2520000"/>
              <a:gd name="connsiteX3" fmla="*/ 0 w 2520001"/>
              <a:gd name="connsiteY3" fmla="*/ 1260000 h 2520000"/>
              <a:gd name="connsiteX4" fmla="*/ 1260000 w 2520001"/>
              <a:gd name="connsiteY4" fmla="*/ 0 h 25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20001" h="2520000">
                <a:moveTo>
                  <a:pt x="1260000" y="0"/>
                </a:moveTo>
                <a:cubicBezTo>
                  <a:pt x="1955879" y="0"/>
                  <a:pt x="2520001" y="564121"/>
                  <a:pt x="2520001" y="1260000"/>
                </a:cubicBezTo>
                <a:cubicBezTo>
                  <a:pt x="2520001" y="1955879"/>
                  <a:pt x="1955880" y="2520000"/>
                  <a:pt x="1260000" y="2520000"/>
                </a:cubicBezTo>
                <a:cubicBezTo>
                  <a:pt x="564122" y="2520000"/>
                  <a:pt x="0" y="1955879"/>
                  <a:pt x="0" y="1260000"/>
                </a:cubicBezTo>
                <a:cubicBezTo>
                  <a:pt x="0" y="564121"/>
                  <a:pt x="564121" y="0"/>
                  <a:pt x="1260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10" name="Tijdelijke aanduiding voor afbeelding 9">
            <a:extLst>
              <a:ext uri="{FF2B5EF4-FFF2-40B4-BE49-F238E27FC236}">
                <a16:creationId xmlns:a16="http://schemas.microsoft.com/office/drawing/2014/main" id="{BD06A1A4-7662-2810-DAF5-DD1A9A281AE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1994" y="3428978"/>
            <a:ext cx="2520000" cy="2520001"/>
          </a:xfrm>
          <a:custGeom>
            <a:avLst/>
            <a:gdLst>
              <a:gd name="connsiteX0" fmla="*/ 2520000 w 2520000"/>
              <a:gd name="connsiteY0" fmla="*/ 0 h 2520001"/>
              <a:gd name="connsiteX1" fmla="*/ 1 w 2520000"/>
              <a:gd name="connsiteY1" fmla="*/ 2520001 h 2520001"/>
              <a:gd name="connsiteX2" fmla="*/ 0 w 2520000"/>
              <a:gd name="connsiteY2" fmla="*/ 1 h 252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20000" h="2520001">
                <a:moveTo>
                  <a:pt x="2520000" y="0"/>
                </a:moveTo>
                <a:lnTo>
                  <a:pt x="1" y="2520001"/>
                </a:lnTo>
                <a:lnTo>
                  <a:pt x="0" y="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A08C4A73-29AF-49AA-7154-4FC8ED409A0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051957" y="908982"/>
            <a:ext cx="1260001" cy="2520001"/>
          </a:xfrm>
          <a:custGeom>
            <a:avLst/>
            <a:gdLst>
              <a:gd name="connsiteX0" fmla="*/ 1260001 w 1260001"/>
              <a:gd name="connsiteY0" fmla="*/ 0 h 2520001"/>
              <a:gd name="connsiteX1" fmla="*/ 1260001 w 1260001"/>
              <a:gd name="connsiteY1" fmla="*/ 2520001 h 2520001"/>
              <a:gd name="connsiteX2" fmla="*/ 0 w 1260001"/>
              <a:gd name="connsiteY2" fmla="*/ 1260001 h 2520001"/>
              <a:gd name="connsiteX3" fmla="*/ 1260001 w 1260001"/>
              <a:gd name="connsiteY3" fmla="*/ 0 h 252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0001" h="2520001">
                <a:moveTo>
                  <a:pt x="1260001" y="0"/>
                </a:moveTo>
                <a:lnTo>
                  <a:pt x="1260001" y="2520001"/>
                </a:lnTo>
                <a:cubicBezTo>
                  <a:pt x="564165" y="2520002"/>
                  <a:pt x="0" y="1955835"/>
                  <a:pt x="0" y="1260001"/>
                </a:cubicBezTo>
                <a:cubicBezTo>
                  <a:pt x="0" y="564166"/>
                  <a:pt x="564165" y="0"/>
                  <a:pt x="126000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C24B26AF-3192-BC70-D946-05ACBEB095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F46E685-445F-AF15-29EC-A27D2CAB589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59988" y="1801089"/>
            <a:ext cx="5069195" cy="4723431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0EDAC346-9777-C11A-CCD6-404B192AF1B1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359900" y="1239896"/>
            <a:ext cx="5040001" cy="3729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12" name="Tijdelijke aanduiding voor titel 1">
            <a:extLst>
              <a:ext uri="{FF2B5EF4-FFF2-40B4-BE49-F238E27FC236}">
                <a16:creationId xmlns:a16="http://schemas.microsoft.com/office/drawing/2014/main" id="{1A32E177-A467-4948-6210-B43806318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975" y="757379"/>
            <a:ext cx="5039998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380138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image and titl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5EBE94DE-4B26-060E-5A1E-F2B6C047F9F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92000" y="908993"/>
            <a:ext cx="5033769" cy="5033789"/>
          </a:xfrm>
          <a:custGeom>
            <a:avLst/>
            <a:gdLst>
              <a:gd name="connsiteX0" fmla="*/ 2519964 w 5033769"/>
              <a:gd name="connsiteY0" fmla="*/ 1382954 h 5033789"/>
              <a:gd name="connsiteX1" fmla="*/ 2519964 w 5033769"/>
              <a:gd name="connsiteY1" fmla="*/ 2513777 h 5033789"/>
              <a:gd name="connsiteX2" fmla="*/ 2520001 w 5033769"/>
              <a:gd name="connsiteY2" fmla="*/ 2513777 h 5033789"/>
              <a:gd name="connsiteX3" fmla="*/ 2519989 w 5033769"/>
              <a:gd name="connsiteY3" fmla="*/ 2513789 h 5033789"/>
              <a:gd name="connsiteX4" fmla="*/ 3649376 w 5033769"/>
              <a:gd name="connsiteY4" fmla="*/ 2513789 h 5033789"/>
              <a:gd name="connsiteX5" fmla="*/ 3535235 w 5033769"/>
              <a:gd name="connsiteY5" fmla="*/ 2497467 h 5033789"/>
              <a:gd name="connsiteX6" fmla="*/ 2520261 w 5033769"/>
              <a:gd name="connsiteY6" fmla="*/ 1388840 h 5033789"/>
              <a:gd name="connsiteX7" fmla="*/ 2519964 w 5033769"/>
              <a:gd name="connsiteY7" fmla="*/ 0 h 5033789"/>
              <a:gd name="connsiteX8" fmla="*/ 2519964 w 5033769"/>
              <a:gd name="connsiteY8" fmla="*/ 1137072 h 5033789"/>
              <a:gd name="connsiteX9" fmla="*/ 2520261 w 5033769"/>
              <a:gd name="connsiteY9" fmla="*/ 1131185 h 5033789"/>
              <a:gd name="connsiteX10" fmla="*/ 3773756 w 5033769"/>
              <a:gd name="connsiteY10" fmla="*/ 13 h 5033789"/>
              <a:gd name="connsiteX11" fmla="*/ 5033757 w 5033769"/>
              <a:gd name="connsiteY11" fmla="*/ 1260013 h 5033789"/>
              <a:gd name="connsiteX12" fmla="*/ 3902584 w 5033769"/>
              <a:gd name="connsiteY12" fmla="*/ 2513507 h 5033789"/>
              <a:gd name="connsiteX13" fmla="*/ 3897013 w 5033769"/>
              <a:gd name="connsiteY13" fmla="*/ 2513789 h 5033789"/>
              <a:gd name="connsiteX14" fmla="*/ 5033769 w 5033769"/>
              <a:gd name="connsiteY14" fmla="*/ 2513789 h 5033789"/>
              <a:gd name="connsiteX15" fmla="*/ 5033768 w 5033769"/>
              <a:gd name="connsiteY15" fmla="*/ 5033789 h 5033789"/>
              <a:gd name="connsiteX16" fmla="*/ 2513768 w 5033769"/>
              <a:gd name="connsiteY16" fmla="*/ 5033789 h 5033789"/>
              <a:gd name="connsiteX17" fmla="*/ 2513769 w 5033769"/>
              <a:gd name="connsiteY17" fmla="*/ 2520008 h 5033789"/>
              <a:gd name="connsiteX18" fmla="*/ 1 w 5033769"/>
              <a:gd name="connsiteY18" fmla="*/ 5033777 h 5033789"/>
              <a:gd name="connsiteX19" fmla="*/ 0 w 5033769"/>
              <a:gd name="connsiteY19" fmla="*/ 2513777 h 5033789"/>
              <a:gd name="connsiteX20" fmla="*/ 2458226 w 5033769"/>
              <a:gd name="connsiteY20" fmla="*/ 2513776 h 5033789"/>
              <a:gd name="connsiteX21" fmla="*/ 2266042 w 5033769"/>
              <a:gd name="connsiteY21" fmla="*/ 2494401 h 5033789"/>
              <a:gd name="connsiteX22" fmla="*/ 1259962 w 5033769"/>
              <a:gd name="connsiteY22" fmla="*/ 1260001 h 5033789"/>
              <a:gd name="connsiteX23" fmla="*/ 2519964 w 5033769"/>
              <a:gd name="connsiteY23" fmla="*/ 0 h 5033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033769" h="5033789">
                <a:moveTo>
                  <a:pt x="2519964" y="1382954"/>
                </a:moveTo>
                <a:lnTo>
                  <a:pt x="2519964" y="2513777"/>
                </a:lnTo>
                <a:lnTo>
                  <a:pt x="2520001" y="2513777"/>
                </a:lnTo>
                <a:lnTo>
                  <a:pt x="2519989" y="2513789"/>
                </a:lnTo>
                <a:lnTo>
                  <a:pt x="3649376" y="2513789"/>
                </a:lnTo>
                <a:lnTo>
                  <a:pt x="3535235" y="2497467"/>
                </a:lnTo>
                <a:cubicBezTo>
                  <a:pt x="2994600" y="2393880"/>
                  <a:pt x="2576720" y="1944783"/>
                  <a:pt x="2520261" y="1388840"/>
                </a:cubicBezTo>
                <a:close/>
                <a:moveTo>
                  <a:pt x="2519964" y="0"/>
                </a:moveTo>
                <a:lnTo>
                  <a:pt x="2519964" y="1137072"/>
                </a:lnTo>
                <a:lnTo>
                  <a:pt x="2520261" y="1131185"/>
                </a:lnTo>
                <a:cubicBezTo>
                  <a:pt x="2584786" y="495822"/>
                  <a:pt x="3121369" y="13"/>
                  <a:pt x="3773756" y="13"/>
                </a:cubicBezTo>
                <a:cubicBezTo>
                  <a:pt x="4469635" y="13"/>
                  <a:pt x="5033757" y="564134"/>
                  <a:pt x="5033757" y="1260013"/>
                </a:cubicBezTo>
                <a:cubicBezTo>
                  <a:pt x="5033757" y="1912399"/>
                  <a:pt x="4537948" y="2448983"/>
                  <a:pt x="3902584" y="2513507"/>
                </a:cubicBezTo>
                <a:lnTo>
                  <a:pt x="3897013" y="2513789"/>
                </a:lnTo>
                <a:lnTo>
                  <a:pt x="5033769" y="2513789"/>
                </a:lnTo>
                <a:lnTo>
                  <a:pt x="5033768" y="5033789"/>
                </a:lnTo>
                <a:lnTo>
                  <a:pt x="2513768" y="5033789"/>
                </a:lnTo>
                <a:lnTo>
                  <a:pt x="2513769" y="2520008"/>
                </a:lnTo>
                <a:lnTo>
                  <a:pt x="1" y="5033777"/>
                </a:lnTo>
                <a:lnTo>
                  <a:pt x="0" y="2513777"/>
                </a:lnTo>
                <a:lnTo>
                  <a:pt x="2458226" y="2513776"/>
                </a:lnTo>
                <a:lnTo>
                  <a:pt x="2266042" y="2494401"/>
                </a:lnTo>
                <a:cubicBezTo>
                  <a:pt x="1691901" y="2376903"/>
                  <a:pt x="1259962" y="1868856"/>
                  <a:pt x="1259962" y="1260001"/>
                </a:cubicBezTo>
                <a:cubicBezTo>
                  <a:pt x="1259962" y="564166"/>
                  <a:pt x="1824128" y="0"/>
                  <a:pt x="251996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E4A6F668-220A-CB2F-4B2F-FAD8BA4A38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6A825F6-388D-9BAB-13DC-F878110D00A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59988" y="1801089"/>
            <a:ext cx="5069195" cy="4723431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C27F17BB-DB05-F96E-315B-66F686BDB71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59900" y="1239896"/>
            <a:ext cx="5040001" cy="3729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11" name="Tijdelijke aanduiding voor titel 1">
            <a:extLst>
              <a:ext uri="{FF2B5EF4-FFF2-40B4-BE49-F238E27FC236}">
                <a16:creationId xmlns:a16="http://schemas.microsoft.com/office/drawing/2014/main" id="{B84FD384-F550-A711-7AEB-249FA1A9C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975" y="757379"/>
            <a:ext cx="5039998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9791369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s and titl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76F6EEEB-9971-9726-81A6-A842C217CA1A}"/>
              </a:ext>
            </a:extLst>
          </p:cNvPr>
          <p:cNvSpPr/>
          <p:nvPr/>
        </p:nvSpPr>
        <p:spPr>
          <a:xfrm>
            <a:off x="3311975" y="3429000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9" name="Vrije vorm: vorm 8">
            <a:extLst>
              <a:ext uri="{FF2B5EF4-FFF2-40B4-BE49-F238E27FC236}">
                <a16:creationId xmlns:a16="http://schemas.microsoft.com/office/drawing/2014/main" id="{5297B128-04E7-F095-D863-25F3756FB4B4}"/>
              </a:ext>
            </a:extLst>
          </p:cNvPr>
          <p:cNvSpPr>
            <a:spLocks noChangeAspect="1"/>
          </p:cNvSpPr>
          <p:nvPr/>
        </p:nvSpPr>
        <p:spPr>
          <a:xfrm>
            <a:off x="3311961" y="912007"/>
            <a:ext cx="2519999" cy="2520000"/>
          </a:xfrm>
          <a:custGeom>
            <a:avLst/>
            <a:gdLst>
              <a:gd name="connsiteX0" fmla="*/ 2286035 w 2286035"/>
              <a:gd name="connsiteY0" fmla="*/ 0 h 2286036"/>
              <a:gd name="connsiteX1" fmla="*/ 2286036 w 2286035"/>
              <a:gd name="connsiteY1" fmla="*/ 2286036 h 2286036"/>
              <a:gd name="connsiteX2" fmla="*/ 0 w 2286035"/>
              <a:gd name="connsiteY2" fmla="*/ 2286037 h 2286036"/>
              <a:gd name="connsiteX3" fmla="*/ 2286035 w 2286035"/>
              <a:gd name="connsiteY3" fmla="*/ 0 h 2286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35" h="2286036">
                <a:moveTo>
                  <a:pt x="2286035" y="0"/>
                </a:moveTo>
                <a:lnTo>
                  <a:pt x="2286036" y="2286036"/>
                </a:lnTo>
                <a:lnTo>
                  <a:pt x="0" y="2286037"/>
                </a:lnTo>
                <a:lnTo>
                  <a:pt x="2286035" y="0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Vrije vorm: vorm 18">
            <a:extLst>
              <a:ext uri="{FF2B5EF4-FFF2-40B4-BE49-F238E27FC236}">
                <a16:creationId xmlns:a16="http://schemas.microsoft.com/office/drawing/2014/main" id="{69DDE691-C5AE-BC2F-E04B-661180E83819}"/>
              </a:ext>
            </a:extLst>
          </p:cNvPr>
          <p:cNvSpPr>
            <a:spLocks noChangeAspect="1"/>
          </p:cNvSpPr>
          <p:nvPr/>
        </p:nvSpPr>
        <p:spPr>
          <a:xfrm>
            <a:off x="792000" y="917534"/>
            <a:ext cx="2520057" cy="5031466"/>
          </a:xfrm>
          <a:custGeom>
            <a:avLst/>
            <a:gdLst>
              <a:gd name="connsiteX0" fmla="*/ 2520056 w 2520057"/>
              <a:gd name="connsiteY0" fmla="*/ 0 h 5031466"/>
              <a:gd name="connsiteX1" fmla="*/ 2520057 w 2520057"/>
              <a:gd name="connsiteY1" fmla="*/ 2520000 h 5031466"/>
              <a:gd name="connsiteX2" fmla="*/ 2520000 w 2520057"/>
              <a:gd name="connsiteY2" fmla="*/ 2520000 h 5031466"/>
              <a:gd name="connsiteX3" fmla="*/ 2520000 w 2520057"/>
              <a:gd name="connsiteY3" fmla="*/ 5031466 h 5031466"/>
              <a:gd name="connsiteX4" fmla="*/ 0 w 2520057"/>
              <a:gd name="connsiteY4" fmla="*/ 5031466 h 5031466"/>
              <a:gd name="connsiteX5" fmla="*/ 0 w 2520057"/>
              <a:gd name="connsiteY5" fmla="*/ 2511466 h 5031466"/>
              <a:gd name="connsiteX6" fmla="*/ 8592 w 2520057"/>
              <a:gd name="connsiteY6" fmla="*/ 2511466 h 5031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0057" h="5031466">
                <a:moveTo>
                  <a:pt x="2520056" y="0"/>
                </a:moveTo>
                <a:lnTo>
                  <a:pt x="2520057" y="2520000"/>
                </a:lnTo>
                <a:lnTo>
                  <a:pt x="2520000" y="2520000"/>
                </a:lnTo>
                <a:lnTo>
                  <a:pt x="2520000" y="5031466"/>
                </a:lnTo>
                <a:lnTo>
                  <a:pt x="0" y="5031466"/>
                </a:lnTo>
                <a:lnTo>
                  <a:pt x="0" y="2511466"/>
                </a:lnTo>
                <a:lnTo>
                  <a:pt x="8592" y="2511466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568E9933-CCDD-A778-9885-DBB94CB1D0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5A0B413-475B-50AA-5F03-45199ABF1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59988" y="1801089"/>
            <a:ext cx="5069195" cy="4723431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C4E92F0B-381A-5825-1CAC-90B3EA1A3F8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59900" y="1239896"/>
            <a:ext cx="5040001" cy="3729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12" name="Tijdelijke aanduiding voor titel 1">
            <a:extLst>
              <a:ext uri="{FF2B5EF4-FFF2-40B4-BE49-F238E27FC236}">
                <a16:creationId xmlns:a16="http://schemas.microsoft.com/office/drawing/2014/main" id="{DF850289-7CB1-C20F-D77C-24F4BC33B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975" y="757379"/>
            <a:ext cx="5039998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2620629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images and titl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76F6EEEB-9971-9726-81A6-A842C217CA1A}"/>
              </a:ext>
            </a:extLst>
          </p:cNvPr>
          <p:cNvSpPr/>
          <p:nvPr/>
        </p:nvSpPr>
        <p:spPr>
          <a:xfrm>
            <a:off x="3312000" y="3429000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9" name="Vrije vorm: vorm 8">
            <a:extLst>
              <a:ext uri="{FF2B5EF4-FFF2-40B4-BE49-F238E27FC236}">
                <a16:creationId xmlns:a16="http://schemas.microsoft.com/office/drawing/2014/main" id="{5297B128-04E7-F095-D863-25F3756FB4B4}"/>
              </a:ext>
            </a:extLst>
          </p:cNvPr>
          <p:cNvSpPr>
            <a:spLocks noChangeAspect="1"/>
          </p:cNvSpPr>
          <p:nvPr/>
        </p:nvSpPr>
        <p:spPr>
          <a:xfrm>
            <a:off x="3311986" y="912007"/>
            <a:ext cx="2519999" cy="2520000"/>
          </a:xfrm>
          <a:custGeom>
            <a:avLst/>
            <a:gdLst>
              <a:gd name="connsiteX0" fmla="*/ 2286035 w 2286035"/>
              <a:gd name="connsiteY0" fmla="*/ 0 h 2286036"/>
              <a:gd name="connsiteX1" fmla="*/ 2286036 w 2286035"/>
              <a:gd name="connsiteY1" fmla="*/ 2286036 h 2286036"/>
              <a:gd name="connsiteX2" fmla="*/ 0 w 2286035"/>
              <a:gd name="connsiteY2" fmla="*/ 2286037 h 2286036"/>
              <a:gd name="connsiteX3" fmla="*/ 2286035 w 2286035"/>
              <a:gd name="connsiteY3" fmla="*/ 0 h 2286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35" h="2286036">
                <a:moveTo>
                  <a:pt x="2286035" y="0"/>
                </a:moveTo>
                <a:lnTo>
                  <a:pt x="2286036" y="2286036"/>
                </a:lnTo>
                <a:lnTo>
                  <a:pt x="0" y="2286037"/>
                </a:lnTo>
                <a:lnTo>
                  <a:pt x="2286035" y="0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Vrije vorm: vorm 18">
            <a:extLst>
              <a:ext uri="{FF2B5EF4-FFF2-40B4-BE49-F238E27FC236}">
                <a16:creationId xmlns:a16="http://schemas.microsoft.com/office/drawing/2014/main" id="{69DDE691-C5AE-BC2F-E04B-661180E83819}"/>
              </a:ext>
            </a:extLst>
          </p:cNvPr>
          <p:cNvSpPr>
            <a:spLocks noChangeAspect="1"/>
          </p:cNvSpPr>
          <p:nvPr/>
        </p:nvSpPr>
        <p:spPr>
          <a:xfrm>
            <a:off x="792025" y="917534"/>
            <a:ext cx="2520057" cy="5031466"/>
          </a:xfrm>
          <a:custGeom>
            <a:avLst/>
            <a:gdLst>
              <a:gd name="connsiteX0" fmla="*/ 2520056 w 2520057"/>
              <a:gd name="connsiteY0" fmla="*/ 0 h 5031466"/>
              <a:gd name="connsiteX1" fmla="*/ 2520057 w 2520057"/>
              <a:gd name="connsiteY1" fmla="*/ 2520000 h 5031466"/>
              <a:gd name="connsiteX2" fmla="*/ 2520000 w 2520057"/>
              <a:gd name="connsiteY2" fmla="*/ 2520000 h 5031466"/>
              <a:gd name="connsiteX3" fmla="*/ 2520000 w 2520057"/>
              <a:gd name="connsiteY3" fmla="*/ 5031466 h 5031466"/>
              <a:gd name="connsiteX4" fmla="*/ 0 w 2520057"/>
              <a:gd name="connsiteY4" fmla="*/ 5031466 h 5031466"/>
              <a:gd name="connsiteX5" fmla="*/ 0 w 2520057"/>
              <a:gd name="connsiteY5" fmla="*/ 2511466 h 5031466"/>
              <a:gd name="connsiteX6" fmla="*/ 8592 w 2520057"/>
              <a:gd name="connsiteY6" fmla="*/ 2511466 h 5031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0057" h="5031466">
                <a:moveTo>
                  <a:pt x="2520056" y="0"/>
                </a:moveTo>
                <a:lnTo>
                  <a:pt x="2520057" y="2520000"/>
                </a:lnTo>
                <a:lnTo>
                  <a:pt x="2520000" y="2520000"/>
                </a:lnTo>
                <a:lnTo>
                  <a:pt x="2520000" y="5031466"/>
                </a:lnTo>
                <a:lnTo>
                  <a:pt x="0" y="5031466"/>
                </a:lnTo>
                <a:lnTo>
                  <a:pt x="0" y="2511466"/>
                </a:lnTo>
                <a:lnTo>
                  <a:pt x="8592" y="2511466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CB217713-8550-6E7D-74DA-B21E396D96B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11984" y="3426238"/>
            <a:ext cx="2520001" cy="2520000"/>
          </a:xfrm>
          <a:custGeom>
            <a:avLst/>
            <a:gdLst>
              <a:gd name="connsiteX0" fmla="*/ 1260000 w 2520001"/>
              <a:gd name="connsiteY0" fmla="*/ 0 h 2520000"/>
              <a:gd name="connsiteX1" fmla="*/ 2520001 w 2520001"/>
              <a:gd name="connsiteY1" fmla="*/ 1260000 h 2520000"/>
              <a:gd name="connsiteX2" fmla="*/ 1260000 w 2520001"/>
              <a:gd name="connsiteY2" fmla="*/ 2520000 h 2520000"/>
              <a:gd name="connsiteX3" fmla="*/ 0 w 2520001"/>
              <a:gd name="connsiteY3" fmla="*/ 1260000 h 2520000"/>
              <a:gd name="connsiteX4" fmla="*/ 1260000 w 2520001"/>
              <a:gd name="connsiteY4" fmla="*/ 0 h 25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20001" h="2520000">
                <a:moveTo>
                  <a:pt x="1260000" y="0"/>
                </a:moveTo>
                <a:cubicBezTo>
                  <a:pt x="1955879" y="0"/>
                  <a:pt x="2520001" y="564121"/>
                  <a:pt x="2520001" y="1260000"/>
                </a:cubicBezTo>
                <a:cubicBezTo>
                  <a:pt x="2520001" y="1955879"/>
                  <a:pt x="1955880" y="2520000"/>
                  <a:pt x="1260000" y="2520000"/>
                </a:cubicBezTo>
                <a:cubicBezTo>
                  <a:pt x="564122" y="2520000"/>
                  <a:pt x="0" y="1955879"/>
                  <a:pt x="0" y="1260000"/>
                </a:cubicBezTo>
                <a:cubicBezTo>
                  <a:pt x="0" y="564121"/>
                  <a:pt x="564121" y="0"/>
                  <a:pt x="1260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CE3366A8-6FCF-5D96-79E8-44158F6D91F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11923" y="931507"/>
            <a:ext cx="2520000" cy="2520001"/>
          </a:xfrm>
          <a:custGeom>
            <a:avLst/>
            <a:gdLst>
              <a:gd name="connsiteX0" fmla="*/ 2519999 w 2520000"/>
              <a:gd name="connsiteY0" fmla="*/ 0 h 2520001"/>
              <a:gd name="connsiteX1" fmla="*/ 2520000 w 2520000"/>
              <a:gd name="connsiteY1" fmla="*/ 2520000 h 2520001"/>
              <a:gd name="connsiteX2" fmla="*/ 0 w 2520000"/>
              <a:gd name="connsiteY2" fmla="*/ 2520001 h 252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20000" h="2520001">
                <a:moveTo>
                  <a:pt x="2519999" y="0"/>
                </a:moveTo>
                <a:lnTo>
                  <a:pt x="2520000" y="2520000"/>
                </a:lnTo>
                <a:lnTo>
                  <a:pt x="0" y="252000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43E36CDE-2109-3197-B5A1-145E138A70C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91914" y="927327"/>
            <a:ext cx="2520057" cy="5031466"/>
          </a:xfrm>
          <a:custGeom>
            <a:avLst/>
            <a:gdLst>
              <a:gd name="connsiteX0" fmla="*/ 2520056 w 2520057"/>
              <a:gd name="connsiteY0" fmla="*/ 0 h 5031466"/>
              <a:gd name="connsiteX1" fmla="*/ 2520057 w 2520057"/>
              <a:gd name="connsiteY1" fmla="*/ 2520000 h 5031466"/>
              <a:gd name="connsiteX2" fmla="*/ 2520000 w 2520057"/>
              <a:gd name="connsiteY2" fmla="*/ 2520000 h 5031466"/>
              <a:gd name="connsiteX3" fmla="*/ 2520000 w 2520057"/>
              <a:gd name="connsiteY3" fmla="*/ 5031466 h 5031466"/>
              <a:gd name="connsiteX4" fmla="*/ 0 w 2520057"/>
              <a:gd name="connsiteY4" fmla="*/ 5031466 h 5031466"/>
              <a:gd name="connsiteX5" fmla="*/ 0 w 2520057"/>
              <a:gd name="connsiteY5" fmla="*/ 2511466 h 5031466"/>
              <a:gd name="connsiteX6" fmla="*/ 8592 w 2520057"/>
              <a:gd name="connsiteY6" fmla="*/ 2511466 h 5031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0057" h="5031466">
                <a:moveTo>
                  <a:pt x="2520056" y="0"/>
                </a:moveTo>
                <a:lnTo>
                  <a:pt x="2520057" y="2520000"/>
                </a:lnTo>
                <a:lnTo>
                  <a:pt x="2520000" y="2520000"/>
                </a:lnTo>
                <a:lnTo>
                  <a:pt x="2520000" y="5031466"/>
                </a:lnTo>
                <a:lnTo>
                  <a:pt x="0" y="5031466"/>
                </a:lnTo>
                <a:lnTo>
                  <a:pt x="0" y="2511466"/>
                </a:lnTo>
                <a:lnTo>
                  <a:pt x="8592" y="251146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C49C52BC-B84C-D89C-AB55-04B7444BE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6D9093-C128-C673-52EF-A01D94901AB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59988" y="1801089"/>
            <a:ext cx="5069195" cy="4723431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jdelijke aanduiding voor tekst 2">
            <a:extLst>
              <a:ext uri="{FF2B5EF4-FFF2-40B4-BE49-F238E27FC236}">
                <a16:creationId xmlns:a16="http://schemas.microsoft.com/office/drawing/2014/main" id="{8F7ECC8C-20DD-ABB9-63EB-CDABB18CE74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359900" y="1239896"/>
            <a:ext cx="5040001" cy="3729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15" name="Tijdelijke aanduiding voor titel 1">
            <a:extLst>
              <a:ext uri="{FF2B5EF4-FFF2-40B4-BE49-F238E27FC236}">
                <a16:creationId xmlns:a16="http://schemas.microsoft.com/office/drawing/2014/main" id="{0F704953-B08F-CDD9-85E9-0346BB4FE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975" y="757379"/>
            <a:ext cx="5039998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0460960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image and titl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2">
            <a:extLst>
              <a:ext uri="{FF2B5EF4-FFF2-40B4-BE49-F238E27FC236}">
                <a16:creationId xmlns:a16="http://schemas.microsoft.com/office/drawing/2014/main" id="{9ED2D670-E603-60EE-4F3B-5B534395736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02072" y="917534"/>
            <a:ext cx="5029927" cy="5031466"/>
          </a:xfrm>
          <a:custGeom>
            <a:avLst/>
            <a:gdLst>
              <a:gd name="connsiteX0" fmla="*/ 2520000 w 5029927"/>
              <a:gd name="connsiteY0" fmla="*/ 2524522 h 5031466"/>
              <a:gd name="connsiteX1" fmla="*/ 2520000 w 5029927"/>
              <a:gd name="connsiteY1" fmla="*/ 3620442 h 5031466"/>
              <a:gd name="connsiteX2" fmla="*/ 2529606 w 5029927"/>
              <a:gd name="connsiteY2" fmla="*/ 3548425 h 5031466"/>
              <a:gd name="connsiteX3" fmla="*/ 3515992 w 5029927"/>
              <a:gd name="connsiteY3" fmla="*/ 2537065 h 5031466"/>
              <a:gd name="connsiteX4" fmla="*/ 3640418 w 5029927"/>
              <a:gd name="connsiteY4" fmla="*/ 2524522 h 5031466"/>
              <a:gd name="connsiteX5" fmla="*/ 2520056 w 5029927"/>
              <a:gd name="connsiteY5" fmla="*/ 0 h 5031466"/>
              <a:gd name="connsiteX6" fmla="*/ 2520057 w 5029927"/>
              <a:gd name="connsiteY6" fmla="*/ 2514378 h 5031466"/>
              <a:gd name="connsiteX7" fmla="*/ 5029912 w 5029927"/>
              <a:gd name="connsiteY7" fmla="*/ 4521 h 5031466"/>
              <a:gd name="connsiteX8" fmla="*/ 5029913 w 5029927"/>
              <a:gd name="connsiteY8" fmla="*/ 2524521 h 5031466"/>
              <a:gd name="connsiteX9" fmla="*/ 3899433 w 5029927"/>
              <a:gd name="connsiteY9" fmla="*/ 2524522 h 5031466"/>
              <a:gd name="connsiteX10" fmla="*/ 4023860 w 5029927"/>
              <a:gd name="connsiteY10" fmla="*/ 2537065 h 5031466"/>
              <a:gd name="connsiteX11" fmla="*/ 5029927 w 5029927"/>
              <a:gd name="connsiteY11" fmla="*/ 3771466 h 5031466"/>
              <a:gd name="connsiteX12" fmla="*/ 3769926 w 5029927"/>
              <a:gd name="connsiteY12" fmla="*/ 5031466 h 5031466"/>
              <a:gd name="connsiteX13" fmla="*/ 2535525 w 5029927"/>
              <a:gd name="connsiteY13" fmla="*/ 4025400 h 5031466"/>
              <a:gd name="connsiteX14" fmla="*/ 2520000 w 5029927"/>
              <a:gd name="connsiteY14" fmla="*/ 3923677 h 5031466"/>
              <a:gd name="connsiteX15" fmla="*/ 2520000 w 5029927"/>
              <a:gd name="connsiteY15" fmla="*/ 5031466 h 5031466"/>
              <a:gd name="connsiteX16" fmla="*/ 0 w 5029927"/>
              <a:gd name="connsiteY16" fmla="*/ 5031466 h 5031466"/>
              <a:gd name="connsiteX17" fmla="*/ 0 w 5029927"/>
              <a:gd name="connsiteY17" fmla="*/ 2511466 h 5031466"/>
              <a:gd name="connsiteX18" fmla="*/ 8592 w 5029927"/>
              <a:gd name="connsiteY18" fmla="*/ 2511466 h 5031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029927" h="5031466">
                <a:moveTo>
                  <a:pt x="2520000" y="2524522"/>
                </a:moveTo>
                <a:lnTo>
                  <a:pt x="2520000" y="3620442"/>
                </a:lnTo>
                <a:lnTo>
                  <a:pt x="2529606" y="3548425"/>
                </a:lnTo>
                <a:cubicBezTo>
                  <a:pt x="2620125" y="3041670"/>
                  <a:pt x="3013601" y="2639869"/>
                  <a:pt x="3515992" y="2537065"/>
                </a:cubicBezTo>
                <a:lnTo>
                  <a:pt x="3640418" y="2524522"/>
                </a:lnTo>
                <a:close/>
                <a:moveTo>
                  <a:pt x="2520056" y="0"/>
                </a:moveTo>
                <a:lnTo>
                  <a:pt x="2520057" y="2514378"/>
                </a:lnTo>
                <a:lnTo>
                  <a:pt x="5029912" y="4521"/>
                </a:lnTo>
                <a:lnTo>
                  <a:pt x="5029913" y="2524521"/>
                </a:lnTo>
                <a:lnTo>
                  <a:pt x="3899433" y="2524522"/>
                </a:lnTo>
                <a:lnTo>
                  <a:pt x="4023860" y="2537065"/>
                </a:lnTo>
                <a:cubicBezTo>
                  <a:pt x="4598021" y="2654555"/>
                  <a:pt x="5029927" y="3162572"/>
                  <a:pt x="5029927" y="3771466"/>
                </a:cubicBezTo>
                <a:cubicBezTo>
                  <a:pt x="5029927" y="4467345"/>
                  <a:pt x="4465806" y="5031466"/>
                  <a:pt x="3769926" y="5031466"/>
                </a:cubicBezTo>
                <a:cubicBezTo>
                  <a:pt x="3161033" y="5031466"/>
                  <a:pt x="2653015" y="4599561"/>
                  <a:pt x="2535525" y="4025400"/>
                </a:cubicBezTo>
                <a:lnTo>
                  <a:pt x="2520000" y="3923677"/>
                </a:lnTo>
                <a:lnTo>
                  <a:pt x="2520000" y="5031466"/>
                </a:lnTo>
                <a:lnTo>
                  <a:pt x="0" y="5031466"/>
                </a:lnTo>
                <a:lnTo>
                  <a:pt x="0" y="2511466"/>
                </a:lnTo>
                <a:lnTo>
                  <a:pt x="8592" y="251146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C95B29A3-F25C-CC52-8F82-18DF09DD7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D130A7F-8AA6-6365-0701-DBD5B2667BE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59988" y="1801089"/>
            <a:ext cx="5069195" cy="4723431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jdelijke aanduiding voor tekst 2">
            <a:extLst>
              <a:ext uri="{FF2B5EF4-FFF2-40B4-BE49-F238E27FC236}">
                <a16:creationId xmlns:a16="http://schemas.microsoft.com/office/drawing/2014/main" id="{BFF76029-2849-517D-6E5A-73F41B19D7E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59900" y="1239896"/>
            <a:ext cx="5040001" cy="3729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10" name="Tijdelijke aanduiding voor titel 1">
            <a:extLst>
              <a:ext uri="{FF2B5EF4-FFF2-40B4-BE49-F238E27FC236}">
                <a16:creationId xmlns:a16="http://schemas.microsoft.com/office/drawing/2014/main" id="{D12C28DC-AA55-01EB-461F-DFB73CB31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975" y="757379"/>
            <a:ext cx="5039998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30358395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image and titl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3DE2C36C-1842-5D38-A346-C055971CC81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-476" y="757378"/>
            <a:ext cx="5832475" cy="5767141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add image</a:t>
            </a:r>
          </a:p>
          <a:p>
            <a:endParaRPr lang="en-BE" dirty="0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605A80EE-6DCA-FA08-9BCE-788B585C6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B9F5B0D5-8544-7C68-D9E1-20E64DD12C7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59988" y="1801089"/>
            <a:ext cx="5069195" cy="4723431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13866C70-99BF-0D77-B49A-2130E30AB1D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59900" y="1239896"/>
            <a:ext cx="5040001" cy="3729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11" name="Tijdelijke aanduiding voor titel 1">
            <a:extLst>
              <a:ext uri="{FF2B5EF4-FFF2-40B4-BE49-F238E27FC236}">
                <a16:creationId xmlns:a16="http://schemas.microsoft.com/office/drawing/2014/main" id="{A9F3231D-08B4-08B8-E893-533638783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975" y="757379"/>
            <a:ext cx="5039998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752381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image and titl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4">
            <a:extLst>
              <a:ext uri="{FF2B5EF4-FFF2-40B4-BE49-F238E27FC236}">
                <a16:creationId xmlns:a16="http://schemas.microsoft.com/office/drawing/2014/main" id="{B08E8BA3-22A1-B274-BF7C-0A8379F109F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1998" y="757378"/>
            <a:ext cx="5040001" cy="57671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F8D29A37-7906-BF66-E233-6B0A2A7DFA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43AA4A1B-8BF1-16A7-90C8-B109EF0552E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59988" y="1801089"/>
            <a:ext cx="5069195" cy="4723431"/>
          </a:xfrm>
          <a:prstGeom prst="rect">
            <a:avLst/>
          </a:prstGeom>
        </p:spPr>
        <p:txBody>
          <a:bodyPr/>
          <a:lstStyle>
            <a:lvl1pPr>
              <a:buClr>
                <a:srgbClr val="507AC2"/>
              </a:buClr>
              <a:defRPr/>
            </a:lvl1pPr>
            <a:lvl2pPr>
              <a:buClr>
                <a:srgbClr val="507AC2"/>
              </a:buClr>
              <a:defRPr/>
            </a:lvl2pPr>
            <a:lvl3pPr>
              <a:buClr>
                <a:srgbClr val="507AC2"/>
              </a:buClr>
              <a:defRPr/>
            </a:lvl3pPr>
            <a:lvl4pPr>
              <a:buClr>
                <a:srgbClr val="507AC2"/>
              </a:buClr>
              <a:defRPr/>
            </a:lvl4pPr>
            <a:lvl5pPr>
              <a:buClr>
                <a:srgbClr val="507AC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26F563AF-5E9D-481F-AEF6-C0E262931E9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59900" y="1239896"/>
            <a:ext cx="5040001" cy="3729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11" name="Tijdelijke aanduiding voor titel 1">
            <a:extLst>
              <a:ext uri="{FF2B5EF4-FFF2-40B4-BE49-F238E27FC236}">
                <a16:creationId xmlns:a16="http://schemas.microsoft.com/office/drawing/2014/main" id="{4F6B5D51-8398-FAB8-1302-72CF20297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975" y="757379"/>
            <a:ext cx="5039998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98212766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2">
            <a:extLst>
              <a:ext uri="{FF2B5EF4-FFF2-40B4-BE49-F238E27FC236}">
                <a16:creationId xmlns:a16="http://schemas.microsoft.com/office/drawing/2014/main" id="{6D6E3BA9-5D4F-477A-7630-0A89A6E8DDE1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8340000" y="1801091"/>
            <a:ext cx="3060000" cy="47457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20830080-413E-0A95-15AD-BB4C1A590A2A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566000" y="1801091"/>
            <a:ext cx="3060000" cy="47457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AE32FEEF-5C9A-8704-D4D7-C5F8E70AF6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6" name="Tijdelijke aanduiding voor tekst 2">
            <a:extLst>
              <a:ext uri="{FF2B5EF4-FFF2-40B4-BE49-F238E27FC236}">
                <a16:creationId xmlns:a16="http://schemas.microsoft.com/office/drawing/2014/main" id="{DAD1995D-C600-86B5-DE74-CB8EBC54B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000" y="1801091"/>
            <a:ext cx="3060000" cy="4745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7" name="Tijdelijke aanduiding voor titel 1">
            <a:extLst>
              <a:ext uri="{FF2B5EF4-FFF2-40B4-BE49-F238E27FC236}">
                <a16:creationId xmlns:a16="http://schemas.microsoft.com/office/drawing/2014/main" id="{CD1F5F8A-86D2-267E-C925-15D8BD91F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57379"/>
            <a:ext cx="10607973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7668532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2">
            <a:extLst>
              <a:ext uri="{FF2B5EF4-FFF2-40B4-BE49-F238E27FC236}">
                <a16:creationId xmlns:a16="http://schemas.microsoft.com/office/drawing/2014/main" id="{1E11D0CE-46E7-3F62-6F16-774A16A33DF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1973" y="1222266"/>
            <a:ext cx="3060000" cy="68869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22B77CE3-A4E3-B4AD-046D-A483AA6B73D5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339973" y="1216647"/>
            <a:ext cx="3060000" cy="69593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41520206-87B2-2105-2449-B680386A4B7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92001" y="2170544"/>
            <a:ext cx="3059972" cy="43718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7CDCF746-2943-E637-5E77-2C4617C7AC5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340000" y="2170545"/>
            <a:ext cx="3060000" cy="437187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ijdelijke aanduiding voor inhoud 2">
            <a:extLst>
              <a:ext uri="{FF2B5EF4-FFF2-40B4-BE49-F238E27FC236}">
                <a16:creationId xmlns:a16="http://schemas.microsoft.com/office/drawing/2014/main" id="{C8BEBC18-33D0-B4CD-D712-FEED06A6CE2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566000" y="2170545"/>
            <a:ext cx="3060000" cy="437187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9B305156-A30B-593D-1F31-8BBB645BA4D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565973" y="1222265"/>
            <a:ext cx="3060000" cy="69593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7D8C2E68-030C-EA2D-C8A7-A9F66054BC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15" name="Tijdelijke aanduiding voor titel 1">
            <a:extLst>
              <a:ext uri="{FF2B5EF4-FFF2-40B4-BE49-F238E27FC236}">
                <a16:creationId xmlns:a16="http://schemas.microsoft.com/office/drawing/2014/main" id="{AF30FBE5-56BE-3CDE-53CC-7BE3C49D2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57379"/>
            <a:ext cx="10607973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248760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with subtitle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1">
            <a:extLst>
              <a:ext uri="{FF2B5EF4-FFF2-40B4-BE49-F238E27FC236}">
                <a16:creationId xmlns:a16="http://schemas.microsoft.com/office/drawing/2014/main" id="{E35C547B-B4BF-4085-F2F7-F49423D3735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796300" y="1292416"/>
            <a:ext cx="720000" cy="720000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17" name="Tijdelijke aanduiding voor afbeelding 11">
            <a:extLst>
              <a:ext uri="{FF2B5EF4-FFF2-40B4-BE49-F238E27FC236}">
                <a16:creationId xmlns:a16="http://schemas.microsoft.com/office/drawing/2014/main" id="{201E4377-2235-84C2-FC02-72F2B706A401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556335" y="1292416"/>
            <a:ext cx="720000" cy="720000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18" name="Tijdelijke aanduiding voor tekst 2">
            <a:extLst>
              <a:ext uri="{FF2B5EF4-FFF2-40B4-BE49-F238E27FC236}">
                <a16:creationId xmlns:a16="http://schemas.microsoft.com/office/drawing/2014/main" id="{2038A719-4684-1AF6-E808-A697C1826D7E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556335" y="2080537"/>
            <a:ext cx="3060000" cy="68868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19" name="Tijdelijke aanduiding voor inhoud 2">
            <a:extLst>
              <a:ext uri="{FF2B5EF4-FFF2-40B4-BE49-F238E27FC236}">
                <a16:creationId xmlns:a16="http://schemas.microsoft.com/office/drawing/2014/main" id="{E56C67B9-C50C-7996-650A-2A8A49A13E68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8339999" y="3028815"/>
            <a:ext cx="3060000" cy="3543396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Tijdelijke aanduiding voor afbeelding 11">
            <a:extLst>
              <a:ext uri="{FF2B5EF4-FFF2-40B4-BE49-F238E27FC236}">
                <a16:creationId xmlns:a16="http://schemas.microsoft.com/office/drawing/2014/main" id="{1027939B-B513-C8EC-176F-51066ACB1FDA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8316370" y="1285455"/>
            <a:ext cx="720000" cy="720000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21" name="Tijdelijke aanduiding voor tekst 2">
            <a:extLst>
              <a:ext uri="{FF2B5EF4-FFF2-40B4-BE49-F238E27FC236}">
                <a16:creationId xmlns:a16="http://schemas.microsoft.com/office/drawing/2014/main" id="{21E6B8D1-AC29-336A-2790-76BAD33C797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336867" y="2080536"/>
            <a:ext cx="3060000" cy="688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328F1105-FA4C-BB5F-476F-49A6DA8EA2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D31ACC3A-A781-BC94-5B89-8979C2961200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2000" y="2080537"/>
            <a:ext cx="3060000" cy="68869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13" name="Tijdelijke aanduiding voor inhoud 2">
            <a:extLst>
              <a:ext uri="{FF2B5EF4-FFF2-40B4-BE49-F238E27FC236}">
                <a16:creationId xmlns:a16="http://schemas.microsoft.com/office/drawing/2014/main" id="{FEC89168-68B0-8698-0148-D1731481171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92028" y="3028816"/>
            <a:ext cx="3059972" cy="3543396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Tijdelijke aanduiding voor titel 1">
            <a:extLst>
              <a:ext uri="{FF2B5EF4-FFF2-40B4-BE49-F238E27FC236}">
                <a16:creationId xmlns:a16="http://schemas.microsoft.com/office/drawing/2014/main" id="{CB6630A7-D6B3-8088-53AC-2AEA9DAF3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57379"/>
            <a:ext cx="10607973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23" name="Tijdelijke aanduiding voor inhoud 2">
            <a:extLst>
              <a:ext uri="{FF2B5EF4-FFF2-40B4-BE49-F238E27FC236}">
                <a16:creationId xmlns:a16="http://schemas.microsoft.com/office/drawing/2014/main" id="{C0CCEFB5-D1A5-79CB-4314-9F138CDD8A8E}"/>
              </a:ext>
            </a:extLst>
          </p:cNvPr>
          <p:cNvSpPr>
            <a:spLocks noGrp="1"/>
          </p:cNvSpPr>
          <p:nvPr>
            <p:ph sz="half" idx="26"/>
          </p:nvPr>
        </p:nvSpPr>
        <p:spPr>
          <a:xfrm>
            <a:off x="4556363" y="3028816"/>
            <a:ext cx="3059972" cy="3543396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8374074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11">
            <a:extLst>
              <a:ext uri="{FF2B5EF4-FFF2-40B4-BE49-F238E27FC236}">
                <a16:creationId xmlns:a16="http://schemas.microsoft.com/office/drawing/2014/main" id="{00ED5CDE-7DD7-6C29-351F-D60C9DAA6FCE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773575" y="1457485"/>
            <a:ext cx="720000" cy="720000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5" name="Tijdelijke aanduiding voor tekst 2">
            <a:extLst>
              <a:ext uri="{FF2B5EF4-FFF2-40B4-BE49-F238E27FC236}">
                <a16:creationId xmlns:a16="http://schemas.microsoft.com/office/drawing/2014/main" id="{AF720514-2DA9-A3E3-533A-FDABFABB3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73575" y="2300923"/>
            <a:ext cx="2268000" cy="10378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20" name="Tijdelijke aanduiding voor afbeelding 11">
            <a:extLst>
              <a:ext uri="{FF2B5EF4-FFF2-40B4-BE49-F238E27FC236}">
                <a16:creationId xmlns:a16="http://schemas.microsoft.com/office/drawing/2014/main" id="{FFCC68A0-53D2-1B44-E49C-2CE4C5F224CE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773575" y="4034209"/>
            <a:ext cx="720000" cy="720000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21" name="Tijdelijke aanduiding voor tekst 2">
            <a:extLst>
              <a:ext uri="{FF2B5EF4-FFF2-40B4-BE49-F238E27FC236}">
                <a16:creationId xmlns:a16="http://schemas.microsoft.com/office/drawing/2014/main" id="{1355AA58-F9DC-987E-7213-E9E3D7CB0681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773575" y="4877647"/>
            <a:ext cx="2268000" cy="10378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22" name="Tijdelijke aanduiding voor afbeelding 11">
            <a:extLst>
              <a:ext uri="{FF2B5EF4-FFF2-40B4-BE49-F238E27FC236}">
                <a16:creationId xmlns:a16="http://schemas.microsoft.com/office/drawing/2014/main" id="{712685E4-30F9-6D89-8E70-AE3193211938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9119718" y="1457485"/>
            <a:ext cx="720000" cy="720000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23" name="Tijdelijke aanduiding voor tekst 2">
            <a:extLst>
              <a:ext uri="{FF2B5EF4-FFF2-40B4-BE49-F238E27FC236}">
                <a16:creationId xmlns:a16="http://schemas.microsoft.com/office/drawing/2014/main" id="{5311EC53-2248-2A66-F1C1-5B94F2ECEDF0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9119718" y="2300923"/>
            <a:ext cx="2268000" cy="10378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24" name="Tijdelijke aanduiding voor afbeelding 11">
            <a:extLst>
              <a:ext uri="{FF2B5EF4-FFF2-40B4-BE49-F238E27FC236}">
                <a16:creationId xmlns:a16="http://schemas.microsoft.com/office/drawing/2014/main" id="{83CC1ECD-EF86-1349-73E5-A725AB1DE3B7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9125857" y="4034209"/>
            <a:ext cx="720000" cy="720000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25" name="Tijdelijke aanduiding voor tekst 2">
            <a:extLst>
              <a:ext uri="{FF2B5EF4-FFF2-40B4-BE49-F238E27FC236}">
                <a16:creationId xmlns:a16="http://schemas.microsoft.com/office/drawing/2014/main" id="{3C79AACC-C249-315C-0CA7-B3FA0BEDD5CD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9125857" y="4877647"/>
            <a:ext cx="2268000" cy="10378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26" name="Tijdelijke aanduiding voor tekst 2">
            <a:extLst>
              <a:ext uri="{FF2B5EF4-FFF2-40B4-BE49-F238E27FC236}">
                <a16:creationId xmlns:a16="http://schemas.microsoft.com/office/drawing/2014/main" id="{DC4F5955-7C55-1875-F542-E779D4814A54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3555623" y="2306493"/>
            <a:ext cx="2268000" cy="10378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27" name="Tijdelijke aanduiding voor tekst 2">
            <a:extLst>
              <a:ext uri="{FF2B5EF4-FFF2-40B4-BE49-F238E27FC236}">
                <a16:creationId xmlns:a16="http://schemas.microsoft.com/office/drawing/2014/main" id="{1979BA03-58C3-AFA9-71D6-65EF0E58EA55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6337671" y="2300923"/>
            <a:ext cx="2268000" cy="10378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28" name="Tijdelijke aanduiding voor afbeelding 11">
            <a:extLst>
              <a:ext uri="{FF2B5EF4-FFF2-40B4-BE49-F238E27FC236}">
                <a16:creationId xmlns:a16="http://schemas.microsoft.com/office/drawing/2014/main" id="{77188F4C-D701-5057-80E1-CA76354680D2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3555623" y="1457485"/>
            <a:ext cx="720000" cy="720000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29" name="Tijdelijke aanduiding voor afbeelding 11">
            <a:extLst>
              <a:ext uri="{FF2B5EF4-FFF2-40B4-BE49-F238E27FC236}">
                <a16:creationId xmlns:a16="http://schemas.microsoft.com/office/drawing/2014/main" id="{D03E763F-CF9B-6393-AA49-8D5EC865B570}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6337670" y="1457485"/>
            <a:ext cx="720000" cy="720000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30" name="Tijdelijke aanduiding voor tekst 2">
            <a:extLst>
              <a:ext uri="{FF2B5EF4-FFF2-40B4-BE49-F238E27FC236}">
                <a16:creationId xmlns:a16="http://schemas.microsoft.com/office/drawing/2014/main" id="{CD8CFC07-6AD3-93CC-F135-6DFFBF3D4FE5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3561762" y="4883217"/>
            <a:ext cx="2268000" cy="10378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31" name="Tijdelijke aanduiding voor tekst 2">
            <a:extLst>
              <a:ext uri="{FF2B5EF4-FFF2-40B4-BE49-F238E27FC236}">
                <a16:creationId xmlns:a16="http://schemas.microsoft.com/office/drawing/2014/main" id="{6118ECD9-CADD-7002-E8AA-7DC59744A9E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343810" y="4877647"/>
            <a:ext cx="2268000" cy="10378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32" name="Tijdelijke aanduiding voor afbeelding 11">
            <a:extLst>
              <a:ext uri="{FF2B5EF4-FFF2-40B4-BE49-F238E27FC236}">
                <a16:creationId xmlns:a16="http://schemas.microsoft.com/office/drawing/2014/main" id="{DE06DA71-E943-B85A-95BD-F5C0872AB390}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3561762" y="4034209"/>
            <a:ext cx="720000" cy="720000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33" name="Tijdelijke aanduiding voor afbeelding 11">
            <a:extLst>
              <a:ext uri="{FF2B5EF4-FFF2-40B4-BE49-F238E27FC236}">
                <a16:creationId xmlns:a16="http://schemas.microsoft.com/office/drawing/2014/main" id="{993FF0C5-3F6B-AF46-E2D4-CEC4D022DAA8}"/>
              </a:ext>
            </a:extLst>
          </p:cNvPr>
          <p:cNvSpPr>
            <a:spLocks noGrp="1" noChangeAspect="1"/>
          </p:cNvSpPr>
          <p:nvPr>
            <p:ph type="pic" sz="quarter" idx="40" hasCustomPrompt="1"/>
          </p:nvPr>
        </p:nvSpPr>
        <p:spPr>
          <a:xfrm>
            <a:off x="6343809" y="4034209"/>
            <a:ext cx="720000" cy="720000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C1D1A908-F890-B000-E492-38B5610CD2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4498E041-E6F5-FC7C-D20D-0D2E22386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57379"/>
            <a:ext cx="10607973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86609879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collabo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2C0AEA8-36A5-0A78-8020-162823F2DF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60671" y="2289835"/>
            <a:ext cx="4104000" cy="1296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jdelijke aanduiding voor tekst 2">
            <a:extLst>
              <a:ext uri="{FF2B5EF4-FFF2-40B4-BE49-F238E27FC236}">
                <a16:creationId xmlns:a16="http://schemas.microsoft.com/office/drawing/2014/main" id="{1E11D0CE-46E7-3F62-6F16-774A16A33DF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760672" y="1801091"/>
            <a:ext cx="4104000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4" name="Tijdelijke aanduiding voor afbeelding 11">
            <a:extLst>
              <a:ext uri="{FF2B5EF4-FFF2-40B4-BE49-F238E27FC236}">
                <a16:creationId xmlns:a16="http://schemas.microsoft.com/office/drawing/2014/main" id="{19DFDCEC-23F1-BAA2-8558-0667B6353E57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824671" y="1801091"/>
            <a:ext cx="720000" cy="720000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6" name="Tijdelijke aanduiding voor inhoud 2">
            <a:extLst>
              <a:ext uri="{FF2B5EF4-FFF2-40B4-BE49-F238E27FC236}">
                <a16:creationId xmlns:a16="http://schemas.microsoft.com/office/drawing/2014/main" id="{349754CD-8EBC-DF8E-3858-56F080C2D21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1760671" y="4968875"/>
            <a:ext cx="4104000" cy="1296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CD8C3440-F8E0-0630-A20A-69914CC0135E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760672" y="4480131"/>
            <a:ext cx="4104000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9" name="Tijdelijke aanduiding voor afbeelding 11">
            <a:extLst>
              <a:ext uri="{FF2B5EF4-FFF2-40B4-BE49-F238E27FC236}">
                <a16:creationId xmlns:a16="http://schemas.microsoft.com/office/drawing/2014/main" id="{B226CB9E-D4E5-AE4E-73B6-2BBEC2A32CDA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824671" y="4480131"/>
            <a:ext cx="720000" cy="720000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0FEEFAE7-E168-8EA6-A661-DDACC6AE2EFA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295972" y="2289835"/>
            <a:ext cx="4104000" cy="1296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jdelijke aanduiding voor tekst 2">
            <a:extLst>
              <a:ext uri="{FF2B5EF4-FFF2-40B4-BE49-F238E27FC236}">
                <a16:creationId xmlns:a16="http://schemas.microsoft.com/office/drawing/2014/main" id="{34C86145-1AA9-AE5B-AFBE-BAD3FE11D42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7295973" y="1801091"/>
            <a:ext cx="4104000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14" name="Tijdelijke aanduiding voor afbeelding 11">
            <a:extLst>
              <a:ext uri="{FF2B5EF4-FFF2-40B4-BE49-F238E27FC236}">
                <a16:creationId xmlns:a16="http://schemas.microsoft.com/office/drawing/2014/main" id="{34A393B7-10AF-FE63-2C17-6BBE08CA1C4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359972" y="1801091"/>
            <a:ext cx="720000" cy="720000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15" name="Tijdelijke aanduiding voor inhoud 2">
            <a:extLst>
              <a:ext uri="{FF2B5EF4-FFF2-40B4-BE49-F238E27FC236}">
                <a16:creationId xmlns:a16="http://schemas.microsoft.com/office/drawing/2014/main" id="{03832344-2804-093A-8959-22B21B9C221B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7295972" y="4968875"/>
            <a:ext cx="4104000" cy="1296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ijdelijke aanduiding voor tekst 2">
            <a:extLst>
              <a:ext uri="{FF2B5EF4-FFF2-40B4-BE49-F238E27FC236}">
                <a16:creationId xmlns:a16="http://schemas.microsoft.com/office/drawing/2014/main" id="{29AA61CD-50DC-B9BA-B540-B4500647824F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95973" y="4480131"/>
            <a:ext cx="4104000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17" name="Tijdelijke aanduiding voor afbeelding 11">
            <a:extLst>
              <a:ext uri="{FF2B5EF4-FFF2-40B4-BE49-F238E27FC236}">
                <a16:creationId xmlns:a16="http://schemas.microsoft.com/office/drawing/2014/main" id="{AD2568B5-CEDD-F520-762C-92CA4B3E9AB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359972" y="4480131"/>
            <a:ext cx="720000" cy="720000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icon</a:t>
            </a:r>
            <a:endParaRPr lang="nl-NL" dirty="0"/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3A6AFC2D-BA5D-8051-0F80-5A4B3B09DF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5" name="Tijdelijke aanduiding voor titel 1">
            <a:extLst>
              <a:ext uri="{FF2B5EF4-FFF2-40B4-BE49-F238E27FC236}">
                <a16:creationId xmlns:a16="http://schemas.microsoft.com/office/drawing/2014/main" id="{8A929C60-E3AB-4BD6-420E-F1CAD8578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57379"/>
            <a:ext cx="10607973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64660219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/outl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Rechte verbindingslijn 11">
            <a:extLst>
              <a:ext uri="{FF2B5EF4-FFF2-40B4-BE49-F238E27FC236}">
                <a16:creationId xmlns:a16="http://schemas.microsoft.com/office/drawing/2014/main" id="{AD8339D7-3963-5A88-2E9B-82BFFF6D30F1}"/>
              </a:ext>
            </a:extLst>
          </p:cNvPr>
          <p:cNvCxnSpPr/>
          <p:nvPr/>
        </p:nvCxnSpPr>
        <p:spPr>
          <a:xfrm>
            <a:off x="792000" y="4380658"/>
            <a:ext cx="10608000" cy="0"/>
          </a:xfrm>
          <a:prstGeom prst="line">
            <a:avLst/>
          </a:prstGeom>
          <a:ln w="38100">
            <a:solidFill>
              <a:srgbClr val="D1E3F7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ijdelijke aanduiding voor inhoud 2">
            <a:extLst>
              <a:ext uri="{FF2B5EF4-FFF2-40B4-BE49-F238E27FC236}">
                <a16:creationId xmlns:a16="http://schemas.microsoft.com/office/drawing/2014/main" id="{A046EFC5-2CEB-A518-1E79-2AC01AAE74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2000" y="5136658"/>
            <a:ext cx="2052000" cy="733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09ABA90-4D41-0166-C754-DB63FD17E451}"/>
              </a:ext>
            </a:extLst>
          </p:cNvPr>
          <p:cNvGrpSpPr/>
          <p:nvPr userDrawn="1"/>
        </p:nvGrpSpPr>
        <p:grpSpPr>
          <a:xfrm>
            <a:off x="1638000" y="4200658"/>
            <a:ext cx="360000" cy="676893"/>
            <a:chOff x="1638000" y="4200658"/>
            <a:chExt cx="360000" cy="676893"/>
          </a:xfrm>
        </p:grpSpPr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3CAF92B1-1DE6-FDE0-E7D7-E48AF810E0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38000" y="4200658"/>
              <a:ext cx="360000" cy="360000"/>
            </a:xfrm>
            <a:prstGeom prst="ellipse">
              <a:avLst/>
            </a:prstGeom>
            <a:solidFill>
              <a:srgbClr val="D1E3F7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Vrije vorm: vorm 20">
              <a:extLst>
                <a:ext uri="{FF2B5EF4-FFF2-40B4-BE49-F238E27FC236}">
                  <a16:creationId xmlns:a16="http://schemas.microsoft.com/office/drawing/2014/main" id="{A176A7FE-049A-0769-1FA3-D2ECB9E412D9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1710000" y="4661551"/>
              <a:ext cx="216000" cy="216000"/>
            </a:xfrm>
            <a:custGeom>
              <a:avLst/>
              <a:gdLst>
                <a:gd name="connsiteX0" fmla="*/ 2286035 w 2286035"/>
                <a:gd name="connsiteY0" fmla="*/ 0 h 2286036"/>
                <a:gd name="connsiteX1" fmla="*/ 2286036 w 2286035"/>
                <a:gd name="connsiteY1" fmla="*/ 2286036 h 2286036"/>
                <a:gd name="connsiteX2" fmla="*/ 0 w 2286035"/>
                <a:gd name="connsiteY2" fmla="*/ 2286037 h 2286036"/>
                <a:gd name="connsiteX3" fmla="*/ 2286035 w 2286035"/>
                <a:gd name="connsiteY3" fmla="*/ 0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5" h="2286036">
                  <a:moveTo>
                    <a:pt x="2286035" y="0"/>
                  </a:moveTo>
                  <a:lnTo>
                    <a:pt x="2286036" y="2286036"/>
                  </a:lnTo>
                  <a:lnTo>
                    <a:pt x="0" y="2286037"/>
                  </a:lnTo>
                  <a:lnTo>
                    <a:pt x="2286035" y="0"/>
                  </a:lnTo>
                  <a:close/>
                </a:path>
              </a:pathLst>
            </a:custGeom>
            <a:solidFill>
              <a:srgbClr val="507AC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31" name="Tijdelijke aanduiding voor inhoud 2">
            <a:extLst>
              <a:ext uri="{FF2B5EF4-FFF2-40B4-BE49-F238E27FC236}">
                <a16:creationId xmlns:a16="http://schemas.microsoft.com/office/drawing/2014/main" id="{680E7892-8B36-0667-9CD4-0FA817BF5C4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348000" y="2891161"/>
            <a:ext cx="2052000" cy="73349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DD5D59E-FEAB-1D52-68ED-0524DBB98F20}"/>
              </a:ext>
            </a:extLst>
          </p:cNvPr>
          <p:cNvGrpSpPr/>
          <p:nvPr userDrawn="1"/>
        </p:nvGrpSpPr>
        <p:grpSpPr>
          <a:xfrm>
            <a:off x="10194000" y="3871338"/>
            <a:ext cx="360000" cy="689320"/>
            <a:chOff x="10194000" y="3871338"/>
            <a:chExt cx="360000" cy="689320"/>
          </a:xfrm>
        </p:grpSpPr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B78677D7-32DA-DE74-85F8-E283930E72DB}"/>
                </a:ext>
              </a:extLst>
            </p:cNvPr>
            <p:cNvSpPr>
              <a:spLocks noChangeAspect="1"/>
            </p:cNvSpPr>
            <p:nvPr/>
          </p:nvSpPr>
          <p:spPr>
            <a:xfrm rot="13500000">
              <a:off x="10266000" y="3871338"/>
              <a:ext cx="216000" cy="216000"/>
            </a:xfrm>
            <a:custGeom>
              <a:avLst/>
              <a:gdLst>
                <a:gd name="connsiteX0" fmla="*/ 2286035 w 2286035"/>
                <a:gd name="connsiteY0" fmla="*/ 0 h 2286036"/>
                <a:gd name="connsiteX1" fmla="*/ 2286036 w 2286035"/>
                <a:gd name="connsiteY1" fmla="*/ 2286036 h 2286036"/>
                <a:gd name="connsiteX2" fmla="*/ 0 w 2286035"/>
                <a:gd name="connsiteY2" fmla="*/ 2286037 h 2286036"/>
                <a:gd name="connsiteX3" fmla="*/ 2286035 w 2286035"/>
                <a:gd name="connsiteY3" fmla="*/ 0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5" h="2286036">
                  <a:moveTo>
                    <a:pt x="2286035" y="0"/>
                  </a:moveTo>
                  <a:lnTo>
                    <a:pt x="2286036" y="2286036"/>
                  </a:lnTo>
                  <a:lnTo>
                    <a:pt x="0" y="2286037"/>
                  </a:lnTo>
                  <a:lnTo>
                    <a:pt x="2286035" y="0"/>
                  </a:lnTo>
                  <a:close/>
                </a:path>
              </a:pathLst>
            </a:custGeom>
            <a:solidFill>
              <a:srgbClr val="507AC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" name="Ovaal 3">
              <a:extLst>
                <a:ext uri="{FF2B5EF4-FFF2-40B4-BE49-F238E27FC236}">
                  <a16:creationId xmlns:a16="http://schemas.microsoft.com/office/drawing/2014/main" id="{75D82B48-485F-7C9A-C23F-3D3DB4B26A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194000" y="4200658"/>
              <a:ext cx="360000" cy="360000"/>
            </a:xfrm>
            <a:prstGeom prst="ellipse">
              <a:avLst/>
            </a:prstGeom>
            <a:solidFill>
              <a:srgbClr val="D1E3F7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D4EB7EB-6FCC-34AE-EC9B-CD54089CA779}"/>
              </a:ext>
            </a:extLst>
          </p:cNvPr>
          <p:cNvGrpSpPr/>
          <p:nvPr userDrawn="1"/>
        </p:nvGrpSpPr>
        <p:grpSpPr>
          <a:xfrm>
            <a:off x="6771600" y="3871338"/>
            <a:ext cx="360000" cy="689320"/>
            <a:chOff x="6771600" y="3871338"/>
            <a:chExt cx="360000" cy="689320"/>
          </a:xfrm>
        </p:grpSpPr>
        <p:sp>
          <p:nvSpPr>
            <p:cNvPr id="7" name="Ovaal 6">
              <a:extLst>
                <a:ext uri="{FF2B5EF4-FFF2-40B4-BE49-F238E27FC236}">
                  <a16:creationId xmlns:a16="http://schemas.microsoft.com/office/drawing/2014/main" id="{673BEDDF-9CE7-8FAC-8DDC-92E9C20FDB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71600" y="4200658"/>
              <a:ext cx="360000" cy="360000"/>
            </a:xfrm>
            <a:prstGeom prst="ellipse">
              <a:avLst/>
            </a:prstGeom>
            <a:solidFill>
              <a:srgbClr val="D1E3F7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11386AD5-E509-BE10-938D-01B03CC450C1}"/>
                </a:ext>
              </a:extLst>
            </p:cNvPr>
            <p:cNvSpPr>
              <a:spLocks noChangeAspect="1"/>
            </p:cNvSpPr>
            <p:nvPr/>
          </p:nvSpPr>
          <p:spPr>
            <a:xfrm rot="13500000">
              <a:off x="6840313" y="3871338"/>
              <a:ext cx="216000" cy="216000"/>
            </a:xfrm>
            <a:custGeom>
              <a:avLst/>
              <a:gdLst>
                <a:gd name="connsiteX0" fmla="*/ 2286035 w 2286035"/>
                <a:gd name="connsiteY0" fmla="*/ 0 h 2286036"/>
                <a:gd name="connsiteX1" fmla="*/ 2286036 w 2286035"/>
                <a:gd name="connsiteY1" fmla="*/ 2286036 h 2286036"/>
                <a:gd name="connsiteX2" fmla="*/ 0 w 2286035"/>
                <a:gd name="connsiteY2" fmla="*/ 2286037 h 2286036"/>
                <a:gd name="connsiteX3" fmla="*/ 2286035 w 2286035"/>
                <a:gd name="connsiteY3" fmla="*/ 0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5" h="2286036">
                  <a:moveTo>
                    <a:pt x="2286035" y="0"/>
                  </a:moveTo>
                  <a:lnTo>
                    <a:pt x="2286036" y="2286036"/>
                  </a:lnTo>
                  <a:lnTo>
                    <a:pt x="0" y="2286037"/>
                  </a:lnTo>
                  <a:lnTo>
                    <a:pt x="2286035" y="0"/>
                  </a:lnTo>
                  <a:close/>
                </a:path>
              </a:pathLst>
            </a:custGeom>
            <a:solidFill>
              <a:srgbClr val="507AC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13" name="Tijdelijke aanduiding voor inhoud 2">
            <a:extLst>
              <a:ext uri="{FF2B5EF4-FFF2-40B4-BE49-F238E27FC236}">
                <a16:creationId xmlns:a16="http://schemas.microsoft.com/office/drawing/2014/main" id="{925F631E-495F-1D02-14FA-1B44DD3E38D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922313" y="2891161"/>
            <a:ext cx="2052000" cy="73349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DDD13A5-31B7-55E2-4C49-1F87608C4044}"/>
              </a:ext>
            </a:extLst>
          </p:cNvPr>
          <p:cNvGrpSpPr/>
          <p:nvPr userDrawn="1"/>
        </p:nvGrpSpPr>
        <p:grpSpPr>
          <a:xfrm>
            <a:off x="3349200" y="3871338"/>
            <a:ext cx="360000" cy="689320"/>
            <a:chOff x="3349200" y="3871338"/>
            <a:chExt cx="360000" cy="689320"/>
          </a:xfrm>
        </p:grpSpPr>
        <p:sp>
          <p:nvSpPr>
            <p:cNvPr id="5" name="Ovaal 4">
              <a:extLst>
                <a:ext uri="{FF2B5EF4-FFF2-40B4-BE49-F238E27FC236}">
                  <a16:creationId xmlns:a16="http://schemas.microsoft.com/office/drawing/2014/main" id="{B117B797-85C3-3501-6174-FAF758DA09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49200" y="4200658"/>
              <a:ext cx="360000" cy="360000"/>
            </a:xfrm>
            <a:prstGeom prst="ellipse">
              <a:avLst/>
            </a:prstGeom>
            <a:solidFill>
              <a:srgbClr val="D1E3F7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4" name="Vrije vorm: vorm 13">
              <a:extLst>
                <a:ext uri="{FF2B5EF4-FFF2-40B4-BE49-F238E27FC236}">
                  <a16:creationId xmlns:a16="http://schemas.microsoft.com/office/drawing/2014/main" id="{93C08ED7-2AC5-7AD5-28ED-A91A2FC075BD}"/>
                </a:ext>
              </a:extLst>
            </p:cNvPr>
            <p:cNvSpPr>
              <a:spLocks noChangeAspect="1"/>
            </p:cNvSpPr>
            <p:nvPr/>
          </p:nvSpPr>
          <p:spPr>
            <a:xfrm rot="13500000">
              <a:off x="3414626" y="3871338"/>
              <a:ext cx="216000" cy="216000"/>
            </a:xfrm>
            <a:custGeom>
              <a:avLst/>
              <a:gdLst>
                <a:gd name="connsiteX0" fmla="*/ 2286035 w 2286035"/>
                <a:gd name="connsiteY0" fmla="*/ 0 h 2286036"/>
                <a:gd name="connsiteX1" fmla="*/ 2286036 w 2286035"/>
                <a:gd name="connsiteY1" fmla="*/ 2286036 h 2286036"/>
                <a:gd name="connsiteX2" fmla="*/ 0 w 2286035"/>
                <a:gd name="connsiteY2" fmla="*/ 2286037 h 2286036"/>
                <a:gd name="connsiteX3" fmla="*/ 2286035 w 2286035"/>
                <a:gd name="connsiteY3" fmla="*/ 0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5" h="2286036">
                  <a:moveTo>
                    <a:pt x="2286035" y="0"/>
                  </a:moveTo>
                  <a:lnTo>
                    <a:pt x="2286036" y="2286036"/>
                  </a:lnTo>
                  <a:lnTo>
                    <a:pt x="0" y="2286037"/>
                  </a:lnTo>
                  <a:lnTo>
                    <a:pt x="2286035" y="0"/>
                  </a:lnTo>
                  <a:close/>
                </a:path>
              </a:pathLst>
            </a:custGeom>
            <a:solidFill>
              <a:srgbClr val="507AC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15" name="Tijdelijke aanduiding voor inhoud 2">
            <a:extLst>
              <a:ext uri="{FF2B5EF4-FFF2-40B4-BE49-F238E27FC236}">
                <a16:creationId xmlns:a16="http://schemas.microsoft.com/office/drawing/2014/main" id="{FAC42D74-5726-5BAD-C772-84DE58C4D5DA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2496626" y="2891161"/>
            <a:ext cx="2052000" cy="73349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ijdelijke aanduiding voor inhoud 2">
            <a:extLst>
              <a:ext uri="{FF2B5EF4-FFF2-40B4-BE49-F238E27FC236}">
                <a16:creationId xmlns:a16="http://schemas.microsoft.com/office/drawing/2014/main" id="{4F2289ED-FD1F-353D-0967-EEF2A65901E7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213490" y="5136658"/>
            <a:ext cx="2052000" cy="733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C8E060-978A-BE0E-2996-4293B25FEE05}"/>
              </a:ext>
            </a:extLst>
          </p:cNvPr>
          <p:cNvGrpSpPr/>
          <p:nvPr userDrawn="1"/>
        </p:nvGrpSpPr>
        <p:grpSpPr>
          <a:xfrm>
            <a:off x="5060400" y="4200658"/>
            <a:ext cx="360000" cy="676893"/>
            <a:chOff x="5060400" y="4200658"/>
            <a:chExt cx="360000" cy="676893"/>
          </a:xfrm>
        </p:grpSpPr>
        <p:sp>
          <p:nvSpPr>
            <p:cNvPr id="6" name="Ovaal 5">
              <a:extLst>
                <a:ext uri="{FF2B5EF4-FFF2-40B4-BE49-F238E27FC236}">
                  <a16:creationId xmlns:a16="http://schemas.microsoft.com/office/drawing/2014/main" id="{24EE4E28-B65B-8072-A6E7-30D0997407A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60400" y="4200658"/>
              <a:ext cx="360000" cy="360000"/>
            </a:xfrm>
            <a:prstGeom prst="ellipse">
              <a:avLst/>
            </a:prstGeom>
            <a:solidFill>
              <a:srgbClr val="D1E3F7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Vrije vorm: vorm 16">
              <a:extLst>
                <a:ext uri="{FF2B5EF4-FFF2-40B4-BE49-F238E27FC236}">
                  <a16:creationId xmlns:a16="http://schemas.microsoft.com/office/drawing/2014/main" id="{1E9E52D7-03BB-B58A-D59A-370837D679F4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5131490" y="4661551"/>
              <a:ext cx="216000" cy="216000"/>
            </a:xfrm>
            <a:custGeom>
              <a:avLst/>
              <a:gdLst>
                <a:gd name="connsiteX0" fmla="*/ 2286035 w 2286035"/>
                <a:gd name="connsiteY0" fmla="*/ 0 h 2286036"/>
                <a:gd name="connsiteX1" fmla="*/ 2286036 w 2286035"/>
                <a:gd name="connsiteY1" fmla="*/ 2286036 h 2286036"/>
                <a:gd name="connsiteX2" fmla="*/ 0 w 2286035"/>
                <a:gd name="connsiteY2" fmla="*/ 2286037 h 2286036"/>
                <a:gd name="connsiteX3" fmla="*/ 2286035 w 2286035"/>
                <a:gd name="connsiteY3" fmla="*/ 0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5" h="2286036">
                  <a:moveTo>
                    <a:pt x="2286035" y="0"/>
                  </a:moveTo>
                  <a:lnTo>
                    <a:pt x="2286036" y="2286036"/>
                  </a:lnTo>
                  <a:lnTo>
                    <a:pt x="0" y="2286037"/>
                  </a:lnTo>
                  <a:lnTo>
                    <a:pt x="2286035" y="0"/>
                  </a:lnTo>
                  <a:close/>
                </a:path>
              </a:pathLst>
            </a:custGeom>
            <a:solidFill>
              <a:srgbClr val="507AC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20" name="Tijdelijke aanduiding voor inhoud 2">
            <a:extLst>
              <a:ext uri="{FF2B5EF4-FFF2-40B4-BE49-F238E27FC236}">
                <a16:creationId xmlns:a16="http://schemas.microsoft.com/office/drawing/2014/main" id="{661E78CF-706A-9D3A-80AB-21B6128EE8C8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7634980" y="5136658"/>
            <a:ext cx="2052000" cy="733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3630844-7D2B-045E-375D-7EB7C19014B2}"/>
              </a:ext>
            </a:extLst>
          </p:cNvPr>
          <p:cNvGrpSpPr/>
          <p:nvPr userDrawn="1"/>
        </p:nvGrpSpPr>
        <p:grpSpPr>
          <a:xfrm>
            <a:off x="8482800" y="4200658"/>
            <a:ext cx="360000" cy="676893"/>
            <a:chOff x="8482800" y="4200658"/>
            <a:chExt cx="360000" cy="676893"/>
          </a:xfrm>
        </p:grpSpPr>
        <p:sp>
          <p:nvSpPr>
            <p:cNvPr id="9" name="Ovaal 8">
              <a:extLst>
                <a:ext uri="{FF2B5EF4-FFF2-40B4-BE49-F238E27FC236}">
                  <a16:creationId xmlns:a16="http://schemas.microsoft.com/office/drawing/2014/main" id="{00FA3CBD-E88A-71C0-8555-D24BD776C9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82800" y="4200658"/>
              <a:ext cx="360000" cy="360000"/>
            </a:xfrm>
            <a:prstGeom prst="ellipse">
              <a:avLst/>
            </a:prstGeom>
            <a:solidFill>
              <a:srgbClr val="D1E3F7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0" name="Vrije vorm: vorm 29">
              <a:extLst>
                <a:ext uri="{FF2B5EF4-FFF2-40B4-BE49-F238E27FC236}">
                  <a16:creationId xmlns:a16="http://schemas.microsoft.com/office/drawing/2014/main" id="{2C1B84D8-AFAD-6DEC-1829-4E5E01D46951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8552980" y="4661551"/>
              <a:ext cx="216000" cy="216000"/>
            </a:xfrm>
            <a:custGeom>
              <a:avLst/>
              <a:gdLst>
                <a:gd name="connsiteX0" fmla="*/ 2286035 w 2286035"/>
                <a:gd name="connsiteY0" fmla="*/ 0 h 2286036"/>
                <a:gd name="connsiteX1" fmla="*/ 2286036 w 2286035"/>
                <a:gd name="connsiteY1" fmla="*/ 2286036 h 2286036"/>
                <a:gd name="connsiteX2" fmla="*/ 0 w 2286035"/>
                <a:gd name="connsiteY2" fmla="*/ 2286037 h 2286036"/>
                <a:gd name="connsiteX3" fmla="*/ 2286035 w 2286035"/>
                <a:gd name="connsiteY3" fmla="*/ 0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5" h="2286036">
                  <a:moveTo>
                    <a:pt x="2286035" y="0"/>
                  </a:moveTo>
                  <a:lnTo>
                    <a:pt x="2286036" y="2286036"/>
                  </a:lnTo>
                  <a:lnTo>
                    <a:pt x="0" y="2286037"/>
                  </a:lnTo>
                  <a:lnTo>
                    <a:pt x="2286035" y="0"/>
                  </a:lnTo>
                  <a:close/>
                </a:path>
              </a:pathLst>
            </a:custGeom>
            <a:solidFill>
              <a:srgbClr val="507AC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32" name="Footer Placeholder 2">
            <a:extLst>
              <a:ext uri="{FF2B5EF4-FFF2-40B4-BE49-F238E27FC236}">
                <a16:creationId xmlns:a16="http://schemas.microsoft.com/office/drawing/2014/main" id="{CD8B5DC1-5504-23CC-E9D5-B0BD01E38D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34" name="Tijdelijke aanduiding voor tekst 2">
            <a:extLst>
              <a:ext uri="{FF2B5EF4-FFF2-40B4-BE49-F238E27FC236}">
                <a16:creationId xmlns:a16="http://schemas.microsoft.com/office/drawing/2014/main" id="{00DCD48C-19C6-3A4D-BE67-10E7CD970951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1972" y="1222266"/>
            <a:ext cx="10608001" cy="3729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</a:t>
            </a:r>
            <a:endParaRPr lang="nl-NL" dirty="0"/>
          </a:p>
        </p:txBody>
      </p:sp>
      <p:sp>
        <p:nvSpPr>
          <p:cNvPr id="36" name="Tijdelijke aanduiding voor titel 1">
            <a:extLst>
              <a:ext uri="{FF2B5EF4-FFF2-40B4-BE49-F238E27FC236}">
                <a16:creationId xmlns:a16="http://schemas.microsoft.com/office/drawing/2014/main" id="{38B87CD4-3576-3992-5D5A-7A1AB6BCF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57379"/>
            <a:ext cx="10607973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8768435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/outlook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Rechte verbindingslijn 11">
            <a:extLst>
              <a:ext uri="{FF2B5EF4-FFF2-40B4-BE49-F238E27FC236}">
                <a16:creationId xmlns:a16="http://schemas.microsoft.com/office/drawing/2014/main" id="{AD8339D7-3963-5A88-2E9B-82BFFF6D30F1}"/>
              </a:ext>
            </a:extLst>
          </p:cNvPr>
          <p:cNvCxnSpPr/>
          <p:nvPr/>
        </p:nvCxnSpPr>
        <p:spPr>
          <a:xfrm>
            <a:off x="792000" y="4380658"/>
            <a:ext cx="10608000" cy="0"/>
          </a:xfrm>
          <a:prstGeom prst="line">
            <a:avLst/>
          </a:prstGeom>
          <a:ln w="38100">
            <a:solidFill>
              <a:srgbClr val="D1E3F7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ijdelijke aanduiding voor inhoud 2">
            <a:extLst>
              <a:ext uri="{FF2B5EF4-FFF2-40B4-BE49-F238E27FC236}">
                <a16:creationId xmlns:a16="http://schemas.microsoft.com/office/drawing/2014/main" id="{A046EFC5-2CEB-A518-1E79-2AC01AAE74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2000" y="5476501"/>
            <a:ext cx="2052000" cy="733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43B2FE1-D3B3-3FAF-EBB9-8C08262ACAE1}"/>
              </a:ext>
            </a:extLst>
          </p:cNvPr>
          <p:cNvGrpSpPr/>
          <p:nvPr userDrawn="1"/>
        </p:nvGrpSpPr>
        <p:grpSpPr>
          <a:xfrm>
            <a:off x="1242000" y="3804658"/>
            <a:ext cx="1152000" cy="1412736"/>
            <a:chOff x="1242000" y="3804658"/>
            <a:chExt cx="1152000" cy="1412736"/>
          </a:xfrm>
        </p:grpSpPr>
        <p:sp>
          <p:nvSpPr>
            <p:cNvPr id="18" name="Ovaal 17">
              <a:extLst>
                <a:ext uri="{FF2B5EF4-FFF2-40B4-BE49-F238E27FC236}">
                  <a16:creationId xmlns:a16="http://schemas.microsoft.com/office/drawing/2014/main" id="{3CAF92B1-1DE6-FDE0-E7D7-E48AF810E0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42000" y="3804658"/>
              <a:ext cx="1152000" cy="115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1E3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Vrije vorm: vorm 20">
              <a:extLst>
                <a:ext uri="{FF2B5EF4-FFF2-40B4-BE49-F238E27FC236}">
                  <a16:creationId xmlns:a16="http://schemas.microsoft.com/office/drawing/2014/main" id="{A176A7FE-049A-0769-1FA3-D2ECB9E412D9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1710000" y="5001394"/>
              <a:ext cx="216000" cy="216000"/>
            </a:xfrm>
            <a:custGeom>
              <a:avLst/>
              <a:gdLst>
                <a:gd name="connsiteX0" fmla="*/ 2286035 w 2286035"/>
                <a:gd name="connsiteY0" fmla="*/ 0 h 2286036"/>
                <a:gd name="connsiteX1" fmla="*/ 2286036 w 2286035"/>
                <a:gd name="connsiteY1" fmla="*/ 2286036 h 2286036"/>
                <a:gd name="connsiteX2" fmla="*/ 0 w 2286035"/>
                <a:gd name="connsiteY2" fmla="*/ 2286037 h 2286036"/>
                <a:gd name="connsiteX3" fmla="*/ 2286035 w 2286035"/>
                <a:gd name="connsiteY3" fmla="*/ 0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5" h="2286036">
                  <a:moveTo>
                    <a:pt x="2286035" y="0"/>
                  </a:moveTo>
                  <a:lnTo>
                    <a:pt x="2286036" y="2286036"/>
                  </a:lnTo>
                  <a:lnTo>
                    <a:pt x="0" y="2286037"/>
                  </a:lnTo>
                  <a:lnTo>
                    <a:pt x="2286035" y="0"/>
                  </a:lnTo>
                  <a:close/>
                </a:path>
              </a:pathLst>
            </a:custGeom>
            <a:solidFill>
              <a:srgbClr val="507AC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523D2C2-9BC4-4445-9517-130BDB629E13}"/>
              </a:ext>
            </a:extLst>
          </p:cNvPr>
          <p:cNvGrpSpPr/>
          <p:nvPr userDrawn="1"/>
        </p:nvGrpSpPr>
        <p:grpSpPr>
          <a:xfrm>
            <a:off x="4094000" y="3551229"/>
            <a:ext cx="1152000" cy="1405429"/>
            <a:chOff x="4094000" y="3551229"/>
            <a:chExt cx="1152000" cy="1405429"/>
          </a:xfrm>
        </p:grpSpPr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8E95C17D-A4BC-D6B7-4189-F6BC524521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94000" y="3804658"/>
              <a:ext cx="1152000" cy="115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1E3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051C1596-1BCD-2AC7-E0B0-9B0D446283D0}"/>
                </a:ext>
              </a:extLst>
            </p:cNvPr>
            <p:cNvSpPr>
              <a:spLocks noChangeAspect="1"/>
            </p:cNvSpPr>
            <p:nvPr/>
          </p:nvSpPr>
          <p:spPr>
            <a:xfrm rot="13500000">
              <a:off x="4562000" y="3551229"/>
              <a:ext cx="216000" cy="216000"/>
            </a:xfrm>
            <a:custGeom>
              <a:avLst/>
              <a:gdLst>
                <a:gd name="connsiteX0" fmla="*/ 2286035 w 2286035"/>
                <a:gd name="connsiteY0" fmla="*/ 0 h 2286036"/>
                <a:gd name="connsiteX1" fmla="*/ 2286036 w 2286035"/>
                <a:gd name="connsiteY1" fmla="*/ 2286036 h 2286036"/>
                <a:gd name="connsiteX2" fmla="*/ 0 w 2286035"/>
                <a:gd name="connsiteY2" fmla="*/ 2286037 h 2286036"/>
                <a:gd name="connsiteX3" fmla="*/ 2286035 w 2286035"/>
                <a:gd name="connsiteY3" fmla="*/ 0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5" h="2286036">
                  <a:moveTo>
                    <a:pt x="2286035" y="0"/>
                  </a:moveTo>
                  <a:lnTo>
                    <a:pt x="2286036" y="2286036"/>
                  </a:lnTo>
                  <a:lnTo>
                    <a:pt x="0" y="2286037"/>
                  </a:lnTo>
                  <a:lnTo>
                    <a:pt x="2286035" y="0"/>
                  </a:lnTo>
                  <a:close/>
                </a:path>
              </a:pathLst>
            </a:custGeom>
            <a:solidFill>
              <a:srgbClr val="507AC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AEE76FD-EC1D-5C2C-A853-8E2B8943B704}"/>
              </a:ext>
            </a:extLst>
          </p:cNvPr>
          <p:cNvGrpSpPr/>
          <p:nvPr userDrawn="1"/>
        </p:nvGrpSpPr>
        <p:grpSpPr>
          <a:xfrm>
            <a:off x="9798000" y="3543922"/>
            <a:ext cx="1152000" cy="1412736"/>
            <a:chOff x="9798000" y="3543922"/>
            <a:chExt cx="1152000" cy="1412736"/>
          </a:xfrm>
        </p:grpSpPr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36F1C3C4-AFC0-9931-5AA9-3DA4715EC1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98000" y="3804658"/>
              <a:ext cx="1152000" cy="115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1E3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B78677D7-32DA-DE74-85F8-E283930E72DB}"/>
                </a:ext>
              </a:extLst>
            </p:cNvPr>
            <p:cNvSpPr>
              <a:spLocks noChangeAspect="1"/>
            </p:cNvSpPr>
            <p:nvPr/>
          </p:nvSpPr>
          <p:spPr>
            <a:xfrm rot="13500000">
              <a:off x="10266000" y="3543922"/>
              <a:ext cx="216000" cy="216000"/>
            </a:xfrm>
            <a:custGeom>
              <a:avLst/>
              <a:gdLst>
                <a:gd name="connsiteX0" fmla="*/ 2286035 w 2286035"/>
                <a:gd name="connsiteY0" fmla="*/ 0 h 2286036"/>
                <a:gd name="connsiteX1" fmla="*/ 2286036 w 2286035"/>
                <a:gd name="connsiteY1" fmla="*/ 2286036 h 2286036"/>
                <a:gd name="connsiteX2" fmla="*/ 0 w 2286035"/>
                <a:gd name="connsiteY2" fmla="*/ 2286037 h 2286036"/>
                <a:gd name="connsiteX3" fmla="*/ 2286035 w 2286035"/>
                <a:gd name="connsiteY3" fmla="*/ 0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5" h="2286036">
                  <a:moveTo>
                    <a:pt x="2286035" y="0"/>
                  </a:moveTo>
                  <a:lnTo>
                    <a:pt x="2286036" y="2286036"/>
                  </a:lnTo>
                  <a:lnTo>
                    <a:pt x="0" y="2286037"/>
                  </a:lnTo>
                  <a:lnTo>
                    <a:pt x="2286035" y="0"/>
                  </a:lnTo>
                  <a:close/>
                </a:path>
              </a:pathLst>
            </a:custGeom>
            <a:solidFill>
              <a:srgbClr val="507AC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77B6836-EF16-F9D7-ED25-D8A3D83AF617}"/>
              </a:ext>
            </a:extLst>
          </p:cNvPr>
          <p:cNvGrpSpPr/>
          <p:nvPr userDrawn="1"/>
        </p:nvGrpSpPr>
        <p:grpSpPr>
          <a:xfrm>
            <a:off x="6946000" y="3804658"/>
            <a:ext cx="1152000" cy="1412736"/>
            <a:chOff x="6946000" y="3804658"/>
            <a:chExt cx="1152000" cy="1412736"/>
          </a:xfrm>
        </p:grpSpPr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3FDA66EC-C187-BD38-95C5-E822B2C7A1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46000" y="3804658"/>
              <a:ext cx="1152000" cy="115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1E3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EB417611-24B4-04B9-054A-ACAC914B8EC4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7413999" y="5001394"/>
              <a:ext cx="216000" cy="216000"/>
            </a:xfrm>
            <a:custGeom>
              <a:avLst/>
              <a:gdLst>
                <a:gd name="connsiteX0" fmla="*/ 2286035 w 2286035"/>
                <a:gd name="connsiteY0" fmla="*/ 0 h 2286036"/>
                <a:gd name="connsiteX1" fmla="*/ 2286036 w 2286035"/>
                <a:gd name="connsiteY1" fmla="*/ 2286036 h 2286036"/>
                <a:gd name="connsiteX2" fmla="*/ 0 w 2286035"/>
                <a:gd name="connsiteY2" fmla="*/ 2286037 h 2286036"/>
                <a:gd name="connsiteX3" fmla="*/ 2286035 w 2286035"/>
                <a:gd name="connsiteY3" fmla="*/ 0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5" h="2286036">
                  <a:moveTo>
                    <a:pt x="2286035" y="0"/>
                  </a:moveTo>
                  <a:lnTo>
                    <a:pt x="2286036" y="2286036"/>
                  </a:lnTo>
                  <a:lnTo>
                    <a:pt x="0" y="2286037"/>
                  </a:lnTo>
                  <a:lnTo>
                    <a:pt x="2286035" y="0"/>
                  </a:lnTo>
                  <a:close/>
                </a:path>
              </a:pathLst>
            </a:custGeom>
            <a:solidFill>
              <a:srgbClr val="507AC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28" name="Tijdelijke aanduiding voor inhoud 2">
            <a:extLst>
              <a:ext uri="{FF2B5EF4-FFF2-40B4-BE49-F238E27FC236}">
                <a16:creationId xmlns:a16="http://schemas.microsoft.com/office/drawing/2014/main" id="{3F614B74-3D6E-A426-1F20-F15A22B436B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495999" y="5476501"/>
            <a:ext cx="2052000" cy="733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jdelijke aanduiding voor inhoud 2">
            <a:extLst>
              <a:ext uri="{FF2B5EF4-FFF2-40B4-BE49-F238E27FC236}">
                <a16:creationId xmlns:a16="http://schemas.microsoft.com/office/drawing/2014/main" id="{784FACF8-2444-E7F6-0612-E217B8A7399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644000" y="2571051"/>
            <a:ext cx="2052000" cy="73349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ijdelijke aanduiding voor inhoud 2">
            <a:extLst>
              <a:ext uri="{FF2B5EF4-FFF2-40B4-BE49-F238E27FC236}">
                <a16:creationId xmlns:a16="http://schemas.microsoft.com/office/drawing/2014/main" id="{680E7892-8B36-0667-9CD4-0FA817BF5C4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348000" y="2563745"/>
            <a:ext cx="2052000" cy="73349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Tijdelijke aanduiding voor afbeelding 11">
            <a:extLst>
              <a:ext uri="{FF2B5EF4-FFF2-40B4-BE49-F238E27FC236}">
                <a16:creationId xmlns:a16="http://schemas.microsoft.com/office/drawing/2014/main" id="{9F8C217F-A0D9-24B2-DB17-B1A5D1C206AE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548000" y="4110658"/>
            <a:ext cx="540000" cy="540000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700"/>
            </a:lvl1pPr>
          </a:lstStyle>
          <a:p>
            <a:r>
              <a:rPr lang="en-US" dirty="0"/>
              <a:t>Add icon</a:t>
            </a:r>
            <a:endParaRPr lang="nl-NL" dirty="0"/>
          </a:p>
        </p:txBody>
      </p:sp>
      <p:sp>
        <p:nvSpPr>
          <p:cNvPr id="33" name="Tijdelijke aanduiding voor afbeelding 11">
            <a:extLst>
              <a:ext uri="{FF2B5EF4-FFF2-40B4-BE49-F238E27FC236}">
                <a16:creationId xmlns:a16="http://schemas.microsoft.com/office/drawing/2014/main" id="{43214054-B3D8-CAA5-5FCC-1D1BE982753B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400000" y="4110130"/>
            <a:ext cx="540000" cy="540000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700"/>
            </a:lvl1pPr>
          </a:lstStyle>
          <a:p>
            <a:r>
              <a:rPr lang="en-US" dirty="0"/>
              <a:t>Add icon</a:t>
            </a:r>
            <a:endParaRPr lang="nl-NL" dirty="0"/>
          </a:p>
        </p:txBody>
      </p:sp>
      <p:sp>
        <p:nvSpPr>
          <p:cNvPr id="34" name="Tijdelijke aanduiding voor afbeelding 11">
            <a:extLst>
              <a:ext uri="{FF2B5EF4-FFF2-40B4-BE49-F238E27FC236}">
                <a16:creationId xmlns:a16="http://schemas.microsoft.com/office/drawing/2014/main" id="{FBF549D7-72EB-30A9-7D1E-963A85694C93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7251999" y="4110130"/>
            <a:ext cx="540000" cy="540000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700"/>
            </a:lvl1pPr>
          </a:lstStyle>
          <a:p>
            <a:r>
              <a:rPr lang="en-US" dirty="0"/>
              <a:t>Add icon</a:t>
            </a:r>
            <a:endParaRPr lang="nl-NL" dirty="0"/>
          </a:p>
        </p:txBody>
      </p:sp>
      <p:sp>
        <p:nvSpPr>
          <p:cNvPr id="35" name="Tijdelijke aanduiding voor afbeelding 11">
            <a:extLst>
              <a:ext uri="{FF2B5EF4-FFF2-40B4-BE49-F238E27FC236}">
                <a16:creationId xmlns:a16="http://schemas.microsoft.com/office/drawing/2014/main" id="{02C3DAA6-DDC6-34DE-FCAF-3B03A8B5BC1B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104000" y="4110130"/>
            <a:ext cx="540000" cy="540000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700"/>
            </a:lvl1pPr>
          </a:lstStyle>
          <a:p>
            <a:r>
              <a:rPr lang="en-US" dirty="0"/>
              <a:t>Add icon</a:t>
            </a:r>
            <a:endParaRPr lang="nl-NL" dirty="0"/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71950D3B-6708-42CC-489E-878014D8D2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8" name="Tijdelijke aanduiding voor titel 1">
            <a:extLst>
              <a:ext uri="{FF2B5EF4-FFF2-40B4-BE49-F238E27FC236}">
                <a16:creationId xmlns:a16="http://schemas.microsoft.com/office/drawing/2014/main" id="{A6DAFE1E-594B-A772-7AE5-A40005EE2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9" y="757379"/>
            <a:ext cx="10607995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9" name="Tijdelijke aanduiding voor tekst 2">
            <a:extLst>
              <a:ext uri="{FF2B5EF4-FFF2-40B4-BE49-F238E27FC236}">
                <a16:creationId xmlns:a16="http://schemas.microsoft.com/office/drawing/2014/main" id="{0998D7CB-7B7B-C874-238F-65B868C3369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1972" y="1222266"/>
            <a:ext cx="10608001" cy="3729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</a:t>
            </a:r>
            <a:endParaRPr lang="nl-NL" dirty="0"/>
          </a:p>
        </p:txBody>
      </p:sp>
      <p:sp>
        <p:nvSpPr>
          <p:cNvPr id="11" name="Tijdelijke aanduiding voor titel 1">
            <a:extLst>
              <a:ext uri="{FF2B5EF4-FFF2-40B4-BE49-F238E27FC236}">
                <a16:creationId xmlns:a16="http://schemas.microsoft.com/office/drawing/2014/main" id="{EE07BCA5-0933-2E45-07F2-DC74EF62AB1A}"/>
              </a:ext>
            </a:extLst>
          </p:cNvPr>
          <p:cNvSpPr txBox="1">
            <a:spLocks/>
          </p:cNvSpPr>
          <p:nvPr userDrawn="1"/>
        </p:nvSpPr>
        <p:spPr>
          <a:xfrm>
            <a:off x="792000" y="757379"/>
            <a:ext cx="10607973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975374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/pip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rije vorm: vorm 40">
            <a:extLst>
              <a:ext uri="{FF2B5EF4-FFF2-40B4-BE49-F238E27FC236}">
                <a16:creationId xmlns:a16="http://schemas.microsoft.com/office/drawing/2014/main" id="{8936895C-3C50-8C07-FAF7-A77BBCC74499}"/>
              </a:ext>
            </a:extLst>
          </p:cNvPr>
          <p:cNvSpPr/>
          <p:nvPr userDrawn="1"/>
        </p:nvSpPr>
        <p:spPr>
          <a:xfrm>
            <a:off x="791999" y="2794395"/>
            <a:ext cx="2657136" cy="1767845"/>
          </a:xfrm>
          <a:custGeom>
            <a:avLst/>
            <a:gdLst>
              <a:gd name="connsiteX0" fmla="*/ 1775894 w 2657136"/>
              <a:gd name="connsiteY0" fmla="*/ 0 h 1767845"/>
              <a:gd name="connsiteX1" fmla="*/ 2657136 w 2657136"/>
              <a:gd name="connsiteY1" fmla="*/ 881242 h 1767845"/>
              <a:gd name="connsiteX2" fmla="*/ 1773214 w 2657136"/>
              <a:gd name="connsiteY2" fmla="*/ 1765165 h 1767845"/>
              <a:gd name="connsiteX3" fmla="*/ 1773214 w 2657136"/>
              <a:gd name="connsiteY3" fmla="*/ 1765166 h 1767845"/>
              <a:gd name="connsiteX4" fmla="*/ 1773212 w 2657136"/>
              <a:gd name="connsiteY4" fmla="*/ 1765166 h 1767845"/>
              <a:gd name="connsiteX5" fmla="*/ 1770534 w 2657136"/>
              <a:gd name="connsiteY5" fmla="*/ 1767845 h 1767845"/>
              <a:gd name="connsiteX6" fmla="*/ 1767855 w 2657136"/>
              <a:gd name="connsiteY6" fmla="*/ 1765166 h 1767845"/>
              <a:gd name="connsiteX7" fmla="*/ 0 w 2657136"/>
              <a:gd name="connsiteY7" fmla="*/ 1765166 h 1767845"/>
              <a:gd name="connsiteX8" fmla="*/ 0 w 2657136"/>
              <a:gd name="connsiteY8" fmla="*/ 2672 h 1767845"/>
              <a:gd name="connsiteX9" fmla="*/ 1773214 w 2657136"/>
              <a:gd name="connsiteY9" fmla="*/ 2672 h 1767845"/>
              <a:gd name="connsiteX10" fmla="*/ 1773214 w 2657136"/>
              <a:gd name="connsiteY10" fmla="*/ 2681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57136" h="1767845">
                <a:moveTo>
                  <a:pt x="1775894" y="0"/>
                </a:moveTo>
                <a:lnTo>
                  <a:pt x="2657136" y="881242"/>
                </a:lnTo>
                <a:lnTo>
                  <a:pt x="1773214" y="1765165"/>
                </a:lnTo>
                <a:lnTo>
                  <a:pt x="1773214" y="1765166"/>
                </a:lnTo>
                <a:lnTo>
                  <a:pt x="1773212" y="1765166"/>
                </a:lnTo>
                <a:lnTo>
                  <a:pt x="1770534" y="1767845"/>
                </a:lnTo>
                <a:lnTo>
                  <a:pt x="1767855" y="1765166"/>
                </a:lnTo>
                <a:lnTo>
                  <a:pt x="0" y="1765166"/>
                </a:lnTo>
                <a:lnTo>
                  <a:pt x="0" y="2672"/>
                </a:lnTo>
                <a:lnTo>
                  <a:pt x="1773214" y="2672"/>
                </a:lnTo>
                <a:lnTo>
                  <a:pt x="1773214" y="2681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 dirty="0"/>
          </a:p>
        </p:txBody>
      </p:sp>
      <p:sp>
        <p:nvSpPr>
          <p:cNvPr id="41" name="Vrije vorm: vorm 40">
            <a:extLst>
              <a:ext uri="{FF2B5EF4-FFF2-40B4-BE49-F238E27FC236}">
                <a16:creationId xmlns:a16="http://schemas.microsoft.com/office/drawing/2014/main" id="{1242CF8C-FE64-F67B-8E13-603B740EC680}"/>
              </a:ext>
            </a:extLst>
          </p:cNvPr>
          <p:cNvSpPr/>
          <p:nvPr/>
        </p:nvSpPr>
        <p:spPr>
          <a:xfrm>
            <a:off x="3449135" y="2794395"/>
            <a:ext cx="2657136" cy="1767845"/>
          </a:xfrm>
          <a:custGeom>
            <a:avLst/>
            <a:gdLst>
              <a:gd name="connsiteX0" fmla="*/ 1775894 w 2657136"/>
              <a:gd name="connsiteY0" fmla="*/ 0 h 1767845"/>
              <a:gd name="connsiteX1" fmla="*/ 2657136 w 2657136"/>
              <a:gd name="connsiteY1" fmla="*/ 881242 h 1767845"/>
              <a:gd name="connsiteX2" fmla="*/ 1773214 w 2657136"/>
              <a:gd name="connsiteY2" fmla="*/ 1765165 h 1767845"/>
              <a:gd name="connsiteX3" fmla="*/ 1773214 w 2657136"/>
              <a:gd name="connsiteY3" fmla="*/ 1765166 h 1767845"/>
              <a:gd name="connsiteX4" fmla="*/ 1773212 w 2657136"/>
              <a:gd name="connsiteY4" fmla="*/ 1765166 h 1767845"/>
              <a:gd name="connsiteX5" fmla="*/ 1770534 w 2657136"/>
              <a:gd name="connsiteY5" fmla="*/ 1767845 h 1767845"/>
              <a:gd name="connsiteX6" fmla="*/ 1767855 w 2657136"/>
              <a:gd name="connsiteY6" fmla="*/ 1765166 h 1767845"/>
              <a:gd name="connsiteX7" fmla="*/ 0 w 2657136"/>
              <a:gd name="connsiteY7" fmla="*/ 1765166 h 1767845"/>
              <a:gd name="connsiteX8" fmla="*/ 0 w 2657136"/>
              <a:gd name="connsiteY8" fmla="*/ 2672 h 1767845"/>
              <a:gd name="connsiteX9" fmla="*/ 1773214 w 2657136"/>
              <a:gd name="connsiteY9" fmla="*/ 2672 h 1767845"/>
              <a:gd name="connsiteX10" fmla="*/ 1773214 w 2657136"/>
              <a:gd name="connsiteY10" fmla="*/ 2681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57136" h="1767845">
                <a:moveTo>
                  <a:pt x="1775894" y="0"/>
                </a:moveTo>
                <a:lnTo>
                  <a:pt x="2657136" y="881242"/>
                </a:lnTo>
                <a:lnTo>
                  <a:pt x="1773214" y="1765165"/>
                </a:lnTo>
                <a:lnTo>
                  <a:pt x="1773214" y="1765166"/>
                </a:lnTo>
                <a:lnTo>
                  <a:pt x="1773212" y="1765166"/>
                </a:lnTo>
                <a:lnTo>
                  <a:pt x="1770534" y="1767845"/>
                </a:lnTo>
                <a:lnTo>
                  <a:pt x="1767855" y="1765166"/>
                </a:lnTo>
                <a:lnTo>
                  <a:pt x="0" y="1765166"/>
                </a:lnTo>
                <a:lnTo>
                  <a:pt x="0" y="2672"/>
                </a:lnTo>
                <a:lnTo>
                  <a:pt x="1773214" y="2672"/>
                </a:lnTo>
                <a:lnTo>
                  <a:pt x="1773214" y="2681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sp>
        <p:nvSpPr>
          <p:cNvPr id="42" name="Vrije vorm: vorm 41">
            <a:extLst>
              <a:ext uri="{FF2B5EF4-FFF2-40B4-BE49-F238E27FC236}">
                <a16:creationId xmlns:a16="http://schemas.microsoft.com/office/drawing/2014/main" id="{092F404F-46A1-B061-7586-E469230C5C3A}"/>
              </a:ext>
            </a:extLst>
          </p:cNvPr>
          <p:cNvSpPr/>
          <p:nvPr/>
        </p:nvSpPr>
        <p:spPr>
          <a:xfrm>
            <a:off x="6106271" y="2794395"/>
            <a:ext cx="2657136" cy="1767845"/>
          </a:xfrm>
          <a:custGeom>
            <a:avLst/>
            <a:gdLst>
              <a:gd name="connsiteX0" fmla="*/ 1775894 w 2657136"/>
              <a:gd name="connsiteY0" fmla="*/ 0 h 1767845"/>
              <a:gd name="connsiteX1" fmla="*/ 2657136 w 2657136"/>
              <a:gd name="connsiteY1" fmla="*/ 881242 h 1767845"/>
              <a:gd name="connsiteX2" fmla="*/ 1773214 w 2657136"/>
              <a:gd name="connsiteY2" fmla="*/ 1765165 h 1767845"/>
              <a:gd name="connsiteX3" fmla="*/ 1773214 w 2657136"/>
              <a:gd name="connsiteY3" fmla="*/ 1765166 h 1767845"/>
              <a:gd name="connsiteX4" fmla="*/ 1773212 w 2657136"/>
              <a:gd name="connsiteY4" fmla="*/ 1765166 h 1767845"/>
              <a:gd name="connsiteX5" fmla="*/ 1770534 w 2657136"/>
              <a:gd name="connsiteY5" fmla="*/ 1767845 h 1767845"/>
              <a:gd name="connsiteX6" fmla="*/ 1767855 w 2657136"/>
              <a:gd name="connsiteY6" fmla="*/ 1765166 h 1767845"/>
              <a:gd name="connsiteX7" fmla="*/ 0 w 2657136"/>
              <a:gd name="connsiteY7" fmla="*/ 1765166 h 1767845"/>
              <a:gd name="connsiteX8" fmla="*/ 0 w 2657136"/>
              <a:gd name="connsiteY8" fmla="*/ 2672 h 1767845"/>
              <a:gd name="connsiteX9" fmla="*/ 1773214 w 2657136"/>
              <a:gd name="connsiteY9" fmla="*/ 2672 h 1767845"/>
              <a:gd name="connsiteX10" fmla="*/ 1773214 w 2657136"/>
              <a:gd name="connsiteY10" fmla="*/ 2681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57136" h="1767845">
                <a:moveTo>
                  <a:pt x="1775894" y="0"/>
                </a:moveTo>
                <a:lnTo>
                  <a:pt x="2657136" y="881242"/>
                </a:lnTo>
                <a:lnTo>
                  <a:pt x="1773214" y="1765165"/>
                </a:lnTo>
                <a:lnTo>
                  <a:pt x="1773214" y="1765166"/>
                </a:lnTo>
                <a:lnTo>
                  <a:pt x="1773212" y="1765166"/>
                </a:lnTo>
                <a:lnTo>
                  <a:pt x="1770534" y="1767845"/>
                </a:lnTo>
                <a:lnTo>
                  <a:pt x="1767855" y="1765166"/>
                </a:lnTo>
                <a:lnTo>
                  <a:pt x="0" y="1765166"/>
                </a:lnTo>
                <a:lnTo>
                  <a:pt x="0" y="2672"/>
                </a:lnTo>
                <a:lnTo>
                  <a:pt x="1773214" y="2672"/>
                </a:lnTo>
                <a:lnTo>
                  <a:pt x="1773214" y="2681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sp>
        <p:nvSpPr>
          <p:cNvPr id="43" name="Vrije vorm: vorm 42">
            <a:extLst>
              <a:ext uri="{FF2B5EF4-FFF2-40B4-BE49-F238E27FC236}">
                <a16:creationId xmlns:a16="http://schemas.microsoft.com/office/drawing/2014/main" id="{7840A372-D611-17A9-9EF8-AC666BA2B350}"/>
              </a:ext>
            </a:extLst>
          </p:cNvPr>
          <p:cNvSpPr/>
          <p:nvPr/>
        </p:nvSpPr>
        <p:spPr>
          <a:xfrm>
            <a:off x="8763407" y="2794395"/>
            <a:ext cx="2657136" cy="1767845"/>
          </a:xfrm>
          <a:custGeom>
            <a:avLst/>
            <a:gdLst>
              <a:gd name="connsiteX0" fmla="*/ 1775894 w 2657136"/>
              <a:gd name="connsiteY0" fmla="*/ 0 h 1767845"/>
              <a:gd name="connsiteX1" fmla="*/ 2657136 w 2657136"/>
              <a:gd name="connsiteY1" fmla="*/ 881242 h 1767845"/>
              <a:gd name="connsiteX2" fmla="*/ 1773214 w 2657136"/>
              <a:gd name="connsiteY2" fmla="*/ 1765165 h 1767845"/>
              <a:gd name="connsiteX3" fmla="*/ 1773214 w 2657136"/>
              <a:gd name="connsiteY3" fmla="*/ 1765166 h 1767845"/>
              <a:gd name="connsiteX4" fmla="*/ 1773212 w 2657136"/>
              <a:gd name="connsiteY4" fmla="*/ 1765166 h 1767845"/>
              <a:gd name="connsiteX5" fmla="*/ 1770534 w 2657136"/>
              <a:gd name="connsiteY5" fmla="*/ 1767845 h 1767845"/>
              <a:gd name="connsiteX6" fmla="*/ 1767855 w 2657136"/>
              <a:gd name="connsiteY6" fmla="*/ 1765166 h 1767845"/>
              <a:gd name="connsiteX7" fmla="*/ 0 w 2657136"/>
              <a:gd name="connsiteY7" fmla="*/ 1765166 h 1767845"/>
              <a:gd name="connsiteX8" fmla="*/ 0 w 2657136"/>
              <a:gd name="connsiteY8" fmla="*/ 2672 h 1767845"/>
              <a:gd name="connsiteX9" fmla="*/ 1773214 w 2657136"/>
              <a:gd name="connsiteY9" fmla="*/ 2672 h 1767845"/>
              <a:gd name="connsiteX10" fmla="*/ 1773214 w 2657136"/>
              <a:gd name="connsiteY10" fmla="*/ 2681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57136" h="1767845">
                <a:moveTo>
                  <a:pt x="1775894" y="0"/>
                </a:moveTo>
                <a:lnTo>
                  <a:pt x="2657136" y="881242"/>
                </a:lnTo>
                <a:lnTo>
                  <a:pt x="1773214" y="1765165"/>
                </a:lnTo>
                <a:lnTo>
                  <a:pt x="1773214" y="1765166"/>
                </a:lnTo>
                <a:lnTo>
                  <a:pt x="1773212" y="1765166"/>
                </a:lnTo>
                <a:lnTo>
                  <a:pt x="1770534" y="1767845"/>
                </a:lnTo>
                <a:lnTo>
                  <a:pt x="1767855" y="1765166"/>
                </a:lnTo>
                <a:lnTo>
                  <a:pt x="0" y="1765166"/>
                </a:lnTo>
                <a:lnTo>
                  <a:pt x="0" y="2672"/>
                </a:lnTo>
                <a:lnTo>
                  <a:pt x="1773214" y="2672"/>
                </a:lnTo>
                <a:lnTo>
                  <a:pt x="1773214" y="2681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sp>
        <p:nvSpPr>
          <p:cNvPr id="45" name="Tijdelijke aanduiding voor afbeelding 11">
            <a:extLst>
              <a:ext uri="{FF2B5EF4-FFF2-40B4-BE49-F238E27FC236}">
                <a16:creationId xmlns:a16="http://schemas.microsoft.com/office/drawing/2014/main" id="{789114B8-2EE2-19A9-C6EA-0FDAFDD4840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791999" y="2164088"/>
            <a:ext cx="540000" cy="540000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700"/>
            </a:lvl1pPr>
          </a:lstStyle>
          <a:p>
            <a:r>
              <a:rPr lang="en-US" dirty="0"/>
              <a:t>Add icon</a:t>
            </a:r>
            <a:endParaRPr lang="nl-NL" dirty="0"/>
          </a:p>
        </p:txBody>
      </p:sp>
      <p:sp>
        <p:nvSpPr>
          <p:cNvPr id="46" name="Tijdelijke aanduiding voor afbeelding 11">
            <a:extLst>
              <a:ext uri="{FF2B5EF4-FFF2-40B4-BE49-F238E27FC236}">
                <a16:creationId xmlns:a16="http://schemas.microsoft.com/office/drawing/2014/main" id="{699DF17B-CFA2-AE03-4127-C14EFF930FB6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3449135" y="2164088"/>
            <a:ext cx="540000" cy="540000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700"/>
            </a:lvl1pPr>
          </a:lstStyle>
          <a:p>
            <a:r>
              <a:rPr lang="en-US" dirty="0"/>
              <a:t>Add icon</a:t>
            </a:r>
            <a:endParaRPr lang="nl-NL" dirty="0"/>
          </a:p>
        </p:txBody>
      </p:sp>
      <p:sp>
        <p:nvSpPr>
          <p:cNvPr id="47" name="Tijdelijke aanduiding voor afbeelding 11">
            <a:extLst>
              <a:ext uri="{FF2B5EF4-FFF2-40B4-BE49-F238E27FC236}">
                <a16:creationId xmlns:a16="http://schemas.microsoft.com/office/drawing/2014/main" id="{9ADCABCD-048D-74B4-18F0-5D9920DC8B2B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106271" y="2164088"/>
            <a:ext cx="540000" cy="540000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700"/>
            </a:lvl1pPr>
          </a:lstStyle>
          <a:p>
            <a:r>
              <a:rPr lang="en-US" dirty="0"/>
              <a:t>Add icon</a:t>
            </a:r>
            <a:endParaRPr lang="nl-NL" dirty="0"/>
          </a:p>
        </p:txBody>
      </p:sp>
      <p:sp>
        <p:nvSpPr>
          <p:cNvPr id="48" name="Tijdelijke aanduiding voor afbeelding 11">
            <a:extLst>
              <a:ext uri="{FF2B5EF4-FFF2-40B4-BE49-F238E27FC236}">
                <a16:creationId xmlns:a16="http://schemas.microsoft.com/office/drawing/2014/main" id="{C67166B8-6BF0-7B3E-6863-01013C8D1068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8763407" y="2164088"/>
            <a:ext cx="540000" cy="540000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700"/>
            </a:lvl1pPr>
          </a:lstStyle>
          <a:p>
            <a:r>
              <a:rPr lang="en-US" dirty="0"/>
              <a:t>Add icon</a:t>
            </a:r>
            <a:endParaRPr lang="nl-NL" dirty="0"/>
          </a:p>
        </p:txBody>
      </p:sp>
      <p:sp>
        <p:nvSpPr>
          <p:cNvPr id="49" name="Tijdelijke aanduiding voor inhoud 2">
            <a:extLst>
              <a:ext uri="{FF2B5EF4-FFF2-40B4-BE49-F238E27FC236}">
                <a16:creationId xmlns:a16="http://schemas.microsoft.com/office/drawing/2014/main" id="{90D3F3DD-F47F-E476-9517-5A39B1D3DB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2001" y="4747218"/>
            <a:ext cx="2052000" cy="733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ijdelijke aanduiding voor inhoud 2">
            <a:extLst>
              <a:ext uri="{FF2B5EF4-FFF2-40B4-BE49-F238E27FC236}">
                <a16:creationId xmlns:a16="http://schemas.microsoft.com/office/drawing/2014/main" id="{16977658-13FB-8EC7-4EA1-25FD80943881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3449135" y="4747218"/>
            <a:ext cx="2052000" cy="733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ijdelijke aanduiding voor inhoud 2">
            <a:extLst>
              <a:ext uri="{FF2B5EF4-FFF2-40B4-BE49-F238E27FC236}">
                <a16:creationId xmlns:a16="http://schemas.microsoft.com/office/drawing/2014/main" id="{EA4E512D-B9E8-F03A-59AA-FF7649F9422F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096000" y="4747218"/>
            <a:ext cx="2052000" cy="733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ijdelijke aanduiding voor inhoud 2">
            <a:extLst>
              <a:ext uri="{FF2B5EF4-FFF2-40B4-BE49-F238E27FC236}">
                <a16:creationId xmlns:a16="http://schemas.microsoft.com/office/drawing/2014/main" id="{D384CD8F-5DE6-8863-678B-6D0486A84107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8763407" y="4747218"/>
            <a:ext cx="2052000" cy="733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ijdelijke aanduiding voor inhoud 2">
            <a:extLst>
              <a:ext uri="{FF2B5EF4-FFF2-40B4-BE49-F238E27FC236}">
                <a16:creationId xmlns:a16="http://schemas.microsoft.com/office/drawing/2014/main" id="{E642989E-DE44-4894-7750-1DD449AC9221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1062001" y="3555969"/>
            <a:ext cx="1548000" cy="57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ijdelijke aanduiding voor tekst 2">
            <a:extLst>
              <a:ext uri="{FF2B5EF4-FFF2-40B4-BE49-F238E27FC236}">
                <a16:creationId xmlns:a16="http://schemas.microsoft.com/office/drawing/2014/main" id="{20FEA36A-A464-7C06-6FEE-DB9493D6B303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1061999" y="3222815"/>
            <a:ext cx="1548000" cy="2838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400" b="1">
                <a:solidFill>
                  <a:srgbClr val="2D4C9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  <a:endParaRPr lang="nl-NL" dirty="0"/>
          </a:p>
        </p:txBody>
      </p:sp>
      <p:sp>
        <p:nvSpPr>
          <p:cNvPr id="56" name="Tijdelijke aanduiding voor inhoud 2">
            <a:extLst>
              <a:ext uri="{FF2B5EF4-FFF2-40B4-BE49-F238E27FC236}">
                <a16:creationId xmlns:a16="http://schemas.microsoft.com/office/drawing/2014/main" id="{E04D0D86-EBE9-8FFB-D1A4-26B6271E142D}"/>
              </a:ext>
            </a:extLst>
          </p:cNvPr>
          <p:cNvSpPr>
            <a:spLocks noGrp="1"/>
          </p:cNvSpPr>
          <p:nvPr>
            <p:ph sz="half" idx="25"/>
          </p:nvPr>
        </p:nvSpPr>
        <p:spPr>
          <a:xfrm>
            <a:off x="3719137" y="3555969"/>
            <a:ext cx="1548000" cy="57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7" name="Tijdelijke aanduiding voor tekst 2">
            <a:extLst>
              <a:ext uri="{FF2B5EF4-FFF2-40B4-BE49-F238E27FC236}">
                <a16:creationId xmlns:a16="http://schemas.microsoft.com/office/drawing/2014/main" id="{34E6405E-8F80-A270-0712-FB808A3A111E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3719135" y="3222815"/>
            <a:ext cx="1548000" cy="2838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400" b="1">
                <a:solidFill>
                  <a:srgbClr val="2D4C9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  <a:endParaRPr lang="nl-NL" dirty="0"/>
          </a:p>
        </p:txBody>
      </p:sp>
      <p:sp>
        <p:nvSpPr>
          <p:cNvPr id="58" name="Tijdelijke aanduiding voor inhoud 2">
            <a:extLst>
              <a:ext uri="{FF2B5EF4-FFF2-40B4-BE49-F238E27FC236}">
                <a16:creationId xmlns:a16="http://schemas.microsoft.com/office/drawing/2014/main" id="{10A28B7B-58CD-6033-22B2-8324277371A9}"/>
              </a:ext>
            </a:extLst>
          </p:cNvPr>
          <p:cNvSpPr>
            <a:spLocks noGrp="1"/>
          </p:cNvSpPr>
          <p:nvPr>
            <p:ph sz="half" idx="27"/>
          </p:nvPr>
        </p:nvSpPr>
        <p:spPr>
          <a:xfrm>
            <a:off x="6376273" y="3555969"/>
            <a:ext cx="1548000" cy="57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9" name="Tijdelijke aanduiding voor tekst 2">
            <a:extLst>
              <a:ext uri="{FF2B5EF4-FFF2-40B4-BE49-F238E27FC236}">
                <a16:creationId xmlns:a16="http://schemas.microsoft.com/office/drawing/2014/main" id="{B3C78F7C-312A-653C-120E-8FDE0C8A2C9F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6376271" y="3222815"/>
            <a:ext cx="1548000" cy="2838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400" b="1">
                <a:solidFill>
                  <a:srgbClr val="2D4C9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  <a:endParaRPr lang="nl-NL" dirty="0"/>
          </a:p>
        </p:txBody>
      </p:sp>
      <p:sp>
        <p:nvSpPr>
          <p:cNvPr id="60" name="Tijdelijke aanduiding voor inhoud 2">
            <a:extLst>
              <a:ext uri="{FF2B5EF4-FFF2-40B4-BE49-F238E27FC236}">
                <a16:creationId xmlns:a16="http://schemas.microsoft.com/office/drawing/2014/main" id="{4A8F8FE8-95BD-F9E8-5446-5C7CDBC03AC9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9033409" y="3555969"/>
            <a:ext cx="1548000" cy="57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1" name="Tijdelijke aanduiding voor tekst 2">
            <a:extLst>
              <a:ext uri="{FF2B5EF4-FFF2-40B4-BE49-F238E27FC236}">
                <a16:creationId xmlns:a16="http://schemas.microsoft.com/office/drawing/2014/main" id="{787109C5-A656-6FE8-5E16-A84CC347657E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9033407" y="3222815"/>
            <a:ext cx="1548000" cy="2838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400" b="1">
                <a:solidFill>
                  <a:srgbClr val="2D4C9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  <a:endParaRPr lang="nl-NL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D19449C-6CED-0DF8-CCDB-035CB10A9E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9EAE55CE-6300-0C70-3135-7FDBF6E97B8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1972" y="1222266"/>
            <a:ext cx="10608001" cy="3729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</a:t>
            </a:r>
            <a:endParaRPr lang="nl-NL" dirty="0"/>
          </a:p>
        </p:txBody>
      </p:sp>
      <p:sp>
        <p:nvSpPr>
          <p:cNvPr id="12" name="Tijdelijke aanduiding voor titel 1">
            <a:extLst>
              <a:ext uri="{FF2B5EF4-FFF2-40B4-BE49-F238E27FC236}">
                <a16:creationId xmlns:a16="http://schemas.microsoft.com/office/drawing/2014/main" id="{2AA20861-983F-AB8D-78B1-35F4FE582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57379"/>
            <a:ext cx="10607973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5655856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/outlook/pipeline (custo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7D9078D6-CDA7-3CA1-1C4E-6BE5B3DBA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9" name="Tijdelijke aanduiding voor tekst 2">
            <a:extLst>
              <a:ext uri="{FF2B5EF4-FFF2-40B4-BE49-F238E27FC236}">
                <a16:creationId xmlns:a16="http://schemas.microsoft.com/office/drawing/2014/main" id="{60237165-8A0A-5710-056A-4B741C8C7CC1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1972" y="1222266"/>
            <a:ext cx="10608001" cy="3729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</a:t>
            </a:r>
            <a:endParaRPr lang="nl-NL" dirty="0"/>
          </a:p>
        </p:txBody>
      </p:sp>
      <p:sp>
        <p:nvSpPr>
          <p:cNvPr id="11" name="Tijdelijke aanduiding voor titel 1">
            <a:extLst>
              <a:ext uri="{FF2B5EF4-FFF2-40B4-BE49-F238E27FC236}">
                <a16:creationId xmlns:a16="http://schemas.microsoft.com/office/drawing/2014/main" id="{FEC12024-6E42-D959-B013-ECFD5EBE2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57379"/>
            <a:ext cx="10607973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4702458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text">
    <p:bg>
      <p:bgPr>
        <a:solidFill>
          <a:srgbClr val="D1E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EB471F46-69C6-9527-72E9-9D54D1D45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6" name="Tijdelijke aanduiding voor tekst 2">
            <a:extLst>
              <a:ext uri="{FF2B5EF4-FFF2-40B4-BE49-F238E27FC236}">
                <a16:creationId xmlns:a16="http://schemas.microsoft.com/office/drawing/2014/main" id="{025CB310-6FFD-36C4-E901-9A09AD656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000" y="1801091"/>
            <a:ext cx="10608000" cy="4745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Tijdelijke aanduiding voor tekst 2">
            <a:extLst>
              <a:ext uri="{FF2B5EF4-FFF2-40B4-BE49-F238E27FC236}">
                <a16:creationId xmlns:a16="http://schemas.microsoft.com/office/drawing/2014/main" id="{6E34886D-2F30-4264-BD55-68C1CBCFD6D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1972" y="1222266"/>
            <a:ext cx="10608001" cy="3729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</a:t>
            </a:r>
            <a:endParaRPr lang="nl-NL" dirty="0"/>
          </a:p>
        </p:txBody>
      </p:sp>
      <p:sp>
        <p:nvSpPr>
          <p:cNvPr id="14" name="Tijdelijke aanduiding voor titel 1">
            <a:extLst>
              <a:ext uri="{FF2B5EF4-FFF2-40B4-BE49-F238E27FC236}">
                <a16:creationId xmlns:a16="http://schemas.microsoft.com/office/drawing/2014/main" id="{12788B2B-BC6D-58F1-843D-26DE00D4D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57379"/>
            <a:ext cx="10607973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59137573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with shapes/images">
    <p:bg>
      <p:bgPr>
        <a:solidFill>
          <a:srgbClr val="D1E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Vrije vorm: vorm 25">
            <a:extLst>
              <a:ext uri="{FF2B5EF4-FFF2-40B4-BE49-F238E27FC236}">
                <a16:creationId xmlns:a16="http://schemas.microsoft.com/office/drawing/2014/main" id="{3B768417-84B8-4DE2-B012-8B10435FA345}"/>
              </a:ext>
            </a:extLst>
          </p:cNvPr>
          <p:cNvSpPr/>
          <p:nvPr/>
        </p:nvSpPr>
        <p:spPr>
          <a:xfrm rot="13500000">
            <a:off x="6729047" y="3798050"/>
            <a:ext cx="1781899" cy="1781899"/>
          </a:xfrm>
          <a:custGeom>
            <a:avLst/>
            <a:gdLst>
              <a:gd name="connsiteX0" fmla="*/ 0 w 1616455"/>
              <a:gd name="connsiteY0" fmla="*/ 0 h 1616455"/>
              <a:gd name="connsiteX1" fmla="*/ 1616455 w 1616455"/>
              <a:gd name="connsiteY1" fmla="*/ 0 h 1616455"/>
              <a:gd name="connsiteX2" fmla="*/ 1616455 w 1616455"/>
              <a:gd name="connsiteY2" fmla="*/ 1616455 h 1616455"/>
              <a:gd name="connsiteX3" fmla="*/ 0 w 1616455"/>
              <a:gd name="connsiteY3" fmla="*/ 1616455 h 1616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6455" h="1616455">
                <a:moveTo>
                  <a:pt x="0" y="0"/>
                </a:moveTo>
                <a:lnTo>
                  <a:pt x="1616455" y="0"/>
                </a:lnTo>
                <a:lnTo>
                  <a:pt x="1616455" y="1616455"/>
                </a:lnTo>
                <a:lnTo>
                  <a:pt x="0" y="1616455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7" name="Vrije vorm: vorm 26">
            <a:extLst>
              <a:ext uri="{FF2B5EF4-FFF2-40B4-BE49-F238E27FC236}">
                <a16:creationId xmlns:a16="http://schemas.microsoft.com/office/drawing/2014/main" id="{C5C134B3-0C65-09AB-E1C8-00A828796E03}"/>
              </a:ext>
            </a:extLst>
          </p:cNvPr>
          <p:cNvSpPr/>
          <p:nvPr/>
        </p:nvSpPr>
        <p:spPr>
          <a:xfrm>
            <a:off x="8880001" y="909007"/>
            <a:ext cx="2519999" cy="2519999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8" name="Vrije vorm: vorm 27">
            <a:extLst>
              <a:ext uri="{FF2B5EF4-FFF2-40B4-BE49-F238E27FC236}">
                <a16:creationId xmlns:a16="http://schemas.microsoft.com/office/drawing/2014/main" id="{9960CBC0-B3E6-7815-A46E-4557FB4748A9}"/>
              </a:ext>
            </a:extLst>
          </p:cNvPr>
          <p:cNvSpPr/>
          <p:nvPr/>
        </p:nvSpPr>
        <p:spPr>
          <a:xfrm>
            <a:off x="6360003" y="909007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9" name="Vrije vorm: vorm 28">
            <a:extLst>
              <a:ext uri="{FF2B5EF4-FFF2-40B4-BE49-F238E27FC236}">
                <a16:creationId xmlns:a16="http://schemas.microsoft.com/office/drawing/2014/main" id="{E370AB24-64BC-5CD5-795A-AFF00B6F927B}"/>
              </a:ext>
            </a:extLst>
          </p:cNvPr>
          <p:cNvSpPr/>
          <p:nvPr/>
        </p:nvSpPr>
        <p:spPr>
          <a:xfrm>
            <a:off x="8880000" y="3428994"/>
            <a:ext cx="2519999" cy="2519999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5" name="Tijdelijke aanduiding voor afbeelding 24">
            <a:extLst>
              <a:ext uri="{FF2B5EF4-FFF2-40B4-BE49-F238E27FC236}">
                <a16:creationId xmlns:a16="http://schemas.microsoft.com/office/drawing/2014/main" id="{6886C291-C616-C8D3-E7D4-970392A52E6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60004" y="3429008"/>
            <a:ext cx="2519985" cy="2519986"/>
          </a:xfrm>
          <a:custGeom>
            <a:avLst/>
            <a:gdLst>
              <a:gd name="connsiteX0" fmla="*/ 1259993 w 2519985"/>
              <a:gd name="connsiteY0" fmla="*/ 0 h 2519986"/>
              <a:gd name="connsiteX1" fmla="*/ 2519985 w 2519985"/>
              <a:gd name="connsiteY1" fmla="*/ 1259993 h 2519986"/>
              <a:gd name="connsiteX2" fmla="*/ 1259993 w 2519985"/>
              <a:gd name="connsiteY2" fmla="*/ 2519986 h 2519986"/>
              <a:gd name="connsiteX3" fmla="*/ 0 w 2519985"/>
              <a:gd name="connsiteY3" fmla="*/ 1259993 h 2519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9985" h="2519986">
                <a:moveTo>
                  <a:pt x="1259993" y="0"/>
                </a:moveTo>
                <a:lnTo>
                  <a:pt x="2519985" y="1259993"/>
                </a:lnTo>
                <a:lnTo>
                  <a:pt x="1259993" y="2519986"/>
                </a:lnTo>
                <a:lnTo>
                  <a:pt x="0" y="125999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</p:txBody>
      </p:sp>
      <p:sp>
        <p:nvSpPr>
          <p:cNvPr id="22" name="Tijdelijke aanduiding voor afbeelding 21">
            <a:extLst>
              <a:ext uri="{FF2B5EF4-FFF2-40B4-BE49-F238E27FC236}">
                <a16:creationId xmlns:a16="http://schemas.microsoft.com/office/drawing/2014/main" id="{6B034BEE-BCA7-F72A-2C28-2D21AB93B9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880000" y="3428994"/>
            <a:ext cx="2520001" cy="2520000"/>
          </a:xfrm>
          <a:custGeom>
            <a:avLst/>
            <a:gdLst>
              <a:gd name="connsiteX0" fmla="*/ 1260000 w 2520001"/>
              <a:gd name="connsiteY0" fmla="*/ 0 h 2520000"/>
              <a:gd name="connsiteX1" fmla="*/ 2520001 w 2520001"/>
              <a:gd name="connsiteY1" fmla="*/ 1260000 h 2520000"/>
              <a:gd name="connsiteX2" fmla="*/ 1260000 w 2520001"/>
              <a:gd name="connsiteY2" fmla="*/ 2520000 h 2520000"/>
              <a:gd name="connsiteX3" fmla="*/ 0 w 2520001"/>
              <a:gd name="connsiteY3" fmla="*/ 1260000 h 2520000"/>
              <a:gd name="connsiteX4" fmla="*/ 1260000 w 2520001"/>
              <a:gd name="connsiteY4" fmla="*/ 0 h 25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20001" h="2520000">
                <a:moveTo>
                  <a:pt x="1260000" y="0"/>
                </a:moveTo>
                <a:cubicBezTo>
                  <a:pt x="1955879" y="0"/>
                  <a:pt x="2520001" y="564121"/>
                  <a:pt x="2520001" y="1260000"/>
                </a:cubicBezTo>
                <a:cubicBezTo>
                  <a:pt x="2520001" y="1955879"/>
                  <a:pt x="1955880" y="2520000"/>
                  <a:pt x="1260000" y="2520000"/>
                </a:cubicBezTo>
                <a:cubicBezTo>
                  <a:pt x="564122" y="2520000"/>
                  <a:pt x="0" y="1955879"/>
                  <a:pt x="0" y="1260000"/>
                </a:cubicBezTo>
                <a:cubicBezTo>
                  <a:pt x="0" y="564121"/>
                  <a:pt x="564121" y="0"/>
                  <a:pt x="1260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</p:txBody>
      </p:sp>
      <p:sp>
        <p:nvSpPr>
          <p:cNvPr id="16" name="Tijdelijke aanduiding voor afbeelding 15">
            <a:extLst>
              <a:ext uri="{FF2B5EF4-FFF2-40B4-BE49-F238E27FC236}">
                <a16:creationId xmlns:a16="http://schemas.microsoft.com/office/drawing/2014/main" id="{01794381-8EDE-2E41-B9B3-79B9AE44AC5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60001" y="909005"/>
            <a:ext cx="2520000" cy="2520000"/>
          </a:xfrm>
          <a:custGeom>
            <a:avLst/>
            <a:gdLst>
              <a:gd name="connsiteX0" fmla="*/ 1259999 w 2520000"/>
              <a:gd name="connsiteY0" fmla="*/ 0 h 2520000"/>
              <a:gd name="connsiteX1" fmla="*/ 2520000 w 2520000"/>
              <a:gd name="connsiteY1" fmla="*/ 1260000 h 2520000"/>
              <a:gd name="connsiteX2" fmla="*/ 1259999 w 2520000"/>
              <a:gd name="connsiteY2" fmla="*/ 2520000 h 2520000"/>
              <a:gd name="connsiteX3" fmla="*/ 6504 w 2520000"/>
              <a:gd name="connsiteY3" fmla="*/ 1388828 h 2520000"/>
              <a:gd name="connsiteX4" fmla="*/ 0 w 2520000"/>
              <a:gd name="connsiteY4" fmla="*/ 1260020 h 2520000"/>
              <a:gd name="connsiteX5" fmla="*/ 0 w 2520000"/>
              <a:gd name="connsiteY5" fmla="*/ 1259980 h 2520000"/>
              <a:gd name="connsiteX6" fmla="*/ 6504 w 2520000"/>
              <a:gd name="connsiteY6" fmla="*/ 1131172 h 2520000"/>
              <a:gd name="connsiteX7" fmla="*/ 1259999 w 2520000"/>
              <a:gd name="connsiteY7" fmla="*/ 0 h 25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20000" h="2520000">
                <a:moveTo>
                  <a:pt x="1259999" y="0"/>
                </a:moveTo>
                <a:cubicBezTo>
                  <a:pt x="1955878" y="0"/>
                  <a:pt x="2520000" y="564121"/>
                  <a:pt x="2520000" y="1260000"/>
                </a:cubicBezTo>
                <a:cubicBezTo>
                  <a:pt x="2520000" y="1955879"/>
                  <a:pt x="1955879" y="2520000"/>
                  <a:pt x="1259999" y="2520000"/>
                </a:cubicBezTo>
                <a:cubicBezTo>
                  <a:pt x="607614" y="2520000"/>
                  <a:pt x="71029" y="2024191"/>
                  <a:pt x="6504" y="1388828"/>
                </a:cubicBezTo>
                <a:lnTo>
                  <a:pt x="0" y="1260020"/>
                </a:lnTo>
                <a:lnTo>
                  <a:pt x="0" y="1259980"/>
                </a:lnTo>
                <a:lnTo>
                  <a:pt x="6504" y="1131172"/>
                </a:lnTo>
                <a:cubicBezTo>
                  <a:pt x="71029" y="495810"/>
                  <a:pt x="607613" y="0"/>
                  <a:pt x="125999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9" name="Tijdelijke aanduiding voor afbeelding 18">
            <a:extLst>
              <a:ext uri="{FF2B5EF4-FFF2-40B4-BE49-F238E27FC236}">
                <a16:creationId xmlns:a16="http://schemas.microsoft.com/office/drawing/2014/main" id="{6A98DD9D-D701-5D38-C060-9C5A926C2C9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880001" y="909007"/>
            <a:ext cx="2520000" cy="2520000"/>
          </a:xfrm>
          <a:custGeom>
            <a:avLst/>
            <a:gdLst>
              <a:gd name="connsiteX0" fmla="*/ 0 w 2520000"/>
              <a:gd name="connsiteY0" fmla="*/ 0 h 2520000"/>
              <a:gd name="connsiteX1" fmla="*/ 2520000 w 2520000"/>
              <a:gd name="connsiteY1" fmla="*/ 0 h 2520000"/>
              <a:gd name="connsiteX2" fmla="*/ 2520000 w 2520000"/>
              <a:gd name="connsiteY2" fmla="*/ 2520000 h 2520000"/>
              <a:gd name="connsiteX3" fmla="*/ 0 w 2520000"/>
              <a:gd name="connsiteY3" fmla="*/ 2520000 h 25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0000" h="2520000">
                <a:moveTo>
                  <a:pt x="0" y="0"/>
                </a:moveTo>
                <a:lnTo>
                  <a:pt x="2520000" y="0"/>
                </a:lnTo>
                <a:lnTo>
                  <a:pt x="2520000" y="2520000"/>
                </a:lnTo>
                <a:lnTo>
                  <a:pt x="0" y="2520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302A26FF-EFB2-AFAA-D5E6-B0794476AF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E849F4B1-97FE-F55F-41F8-B11136CDBFDD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92000" y="1801091"/>
            <a:ext cx="5049940" cy="4745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8" name="Tijdelijke aanduiding voor tekst 2">
            <a:extLst>
              <a:ext uri="{FF2B5EF4-FFF2-40B4-BE49-F238E27FC236}">
                <a16:creationId xmlns:a16="http://schemas.microsoft.com/office/drawing/2014/main" id="{DDB7B803-5B1B-5F0F-2C76-8D1C70BEC42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1972" y="1222266"/>
            <a:ext cx="5049953" cy="37296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</a:t>
            </a:r>
            <a:endParaRPr lang="nl-NL" dirty="0"/>
          </a:p>
        </p:txBody>
      </p:sp>
      <p:sp>
        <p:nvSpPr>
          <p:cNvPr id="20" name="Tijdelijke aanduiding voor titel 1">
            <a:extLst>
              <a:ext uri="{FF2B5EF4-FFF2-40B4-BE49-F238E27FC236}">
                <a16:creationId xmlns:a16="http://schemas.microsoft.com/office/drawing/2014/main" id="{451DAB0D-BE69-6630-149C-7093780CD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1" y="757379"/>
            <a:ext cx="5049940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46500899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ighlight quote with(out) image">
    <p:bg>
      <p:bgPr>
        <a:solidFill>
          <a:srgbClr val="D1E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4">
            <a:extLst>
              <a:ext uri="{FF2B5EF4-FFF2-40B4-BE49-F238E27FC236}">
                <a16:creationId xmlns:a16="http://schemas.microsoft.com/office/drawing/2014/main" id="{9568D642-E0AF-1256-7D80-D64CC573F4D1}"/>
              </a:ext>
            </a:extLst>
          </p:cNvPr>
          <p:cNvSpPr>
            <a:spLocks noChangeAspect="1"/>
          </p:cNvSpPr>
          <p:nvPr/>
        </p:nvSpPr>
        <p:spPr>
          <a:xfrm>
            <a:off x="791988" y="647999"/>
            <a:ext cx="1719415" cy="3420000"/>
          </a:xfrm>
          <a:custGeom>
            <a:avLst/>
            <a:gdLst>
              <a:gd name="connsiteX0" fmla="*/ 1302942 w 1302941"/>
              <a:gd name="connsiteY0" fmla="*/ 0 h 2591609"/>
              <a:gd name="connsiteX1" fmla="*/ 1302942 w 1302941"/>
              <a:gd name="connsiteY1" fmla="*/ 1288668 h 2591609"/>
              <a:gd name="connsiteX2" fmla="*/ 1302815 w 1302941"/>
              <a:gd name="connsiteY2" fmla="*/ 1302983 h 2591609"/>
              <a:gd name="connsiteX3" fmla="*/ 0 w 1302941"/>
              <a:gd name="connsiteY3" fmla="*/ 2591610 h 2591609"/>
              <a:gd name="connsiteX4" fmla="*/ 0 w 1302941"/>
              <a:gd name="connsiteY4" fmla="*/ 0 h 2591609"/>
              <a:gd name="connsiteX5" fmla="*/ 1302942 w 1302941"/>
              <a:gd name="connsiteY5" fmla="*/ 0 h 2591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2941" h="2591609">
                <a:moveTo>
                  <a:pt x="1302942" y="0"/>
                </a:moveTo>
                <a:lnTo>
                  <a:pt x="1302942" y="1288668"/>
                </a:lnTo>
                <a:cubicBezTo>
                  <a:pt x="1302942" y="1293468"/>
                  <a:pt x="1302900" y="1298227"/>
                  <a:pt x="1302815" y="1302983"/>
                </a:cubicBezTo>
                <a:cubicBezTo>
                  <a:pt x="1295167" y="2015951"/>
                  <a:pt x="714751" y="2591610"/>
                  <a:pt x="0" y="2591610"/>
                </a:cubicBezTo>
                <a:lnTo>
                  <a:pt x="0" y="0"/>
                </a:lnTo>
                <a:lnTo>
                  <a:pt x="1302942" y="0"/>
                </a:ln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Vrije vorm: vorm 1">
            <a:extLst>
              <a:ext uri="{FF2B5EF4-FFF2-40B4-BE49-F238E27FC236}">
                <a16:creationId xmlns:a16="http://schemas.microsoft.com/office/drawing/2014/main" id="{99F02519-812C-D1A8-DED2-EE86DB24034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91988" y="648000"/>
            <a:ext cx="1719417" cy="3420001"/>
          </a:xfrm>
          <a:custGeom>
            <a:avLst/>
            <a:gdLst>
              <a:gd name="connsiteX0" fmla="*/ 0 w 1719417"/>
              <a:gd name="connsiteY0" fmla="*/ 0 h 3420001"/>
              <a:gd name="connsiteX1" fmla="*/ 1719417 w 1719417"/>
              <a:gd name="connsiteY1" fmla="*/ 0 h 3420001"/>
              <a:gd name="connsiteX2" fmla="*/ 1719417 w 1719417"/>
              <a:gd name="connsiteY2" fmla="*/ 1700583 h 3420001"/>
              <a:gd name="connsiteX3" fmla="*/ 1719249 w 1719417"/>
              <a:gd name="connsiteY3" fmla="*/ 1719473 h 3420001"/>
              <a:gd name="connsiteX4" fmla="*/ 0 w 1719417"/>
              <a:gd name="connsiteY4" fmla="*/ 3420001 h 342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9417" h="3420001">
                <a:moveTo>
                  <a:pt x="0" y="0"/>
                </a:moveTo>
                <a:lnTo>
                  <a:pt x="1719417" y="0"/>
                </a:lnTo>
                <a:lnTo>
                  <a:pt x="1719417" y="1700583"/>
                </a:lnTo>
                <a:cubicBezTo>
                  <a:pt x="1719417" y="1706917"/>
                  <a:pt x="1719361" y="1713197"/>
                  <a:pt x="1719249" y="1719473"/>
                </a:cubicBezTo>
                <a:cubicBezTo>
                  <a:pt x="1709156" y="2660337"/>
                  <a:pt x="943215" y="3420001"/>
                  <a:pt x="0" y="3420001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13" name="Tijdelijke aanduiding voor titel 1">
            <a:extLst>
              <a:ext uri="{FF2B5EF4-FFF2-40B4-BE49-F238E27FC236}">
                <a16:creationId xmlns:a16="http://schemas.microsoft.com/office/drawing/2014/main" id="{752C6DDF-7D23-2B36-06F0-BF7E049D5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999" y="1629000"/>
            <a:ext cx="8532000" cy="360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1600">
                <a:solidFill>
                  <a:srgbClr val="2D4C9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BB519B53-9B81-64FE-7762-38714A792863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3191999" y="5687368"/>
            <a:ext cx="8208000" cy="52263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200" b="0">
                <a:solidFill>
                  <a:srgbClr val="2D4C9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Name </a:t>
            </a:r>
            <a:br>
              <a:rPr lang="en-US" dirty="0"/>
            </a:br>
            <a:r>
              <a:rPr lang="en-US" dirty="0"/>
              <a:t>and function</a:t>
            </a:r>
            <a:endParaRPr lang="nl-NL" dirty="0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BE592584-23BE-BE07-65B6-40EEFBF0940C}"/>
              </a:ext>
            </a:extLst>
          </p:cNvPr>
          <p:cNvSpPr>
            <a:spLocks noChangeAspect="1"/>
          </p:cNvSpPr>
          <p:nvPr/>
        </p:nvSpPr>
        <p:spPr>
          <a:xfrm rot="5400000">
            <a:off x="2759999" y="5840684"/>
            <a:ext cx="432000" cy="216000"/>
          </a:xfrm>
          <a:custGeom>
            <a:avLst/>
            <a:gdLst>
              <a:gd name="connsiteX0" fmla="*/ 0 w 2286025"/>
              <a:gd name="connsiteY0" fmla="*/ 1143013 h 1143012"/>
              <a:gd name="connsiteX1" fmla="*/ 2286026 w 2286025"/>
              <a:gd name="connsiteY1" fmla="*/ 1143013 h 1143012"/>
              <a:gd name="connsiteX2" fmla="*/ 1143013 w 2286025"/>
              <a:gd name="connsiteY2" fmla="*/ 0 h 1143012"/>
              <a:gd name="connsiteX3" fmla="*/ 0 w 2286025"/>
              <a:gd name="connsiteY3" fmla="*/ 1143013 h 114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2">
                <a:moveTo>
                  <a:pt x="0" y="1143013"/>
                </a:moveTo>
                <a:lnTo>
                  <a:pt x="2286026" y="1143013"/>
                </a:lnTo>
                <a:lnTo>
                  <a:pt x="1143013" y="0"/>
                </a:lnTo>
                <a:lnTo>
                  <a:pt x="0" y="1143013"/>
                </a:lnTo>
                <a:close/>
              </a:path>
            </a:pathLst>
          </a:custGeom>
          <a:solidFill>
            <a:srgbClr val="507AC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solidFill>
                <a:srgbClr val="507AC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1747699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/shapes with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rije vorm: vorm 19">
            <a:extLst>
              <a:ext uri="{FF2B5EF4-FFF2-40B4-BE49-F238E27FC236}">
                <a16:creationId xmlns:a16="http://schemas.microsoft.com/office/drawing/2014/main" id="{6AE6DAC3-7D13-5877-FC87-5046D58CECDF}"/>
              </a:ext>
            </a:extLst>
          </p:cNvPr>
          <p:cNvSpPr/>
          <p:nvPr/>
        </p:nvSpPr>
        <p:spPr>
          <a:xfrm>
            <a:off x="7048500" y="0"/>
            <a:ext cx="3429000" cy="3429000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3 w 2286025"/>
              <a:gd name="connsiteY1" fmla="*/ 2286026 h 2286025"/>
              <a:gd name="connsiteX2" fmla="*/ 0 w 2286025"/>
              <a:gd name="connsiteY2" fmla="*/ 1143013 h 2286025"/>
              <a:gd name="connsiteX3" fmla="*/ 1143013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3" y="2286026"/>
                </a:cubicBezTo>
                <a:cubicBezTo>
                  <a:pt x="511744" y="2286026"/>
                  <a:pt x="0" y="1774282"/>
                  <a:pt x="0" y="1143013"/>
                </a:cubicBezTo>
                <a:cubicBezTo>
                  <a:pt x="0" y="511744"/>
                  <a:pt x="511744" y="0"/>
                  <a:pt x="1143013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1" name="Vrije vorm: vorm 20">
            <a:extLst>
              <a:ext uri="{FF2B5EF4-FFF2-40B4-BE49-F238E27FC236}">
                <a16:creationId xmlns:a16="http://schemas.microsoft.com/office/drawing/2014/main" id="{CA06132A-FAF1-6E85-EB1C-74FA8FD08A5D}"/>
              </a:ext>
            </a:extLst>
          </p:cNvPr>
          <p:cNvSpPr/>
          <p:nvPr/>
        </p:nvSpPr>
        <p:spPr>
          <a:xfrm rot="10800000">
            <a:off x="7048500" y="3429000"/>
            <a:ext cx="3429000" cy="3429000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2" name="Vrije vorm: vorm 21">
            <a:extLst>
              <a:ext uri="{FF2B5EF4-FFF2-40B4-BE49-F238E27FC236}">
                <a16:creationId xmlns:a16="http://schemas.microsoft.com/office/drawing/2014/main" id="{CF0267B9-CCD0-6867-0B0C-C0F2EEE330EA}"/>
              </a:ext>
            </a:extLst>
          </p:cNvPr>
          <p:cNvSpPr/>
          <p:nvPr/>
        </p:nvSpPr>
        <p:spPr>
          <a:xfrm rot="16200000">
            <a:off x="9620249" y="857255"/>
            <a:ext cx="3429000" cy="1714500"/>
          </a:xfrm>
          <a:custGeom>
            <a:avLst/>
            <a:gdLst>
              <a:gd name="connsiteX0" fmla="*/ 0 w 2286025"/>
              <a:gd name="connsiteY0" fmla="*/ 2 h 1143013"/>
              <a:gd name="connsiteX1" fmla="*/ 2286026 w 2286025"/>
              <a:gd name="connsiteY1" fmla="*/ 0 h 1143013"/>
              <a:gd name="connsiteX2" fmla="*/ 1143013 w 2286025"/>
              <a:gd name="connsiteY2" fmla="*/ 1143014 h 1143013"/>
              <a:gd name="connsiteX3" fmla="*/ 0 w 2286025"/>
              <a:gd name="connsiteY3" fmla="*/ 2 h 1143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3">
                <a:moveTo>
                  <a:pt x="0" y="2"/>
                </a:moveTo>
                <a:lnTo>
                  <a:pt x="2286026" y="0"/>
                </a:lnTo>
                <a:cubicBezTo>
                  <a:pt x="2286026" y="631229"/>
                  <a:pt x="1774242" y="1143014"/>
                  <a:pt x="1143013" y="1143014"/>
                </a:cubicBezTo>
                <a:cubicBezTo>
                  <a:pt x="511784" y="1143014"/>
                  <a:pt x="0" y="631231"/>
                  <a:pt x="0" y="2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1E9B228B-07DF-83BE-DAB9-801A335B56B7}"/>
              </a:ext>
            </a:extLst>
          </p:cNvPr>
          <p:cNvSpPr/>
          <p:nvPr/>
        </p:nvSpPr>
        <p:spPr>
          <a:xfrm rot="5400000">
            <a:off x="2767212" y="-852280"/>
            <a:ext cx="3429006" cy="5133567"/>
          </a:xfrm>
          <a:custGeom>
            <a:avLst/>
            <a:gdLst>
              <a:gd name="connsiteX0" fmla="*/ 0 w 2286029"/>
              <a:gd name="connsiteY0" fmla="*/ 2279403 h 3422415"/>
              <a:gd name="connsiteX1" fmla="*/ 3 w 2286029"/>
              <a:gd name="connsiteY1" fmla="*/ 2279403 h 3422415"/>
              <a:gd name="connsiteX2" fmla="*/ 3 w 2286029"/>
              <a:gd name="connsiteY2" fmla="*/ 0 h 3422415"/>
              <a:gd name="connsiteX3" fmla="*/ 2286029 w 2286029"/>
              <a:gd name="connsiteY3" fmla="*/ 0 h 3422415"/>
              <a:gd name="connsiteX4" fmla="*/ 2286029 w 2286029"/>
              <a:gd name="connsiteY4" fmla="*/ 2286026 h 3422415"/>
              <a:gd name="connsiteX5" fmla="*/ 2285692 w 2286029"/>
              <a:gd name="connsiteY5" fmla="*/ 2286026 h 3422415"/>
              <a:gd name="connsiteX6" fmla="*/ 2280125 w 2286029"/>
              <a:gd name="connsiteY6" fmla="*/ 2396261 h 3422415"/>
              <a:gd name="connsiteX7" fmla="*/ 1143013 w 2286029"/>
              <a:gd name="connsiteY7" fmla="*/ 3422415 h 3422415"/>
              <a:gd name="connsiteX8" fmla="*/ 5902 w 2286029"/>
              <a:gd name="connsiteY8" fmla="*/ 2396263 h 3422415"/>
              <a:gd name="connsiteX9" fmla="*/ 335 w 2286029"/>
              <a:gd name="connsiteY9" fmla="*/ 2286026 h 3422415"/>
              <a:gd name="connsiteX10" fmla="*/ 3 w 2286029"/>
              <a:gd name="connsiteY10" fmla="*/ 2286026 h 3422415"/>
              <a:gd name="connsiteX11" fmla="*/ 3 w 2286029"/>
              <a:gd name="connsiteY11" fmla="*/ 2279462 h 3422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86029" h="3422415">
                <a:moveTo>
                  <a:pt x="0" y="2279403"/>
                </a:moveTo>
                <a:lnTo>
                  <a:pt x="3" y="2279403"/>
                </a:lnTo>
                <a:lnTo>
                  <a:pt x="3" y="0"/>
                </a:lnTo>
                <a:lnTo>
                  <a:pt x="2286029" y="0"/>
                </a:lnTo>
                <a:lnTo>
                  <a:pt x="2286029" y="2286026"/>
                </a:lnTo>
                <a:lnTo>
                  <a:pt x="2285692" y="2286026"/>
                </a:lnTo>
                <a:lnTo>
                  <a:pt x="2280125" y="2396261"/>
                </a:lnTo>
                <a:cubicBezTo>
                  <a:pt x="2221587" y="2972604"/>
                  <a:pt x="1734790" y="3422415"/>
                  <a:pt x="1143013" y="3422415"/>
                </a:cubicBezTo>
                <a:cubicBezTo>
                  <a:pt x="551236" y="3422415"/>
                  <a:pt x="64440" y="2972606"/>
                  <a:pt x="5902" y="2396263"/>
                </a:cubicBezTo>
                <a:lnTo>
                  <a:pt x="335" y="2286026"/>
                </a:lnTo>
                <a:lnTo>
                  <a:pt x="3" y="2286026"/>
                </a:lnTo>
                <a:lnTo>
                  <a:pt x="3" y="2279462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sp>
        <p:nvSpPr>
          <p:cNvPr id="19" name="Vrije vorm: vorm 18">
            <a:extLst>
              <a:ext uri="{FF2B5EF4-FFF2-40B4-BE49-F238E27FC236}">
                <a16:creationId xmlns:a16="http://schemas.microsoft.com/office/drawing/2014/main" id="{A211D5EF-9E81-EE58-5B11-3DCC4F372BE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477498" y="4725"/>
            <a:ext cx="1704976" cy="3429001"/>
          </a:xfrm>
          <a:custGeom>
            <a:avLst/>
            <a:gdLst>
              <a:gd name="connsiteX0" fmla="*/ 0 w 1704976"/>
              <a:gd name="connsiteY0" fmla="*/ 0 h 3429001"/>
              <a:gd name="connsiteX1" fmla="*/ 1679666 w 1704976"/>
              <a:gd name="connsiteY1" fmla="*/ 1368986 h 3429001"/>
              <a:gd name="connsiteX2" fmla="*/ 1704976 w 1704976"/>
              <a:gd name="connsiteY2" fmla="*/ 1534806 h 3429001"/>
              <a:gd name="connsiteX3" fmla="*/ 1704976 w 1704976"/>
              <a:gd name="connsiteY3" fmla="*/ 1894195 h 3429001"/>
              <a:gd name="connsiteX4" fmla="*/ 1679666 w 1704976"/>
              <a:gd name="connsiteY4" fmla="*/ 2060015 h 3429001"/>
              <a:gd name="connsiteX5" fmla="*/ 3 w 1704976"/>
              <a:gd name="connsiteY5" fmla="*/ 3429001 h 3429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4976" h="3429001">
                <a:moveTo>
                  <a:pt x="0" y="0"/>
                </a:moveTo>
                <a:cubicBezTo>
                  <a:pt x="828479" y="0"/>
                  <a:pt x="1519785" y="587745"/>
                  <a:pt x="1679666" y="1368986"/>
                </a:cubicBezTo>
                <a:lnTo>
                  <a:pt x="1704976" y="1534806"/>
                </a:lnTo>
                <a:lnTo>
                  <a:pt x="1704976" y="1894195"/>
                </a:lnTo>
                <a:lnTo>
                  <a:pt x="1679666" y="2060015"/>
                </a:lnTo>
                <a:cubicBezTo>
                  <a:pt x="1519785" y="2841256"/>
                  <a:pt x="828482" y="3429001"/>
                  <a:pt x="3" y="3429001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9B6C4C7F-AF8F-2BA9-3C21-C8A93BBD1FD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058024" y="4731"/>
            <a:ext cx="3429002" cy="3429002"/>
          </a:xfrm>
          <a:custGeom>
            <a:avLst/>
            <a:gdLst>
              <a:gd name="connsiteX0" fmla="*/ 1714501 w 3429002"/>
              <a:gd name="connsiteY0" fmla="*/ 0 h 3429002"/>
              <a:gd name="connsiteX1" fmla="*/ 3429002 w 3429002"/>
              <a:gd name="connsiteY1" fmla="*/ 1714501 h 3429002"/>
              <a:gd name="connsiteX2" fmla="*/ 1714501 w 3429002"/>
              <a:gd name="connsiteY2" fmla="*/ 3429002 h 3429002"/>
              <a:gd name="connsiteX3" fmla="*/ 0 w 3429002"/>
              <a:gd name="connsiteY3" fmla="*/ 1714501 h 3429002"/>
              <a:gd name="connsiteX4" fmla="*/ 1714501 w 3429002"/>
              <a:gd name="connsiteY4" fmla="*/ 0 h 3429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9002" h="3429002">
                <a:moveTo>
                  <a:pt x="1714501" y="0"/>
                </a:moveTo>
                <a:cubicBezTo>
                  <a:pt x="2661392" y="0"/>
                  <a:pt x="3429002" y="767608"/>
                  <a:pt x="3429002" y="1714501"/>
                </a:cubicBezTo>
                <a:cubicBezTo>
                  <a:pt x="3429002" y="2661394"/>
                  <a:pt x="2661394" y="3429002"/>
                  <a:pt x="1714501" y="3429002"/>
                </a:cubicBezTo>
                <a:cubicBezTo>
                  <a:pt x="767608" y="3429002"/>
                  <a:pt x="0" y="2661394"/>
                  <a:pt x="0" y="1714501"/>
                </a:cubicBezTo>
                <a:cubicBezTo>
                  <a:pt x="0" y="767608"/>
                  <a:pt x="767608" y="0"/>
                  <a:pt x="171450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11" name="Vrije vorm: vorm 10">
            <a:extLst>
              <a:ext uri="{FF2B5EF4-FFF2-40B4-BE49-F238E27FC236}">
                <a16:creationId xmlns:a16="http://schemas.microsoft.com/office/drawing/2014/main" id="{0F2DE8FB-2BF0-F165-BCDC-10AA98EC3D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43302" y="3433732"/>
            <a:ext cx="3429001" cy="3429001"/>
          </a:xfrm>
          <a:custGeom>
            <a:avLst/>
            <a:gdLst>
              <a:gd name="connsiteX0" fmla="*/ 0 w 3429001"/>
              <a:gd name="connsiteY0" fmla="*/ 0 h 3429001"/>
              <a:gd name="connsiteX1" fmla="*/ 3429001 w 3429001"/>
              <a:gd name="connsiteY1" fmla="*/ 0 h 3429001"/>
              <a:gd name="connsiteX2" fmla="*/ 3429001 w 3429001"/>
              <a:gd name="connsiteY2" fmla="*/ 3429001 h 3429001"/>
              <a:gd name="connsiteX3" fmla="*/ 0 w 3429001"/>
              <a:gd name="connsiteY3" fmla="*/ 3429001 h 3429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1" h="3429001">
                <a:moveTo>
                  <a:pt x="0" y="0"/>
                </a:moveTo>
                <a:lnTo>
                  <a:pt x="3429001" y="0"/>
                </a:lnTo>
                <a:lnTo>
                  <a:pt x="3429001" y="3429001"/>
                </a:lnTo>
                <a:lnTo>
                  <a:pt x="0" y="342900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385F6794-4F53-AEBC-72B4-6DB1EF2B998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905407" y="-6"/>
            <a:ext cx="5133567" cy="3429006"/>
          </a:xfrm>
          <a:custGeom>
            <a:avLst/>
            <a:gdLst>
              <a:gd name="connsiteX0" fmla="*/ 1714499 w 5133567"/>
              <a:gd name="connsiteY0" fmla="*/ 0 h 3429006"/>
              <a:gd name="connsiteX1" fmla="*/ 1714499 w 5133567"/>
              <a:gd name="connsiteY1" fmla="*/ 4 h 3429006"/>
              <a:gd name="connsiteX2" fmla="*/ 5133567 w 5133567"/>
              <a:gd name="connsiteY2" fmla="*/ 4 h 3429006"/>
              <a:gd name="connsiteX3" fmla="*/ 5133567 w 5133567"/>
              <a:gd name="connsiteY3" fmla="*/ 3429006 h 3429006"/>
              <a:gd name="connsiteX4" fmla="*/ 1704565 w 5133567"/>
              <a:gd name="connsiteY4" fmla="*/ 3429006 h 3429006"/>
              <a:gd name="connsiteX5" fmla="*/ 1704565 w 5133567"/>
              <a:gd name="connsiteY5" fmla="*/ 3428500 h 3429006"/>
              <a:gd name="connsiteX6" fmla="*/ 1539214 w 5133567"/>
              <a:gd name="connsiteY6" fmla="*/ 3420150 h 3429006"/>
              <a:gd name="connsiteX7" fmla="*/ 0 w 5133567"/>
              <a:gd name="connsiteY7" fmla="*/ 1714500 h 3429006"/>
              <a:gd name="connsiteX8" fmla="*/ 1539211 w 5133567"/>
              <a:gd name="connsiteY8" fmla="*/ 8853 h 3429006"/>
              <a:gd name="connsiteX9" fmla="*/ 1704565 w 5133567"/>
              <a:gd name="connsiteY9" fmla="*/ 502 h 3429006"/>
              <a:gd name="connsiteX10" fmla="*/ 1704565 w 5133567"/>
              <a:gd name="connsiteY10" fmla="*/ 4 h 3429006"/>
              <a:gd name="connsiteX11" fmla="*/ 1714411 w 5133567"/>
              <a:gd name="connsiteY11" fmla="*/ 4 h 3429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133567" h="3429006">
                <a:moveTo>
                  <a:pt x="1714499" y="0"/>
                </a:moveTo>
                <a:lnTo>
                  <a:pt x="1714499" y="4"/>
                </a:lnTo>
                <a:lnTo>
                  <a:pt x="5133567" y="4"/>
                </a:lnTo>
                <a:lnTo>
                  <a:pt x="5133567" y="3429006"/>
                </a:lnTo>
                <a:lnTo>
                  <a:pt x="1704565" y="3429006"/>
                </a:lnTo>
                <a:lnTo>
                  <a:pt x="1704565" y="3428500"/>
                </a:lnTo>
                <a:lnTo>
                  <a:pt x="1539214" y="3420150"/>
                </a:lnTo>
                <a:cubicBezTo>
                  <a:pt x="674709" y="3332344"/>
                  <a:pt x="0" y="2602156"/>
                  <a:pt x="0" y="1714500"/>
                </a:cubicBezTo>
                <a:cubicBezTo>
                  <a:pt x="0" y="826845"/>
                  <a:pt x="674706" y="96659"/>
                  <a:pt x="1539211" y="8853"/>
                </a:cubicBezTo>
                <a:lnTo>
                  <a:pt x="1704565" y="502"/>
                </a:lnTo>
                <a:lnTo>
                  <a:pt x="1704565" y="4"/>
                </a:lnTo>
                <a:lnTo>
                  <a:pt x="1714411" y="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17" name="Tijdelijke aanduiding voor inhoud 2">
            <a:extLst>
              <a:ext uri="{FF2B5EF4-FFF2-40B4-BE49-F238E27FC236}">
                <a16:creationId xmlns:a16="http://schemas.microsoft.com/office/drawing/2014/main" id="{3D25DD5D-6F24-0B57-A0F6-B5CEB7A28B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1999" y="4914000"/>
            <a:ext cx="4104000" cy="129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ijdelijke aanduiding voor tekst 2">
            <a:extLst>
              <a:ext uri="{FF2B5EF4-FFF2-40B4-BE49-F238E27FC236}">
                <a16:creationId xmlns:a16="http://schemas.microsoft.com/office/drawing/2014/main" id="{7508C7E0-E1E1-A013-BACB-8CCBA3620262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2000" y="4425256"/>
            <a:ext cx="4104000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560495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with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Vrije vorm: vorm 8">
            <a:extLst>
              <a:ext uri="{FF2B5EF4-FFF2-40B4-BE49-F238E27FC236}">
                <a16:creationId xmlns:a16="http://schemas.microsoft.com/office/drawing/2014/main" id="{13156614-4367-8B7F-E075-63D8F02804C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334000" y="1"/>
            <a:ext cx="6858000" cy="6857993"/>
          </a:xfrm>
          <a:custGeom>
            <a:avLst/>
            <a:gdLst>
              <a:gd name="connsiteX0" fmla="*/ 3429108 w 6858000"/>
              <a:gd name="connsiteY0" fmla="*/ 1783951 h 6857993"/>
              <a:gd name="connsiteX1" fmla="*/ 3424523 w 6858000"/>
              <a:gd name="connsiteY1" fmla="*/ 1880797 h 6857993"/>
              <a:gd name="connsiteX2" fmla="*/ 1891629 w 6858000"/>
              <a:gd name="connsiteY2" fmla="*/ 3423454 h 6857993"/>
              <a:gd name="connsiteX3" fmla="*/ 1784003 w 6858000"/>
              <a:gd name="connsiteY3" fmla="*/ 3428888 h 6857993"/>
              <a:gd name="connsiteX4" fmla="*/ 1880789 w 6858000"/>
              <a:gd name="connsiteY4" fmla="*/ 3433471 h 6857993"/>
              <a:gd name="connsiteX5" fmla="*/ 3423455 w 6858000"/>
              <a:gd name="connsiteY5" fmla="*/ 4966373 h 6857993"/>
              <a:gd name="connsiteX6" fmla="*/ 3428998 w 6858000"/>
              <a:gd name="connsiteY6" fmla="*/ 5076136 h 6857993"/>
              <a:gd name="connsiteX7" fmla="*/ 3434541 w 6858000"/>
              <a:gd name="connsiteY7" fmla="*/ 4966368 h 6857993"/>
              <a:gd name="connsiteX8" fmla="*/ 4977198 w 6858000"/>
              <a:gd name="connsiteY8" fmla="*/ 3433473 h 6857993"/>
              <a:gd name="connsiteX9" fmla="*/ 5074020 w 6858000"/>
              <a:gd name="connsiteY9" fmla="*/ 3428889 h 6857993"/>
              <a:gd name="connsiteX10" fmla="*/ 4966376 w 6858000"/>
              <a:gd name="connsiteY10" fmla="*/ 3423454 h 6857993"/>
              <a:gd name="connsiteX11" fmla="*/ 3434546 w 6858000"/>
              <a:gd name="connsiteY11" fmla="*/ 1891624 h 6857993"/>
              <a:gd name="connsiteX12" fmla="*/ 1716142 w 6858000"/>
              <a:gd name="connsiteY12" fmla="*/ 0 h 6857993"/>
              <a:gd name="connsiteX13" fmla="*/ 1716184 w 6858000"/>
              <a:gd name="connsiteY13" fmla="*/ 0 h 6857993"/>
              <a:gd name="connsiteX14" fmla="*/ 1880802 w 6858000"/>
              <a:gd name="connsiteY14" fmla="*/ 7794 h 6857993"/>
              <a:gd name="connsiteX15" fmla="*/ 3423458 w 6858000"/>
              <a:gd name="connsiteY15" fmla="*/ 1540689 h 6857993"/>
              <a:gd name="connsiteX16" fmla="*/ 3429002 w 6858000"/>
              <a:gd name="connsiteY16" fmla="*/ 1650475 h 6857993"/>
              <a:gd name="connsiteX17" fmla="*/ 3434546 w 6858000"/>
              <a:gd name="connsiteY17" fmla="*/ 1540689 h 6857993"/>
              <a:gd name="connsiteX18" fmla="*/ 4977203 w 6858000"/>
              <a:gd name="connsiteY18" fmla="*/ 7794 h 6857993"/>
              <a:gd name="connsiteX19" fmla="*/ 5141821 w 6858000"/>
              <a:gd name="connsiteY19" fmla="*/ 0 h 6857993"/>
              <a:gd name="connsiteX20" fmla="*/ 5141863 w 6858000"/>
              <a:gd name="connsiteY20" fmla="*/ 0 h 6857993"/>
              <a:gd name="connsiteX21" fmla="*/ 5317310 w 6858000"/>
              <a:gd name="connsiteY21" fmla="*/ 8859 h 6857993"/>
              <a:gd name="connsiteX22" fmla="*/ 6858000 w 6858000"/>
              <a:gd name="connsiteY22" fmla="*/ 1716157 h 6857993"/>
              <a:gd name="connsiteX23" fmla="*/ 5317310 w 6858000"/>
              <a:gd name="connsiteY23" fmla="*/ 3423454 h 6857993"/>
              <a:gd name="connsiteX24" fmla="*/ 5207548 w 6858000"/>
              <a:gd name="connsiteY24" fmla="*/ 3428996 h 6857993"/>
              <a:gd name="connsiteX25" fmla="*/ 5317306 w 6858000"/>
              <a:gd name="connsiteY25" fmla="*/ 3434538 h 6857993"/>
              <a:gd name="connsiteX26" fmla="*/ 6857996 w 6858000"/>
              <a:gd name="connsiteY26" fmla="*/ 5141836 h 6857993"/>
              <a:gd name="connsiteX27" fmla="*/ 5141838 w 6858000"/>
              <a:gd name="connsiteY27" fmla="*/ 6857993 h 6857993"/>
              <a:gd name="connsiteX28" fmla="*/ 3425680 w 6858000"/>
              <a:gd name="connsiteY28" fmla="*/ 5141836 h 6857993"/>
              <a:gd name="connsiteX29" fmla="*/ 3425680 w 6858000"/>
              <a:gd name="connsiteY29" fmla="*/ 5141831 h 6857993"/>
              <a:gd name="connsiteX30" fmla="*/ 0 w 6858000"/>
              <a:gd name="connsiteY30" fmla="*/ 5141834 h 6857993"/>
              <a:gd name="connsiteX31" fmla="*/ 1540701 w 6858000"/>
              <a:gd name="connsiteY31" fmla="*/ 3434536 h 6857993"/>
              <a:gd name="connsiteX32" fmla="*/ 1650433 w 6858000"/>
              <a:gd name="connsiteY32" fmla="*/ 3428995 h 6857993"/>
              <a:gd name="connsiteX33" fmla="*/ 1540695 w 6858000"/>
              <a:gd name="connsiteY33" fmla="*/ 3423454 h 6857993"/>
              <a:gd name="connsiteX34" fmla="*/ 4 w 6858000"/>
              <a:gd name="connsiteY34" fmla="*/ 1716157 h 6857993"/>
              <a:gd name="connsiteX35" fmla="*/ 1540695 w 6858000"/>
              <a:gd name="connsiteY35" fmla="*/ 8859 h 6857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858000" h="6857993">
                <a:moveTo>
                  <a:pt x="3429108" y="1783951"/>
                </a:moveTo>
                <a:lnTo>
                  <a:pt x="3424523" y="1880797"/>
                </a:lnTo>
                <a:cubicBezTo>
                  <a:pt x="3347162" y="2693570"/>
                  <a:pt x="2702926" y="3341062"/>
                  <a:pt x="1891629" y="3423454"/>
                </a:cubicBezTo>
                <a:lnTo>
                  <a:pt x="1784003" y="3428888"/>
                </a:lnTo>
                <a:lnTo>
                  <a:pt x="1880789" y="3433471"/>
                </a:lnTo>
                <a:cubicBezTo>
                  <a:pt x="2693522" y="3510837"/>
                  <a:pt x="3341058" y="4155117"/>
                  <a:pt x="3423455" y="4966373"/>
                </a:cubicBezTo>
                <a:lnTo>
                  <a:pt x="3428998" y="5076136"/>
                </a:lnTo>
                <a:lnTo>
                  <a:pt x="3434541" y="4966368"/>
                </a:lnTo>
                <a:cubicBezTo>
                  <a:pt x="3516932" y="4155071"/>
                  <a:pt x="4164424" y="3510834"/>
                  <a:pt x="4977198" y="3433473"/>
                </a:cubicBezTo>
                <a:lnTo>
                  <a:pt x="5074020" y="3428889"/>
                </a:lnTo>
                <a:lnTo>
                  <a:pt x="4966376" y="3423454"/>
                </a:lnTo>
                <a:cubicBezTo>
                  <a:pt x="4158685" y="3341428"/>
                  <a:pt x="3516571" y="2699315"/>
                  <a:pt x="3434546" y="1891624"/>
                </a:cubicBezTo>
                <a:close/>
                <a:moveTo>
                  <a:pt x="1716142" y="0"/>
                </a:moveTo>
                <a:lnTo>
                  <a:pt x="1716184" y="0"/>
                </a:lnTo>
                <a:lnTo>
                  <a:pt x="1880802" y="7794"/>
                </a:lnTo>
                <a:cubicBezTo>
                  <a:pt x="2693575" y="85155"/>
                  <a:pt x="3341067" y="729392"/>
                  <a:pt x="3423458" y="1540689"/>
                </a:cubicBezTo>
                <a:lnTo>
                  <a:pt x="3429002" y="1650475"/>
                </a:lnTo>
                <a:lnTo>
                  <a:pt x="3434546" y="1540689"/>
                </a:lnTo>
                <a:cubicBezTo>
                  <a:pt x="3516937" y="729392"/>
                  <a:pt x="4164430" y="85155"/>
                  <a:pt x="4977203" y="7794"/>
                </a:cubicBezTo>
                <a:lnTo>
                  <a:pt x="5141821" y="0"/>
                </a:lnTo>
                <a:lnTo>
                  <a:pt x="5141863" y="0"/>
                </a:lnTo>
                <a:lnTo>
                  <a:pt x="5317310" y="8859"/>
                </a:lnTo>
                <a:cubicBezTo>
                  <a:pt x="6182692" y="96744"/>
                  <a:pt x="6858000" y="827587"/>
                  <a:pt x="6858000" y="1716157"/>
                </a:cubicBezTo>
                <a:cubicBezTo>
                  <a:pt x="6858000" y="2604726"/>
                  <a:pt x="6182693" y="3335569"/>
                  <a:pt x="5317310" y="3423454"/>
                </a:cubicBezTo>
                <a:lnTo>
                  <a:pt x="5207548" y="3428996"/>
                </a:lnTo>
                <a:lnTo>
                  <a:pt x="5317306" y="3434538"/>
                </a:lnTo>
                <a:cubicBezTo>
                  <a:pt x="6182687" y="3522422"/>
                  <a:pt x="6857996" y="4253266"/>
                  <a:pt x="6857996" y="5141836"/>
                </a:cubicBezTo>
                <a:cubicBezTo>
                  <a:pt x="6857996" y="6089644"/>
                  <a:pt x="6089646" y="6857993"/>
                  <a:pt x="5141838" y="6857993"/>
                </a:cubicBezTo>
                <a:cubicBezTo>
                  <a:pt x="4194030" y="6857993"/>
                  <a:pt x="3425680" y="6089644"/>
                  <a:pt x="3425680" y="5141836"/>
                </a:cubicBezTo>
                <a:lnTo>
                  <a:pt x="3425680" y="5141831"/>
                </a:lnTo>
                <a:lnTo>
                  <a:pt x="0" y="5141834"/>
                </a:lnTo>
                <a:cubicBezTo>
                  <a:pt x="0" y="4253321"/>
                  <a:pt x="675360" y="3522427"/>
                  <a:pt x="1540701" y="3434536"/>
                </a:cubicBezTo>
                <a:lnTo>
                  <a:pt x="1650433" y="3428995"/>
                </a:lnTo>
                <a:lnTo>
                  <a:pt x="1540695" y="3423454"/>
                </a:lnTo>
                <a:cubicBezTo>
                  <a:pt x="675311" y="3335569"/>
                  <a:pt x="4" y="2604726"/>
                  <a:pt x="4" y="1716157"/>
                </a:cubicBezTo>
                <a:cubicBezTo>
                  <a:pt x="4" y="827587"/>
                  <a:pt x="675311" y="96744"/>
                  <a:pt x="1540695" y="8859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18" name="Tijdelijke aanduiding voor tekst 2">
            <a:extLst>
              <a:ext uri="{FF2B5EF4-FFF2-40B4-BE49-F238E27FC236}">
                <a16:creationId xmlns:a16="http://schemas.microsoft.com/office/drawing/2014/main" id="{7508C7E0-E1E1-A013-BACB-8CCBA3620262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2000" y="4425256"/>
            <a:ext cx="4104000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rgbClr val="507AC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D8F73920-52E1-44A2-0B34-A09F90900A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1999" y="4914000"/>
            <a:ext cx="4104000" cy="129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827811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coll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Vrije vorm: vorm 35">
            <a:extLst>
              <a:ext uri="{FF2B5EF4-FFF2-40B4-BE49-F238E27FC236}">
                <a16:creationId xmlns:a16="http://schemas.microsoft.com/office/drawing/2014/main" id="{3D9350E0-8696-DA32-A180-6328BF239AC3}"/>
              </a:ext>
            </a:extLst>
          </p:cNvPr>
          <p:cNvSpPr/>
          <p:nvPr/>
        </p:nvSpPr>
        <p:spPr>
          <a:xfrm>
            <a:off x="3426483" y="3428964"/>
            <a:ext cx="3429036" cy="3429036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3 w 2286025"/>
              <a:gd name="connsiteY1" fmla="*/ 2286026 h 2286025"/>
              <a:gd name="connsiteX2" fmla="*/ 0 w 2286025"/>
              <a:gd name="connsiteY2" fmla="*/ 1143013 h 2286025"/>
              <a:gd name="connsiteX3" fmla="*/ 1143013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3" y="2286026"/>
                </a:cubicBezTo>
                <a:cubicBezTo>
                  <a:pt x="511744" y="2286026"/>
                  <a:pt x="0" y="1774282"/>
                  <a:pt x="0" y="1143013"/>
                </a:cubicBezTo>
                <a:cubicBezTo>
                  <a:pt x="0" y="511744"/>
                  <a:pt x="511744" y="0"/>
                  <a:pt x="1143013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37" name="Vrije vorm: vorm 36">
            <a:extLst>
              <a:ext uri="{FF2B5EF4-FFF2-40B4-BE49-F238E27FC236}">
                <a16:creationId xmlns:a16="http://schemas.microsoft.com/office/drawing/2014/main" id="{52168AE4-7D38-1528-A083-C10A4C1CD604}"/>
              </a:ext>
            </a:extLst>
          </p:cNvPr>
          <p:cNvSpPr/>
          <p:nvPr/>
        </p:nvSpPr>
        <p:spPr>
          <a:xfrm rot="10800000">
            <a:off x="0" y="220"/>
            <a:ext cx="3429036" cy="3429036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38" name="Vrije vorm: vorm 37">
            <a:extLst>
              <a:ext uri="{FF2B5EF4-FFF2-40B4-BE49-F238E27FC236}">
                <a16:creationId xmlns:a16="http://schemas.microsoft.com/office/drawing/2014/main" id="{F9F01986-A209-C5DD-EEC6-B234BE727B33}"/>
              </a:ext>
            </a:extLst>
          </p:cNvPr>
          <p:cNvSpPr/>
          <p:nvPr/>
        </p:nvSpPr>
        <p:spPr>
          <a:xfrm rot="5400000">
            <a:off x="5998252" y="4285872"/>
            <a:ext cx="3429037" cy="1714517"/>
          </a:xfrm>
          <a:custGeom>
            <a:avLst/>
            <a:gdLst>
              <a:gd name="connsiteX0" fmla="*/ 0 w 2286026"/>
              <a:gd name="connsiteY0" fmla="*/ 1143013 h 1143012"/>
              <a:gd name="connsiteX1" fmla="*/ 2286026 w 2286026"/>
              <a:gd name="connsiteY1" fmla="*/ 1143013 h 1143012"/>
              <a:gd name="connsiteX2" fmla="*/ 1143013 w 2286026"/>
              <a:gd name="connsiteY2" fmla="*/ 0 h 1143012"/>
              <a:gd name="connsiteX3" fmla="*/ 0 w 2286026"/>
              <a:gd name="connsiteY3" fmla="*/ 1143013 h 114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6" h="1143012">
                <a:moveTo>
                  <a:pt x="0" y="1143013"/>
                </a:moveTo>
                <a:lnTo>
                  <a:pt x="2286026" y="1143013"/>
                </a:lnTo>
                <a:lnTo>
                  <a:pt x="1143013" y="0"/>
                </a:lnTo>
                <a:lnTo>
                  <a:pt x="0" y="1143013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39" name="Vrije vorm: vorm 38">
            <a:extLst>
              <a:ext uri="{FF2B5EF4-FFF2-40B4-BE49-F238E27FC236}">
                <a16:creationId xmlns:a16="http://schemas.microsoft.com/office/drawing/2014/main" id="{EFDD5FEC-BF2E-84D8-04D4-81BD5074F91E}"/>
              </a:ext>
            </a:extLst>
          </p:cNvPr>
          <p:cNvSpPr/>
          <p:nvPr/>
        </p:nvSpPr>
        <p:spPr>
          <a:xfrm>
            <a:off x="3426477" y="-440"/>
            <a:ext cx="3429051" cy="3429052"/>
          </a:xfrm>
          <a:custGeom>
            <a:avLst/>
            <a:gdLst>
              <a:gd name="connsiteX0" fmla="*/ 2286035 w 2286035"/>
              <a:gd name="connsiteY0" fmla="*/ 0 h 2286036"/>
              <a:gd name="connsiteX1" fmla="*/ 2286036 w 2286035"/>
              <a:gd name="connsiteY1" fmla="*/ 2286036 h 2286036"/>
              <a:gd name="connsiteX2" fmla="*/ 0 w 2286035"/>
              <a:gd name="connsiteY2" fmla="*/ 2286037 h 2286036"/>
              <a:gd name="connsiteX3" fmla="*/ 2286035 w 2286035"/>
              <a:gd name="connsiteY3" fmla="*/ 0 h 2286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35" h="2286036">
                <a:moveTo>
                  <a:pt x="2286035" y="0"/>
                </a:moveTo>
                <a:lnTo>
                  <a:pt x="2286036" y="2286036"/>
                </a:lnTo>
                <a:lnTo>
                  <a:pt x="0" y="2286037"/>
                </a:lnTo>
                <a:lnTo>
                  <a:pt x="2286035" y="0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40" name="Vrije vorm: vorm 39">
            <a:extLst>
              <a:ext uri="{FF2B5EF4-FFF2-40B4-BE49-F238E27FC236}">
                <a16:creationId xmlns:a16="http://schemas.microsoft.com/office/drawing/2014/main" id="{55E0E4CE-B506-9217-9B9E-E2343788D48A}"/>
              </a:ext>
            </a:extLst>
          </p:cNvPr>
          <p:cNvSpPr/>
          <p:nvPr/>
        </p:nvSpPr>
        <p:spPr>
          <a:xfrm rot="10800000">
            <a:off x="6855512" y="-441"/>
            <a:ext cx="5336487" cy="3429698"/>
          </a:xfrm>
          <a:custGeom>
            <a:avLst/>
            <a:gdLst>
              <a:gd name="connsiteX0" fmla="*/ 3631909 w 5336487"/>
              <a:gd name="connsiteY0" fmla="*/ 3429698 h 3429698"/>
              <a:gd name="connsiteX1" fmla="*/ 0 w 5336487"/>
              <a:gd name="connsiteY1" fmla="*/ 3429698 h 3429698"/>
              <a:gd name="connsiteX2" fmla="*/ 0 w 5336487"/>
              <a:gd name="connsiteY2" fmla="*/ 661 h 3429698"/>
              <a:gd name="connsiteX3" fmla="*/ 3621967 w 5336487"/>
              <a:gd name="connsiteY3" fmla="*/ 661 h 3429698"/>
              <a:gd name="connsiteX4" fmla="*/ 3621967 w 5336487"/>
              <a:gd name="connsiteY4" fmla="*/ 0 h 3429698"/>
              <a:gd name="connsiteX5" fmla="*/ 5336487 w 5336487"/>
              <a:gd name="connsiteY5" fmla="*/ 1714519 h 3429698"/>
              <a:gd name="connsiteX6" fmla="*/ 3797259 w 5336487"/>
              <a:gd name="connsiteY6" fmla="*/ 3420185 h 3429698"/>
              <a:gd name="connsiteX7" fmla="*/ 3631909 w 5336487"/>
              <a:gd name="connsiteY7" fmla="*/ 3428535 h 3429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6487" h="3429698">
                <a:moveTo>
                  <a:pt x="3631909" y="3429698"/>
                </a:moveTo>
                <a:lnTo>
                  <a:pt x="0" y="3429698"/>
                </a:lnTo>
                <a:lnTo>
                  <a:pt x="0" y="661"/>
                </a:lnTo>
                <a:lnTo>
                  <a:pt x="3621967" y="661"/>
                </a:lnTo>
                <a:lnTo>
                  <a:pt x="3621967" y="0"/>
                </a:lnTo>
                <a:cubicBezTo>
                  <a:pt x="4568810" y="0"/>
                  <a:pt x="5336487" y="767676"/>
                  <a:pt x="5336487" y="1714519"/>
                </a:cubicBezTo>
                <a:cubicBezTo>
                  <a:pt x="5336487" y="2602184"/>
                  <a:pt x="4661774" y="3332378"/>
                  <a:pt x="3797259" y="3420185"/>
                </a:cubicBezTo>
                <a:lnTo>
                  <a:pt x="3631909" y="3428535"/>
                </a:lnTo>
                <a:close/>
              </a:path>
            </a:pathLst>
          </a:custGeom>
          <a:solidFill>
            <a:srgbClr val="D1E3F7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sp>
        <p:nvSpPr>
          <p:cNvPr id="35" name="Vrije vorm: vorm 34">
            <a:extLst>
              <a:ext uri="{FF2B5EF4-FFF2-40B4-BE49-F238E27FC236}">
                <a16:creationId xmlns:a16="http://schemas.microsoft.com/office/drawing/2014/main" id="{93CB61FE-BA5E-9C16-E27A-507DA565125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55511" y="3428963"/>
            <a:ext cx="1714518" cy="3429037"/>
          </a:xfrm>
          <a:custGeom>
            <a:avLst/>
            <a:gdLst>
              <a:gd name="connsiteX0" fmla="*/ 0 w 1714518"/>
              <a:gd name="connsiteY0" fmla="*/ 0 h 3429037"/>
              <a:gd name="connsiteX1" fmla="*/ 1714518 w 1714518"/>
              <a:gd name="connsiteY1" fmla="*/ 1714519 h 3429037"/>
              <a:gd name="connsiteX2" fmla="*/ 0 w 1714518"/>
              <a:gd name="connsiteY2" fmla="*/ 3429037 h 3429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4518" h="3429037">
                <a:moveTo>
                  <a:pt x="0" y="0"/>
                </a:moveTo>
                <a:lnTo>
                  <a:pt x="1714518" y="1714519"/>
                </a:lnTo>
                <a:lnTo>
                  <a:pt x="0" y="342903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32" name="Vrije vorm: vorm 31">
            <a:extLst>
              <a:ext uri="{FF2B5EF4-FFF2-40B4-BE49-F238E27FC236}">
                <a16:creationId xmlns:a16="http://schemas.microsoft.com/office/drawing/2014/main" id="{944F2E0D-CA5A-40AB-4146-4F789DB77E4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6441" y="3428964"/>
            <a:ext cx="3429038" cy="3429036"/>
          </a:xfrm>
          <a:custGeom>
            <a:avLst/>
            <a:gdLst>
              <a:gd name="connsiteX0" fmla="*/ 1714519 w 3429038"/>
              <a:gd name="connsiteY0" fmla="*/ 0 h 3429036"/>
              <a:gd name="connsiteX1" fmla="*/ 3429038 w 3429038"/>
              <a:gd name="connsiteY1" fmla="*/ 1714519 h 3429036"/>
              <a:gd name="connsiteX2" fmla="*/ 1889819 w 3429038"/>
              <a:gd name="connsiteY2" fmla="*/ 3420186 h 3429036"/>
              <a:gd name="connsiteX3" fmla="*/ 1714550 w 3429038"/>
              <a:gd name="connsiteY3" fmla="*/ 3429036 h 3429036"/>
              <a:gd name="connsiteX4" fmla="*/ 1714489 w 3429038"/>
              <a:gd name="connsiteY4" fmla="*/ 3429036 h 3429036"/>
              <a:gd name="connsiteX5" fmla="*/ 1539219 w 3429038"/>
              <a:gd name="connsiteY5" fmla="*/ 3420186 h 3429036"/>
              <a:gd name="connsiteX6" fmla="*/ 0 w 3429038"/>
              <a:gd name="connsiteY6" fmla="*/ 1714519 h 3429036"/>
              <a:gd name="connsiteX7" fmla="*/ 1714519 w 3429038"/>
              <a:gd name="connsiteY7" fmla="*/ 0 h 3429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038" h="3429036">
                <a:moveTo>
                  <a:pt x="1714519" y="0"/>
                </a:moveTo>
                <a:cubicBezTo>
                  <a:pt x="2661420" y="0"/>
                  <a:pt x="3429038" y="767616"/>
                  <a:pt x="3429038" y="1714519"/>
                </a:cubicBezTo>
                <a:cubicBezTo>
                  <a:pt x="3429038" y="2602241"/>
                  <a:pt x="2754376" y="3332385"/>
                  <a:pt x="1889819" y="3420186"/>
                </a:cubicBezTo>
                <a:lnTo>
                  <a:pt x="1714550" y="3429036"/>
                </a:lnTo>
                <a:lnTo>
                  <a:pt x="1714489" y="3429036"/>
                </a:lnTo>
                <a:lnTo>
                  <a:pt x="1539219" y="3420186"/>
                </a:lnTo>
                <a:cubicBezTo>
                  <a:pt x="674662" y="3332385"/>
                  <a:pt x="0" y="2602241"/>
                  <a:pt x="0" y="1714519"/>
                </a:cubicBezTo>
                <a:cubicBezTo>
                  <a:pt x="0" y="767616"/>
                  <a:pt x="767616" y="0"/>
                  <a:pt x="171451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29" name="Vrije vorm: vorm 28">
            <a:extLst>
              <a:ext uri="{FF2B5EF4-FFF2-40B4-BE49-F238E27FC236}">
                <a16:creationId xmlns:a16="http://schemas.microsoft.com/office/drawing/2014/main" id="{FC900A57-7926-24B7-9215-D2CE877694B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855513" y="0"/>
            <a:ext cx="5336487" cy="3429257"/>
          </a:xfrm>
          <a:custGeom>
            <a:avLst/>
            <a:gdLst>
              <a:gd name="connsiteX0" fmla="*/ 1704578 w 5336487"/>
              <a:gd name="connsiteY0" fmla="*/ 0 h 3429257"/>
              <a:gd name="connsiteX1" fmla="*/ 5336487 w 5336487"/>
              <a:gd name="connsiteY1" fmla="*/ 0 h 3429257"/>
              <a:gd name="connsiteX2" fmla="*/ 5336487 w 5336487"/>
              <a:gd name="connsiteY2" fmla="*/ 3428596 h 3429257"/>
              <a:gd name="connsiteX3" fmla="*/ 1714520 w 5336487"/>
              <a:gd name="connsiteY3" fmla="*/ 3428596 h 3429257"/>
              <a:gd name="connsiteX4" fmla="*/ 1714520 w 5336487"/>
              <a:gd name="connsiteY4" fmla="*/ 3429257 h 3429257"/>
              <a:gd name="connsiteX5" fmla="*/ 0 w 5336487"/>
              <a:gd name="connsiteY5" fmla="*/ 1714738 h 3429257"/>
              <a:gd name="connsiteX6" fmla="*/ 1539228 w 5336487"/>
              <a:gd name="connsiteY6" fmla="*/ 9072 h 3429257"/>
              <a:gd name="connsiteX7" fmla="*/ 1704578 w 5336487"/>
              <a:gd name="connsiteY7" fmla="*/ 722 h 3429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6487" h="3429257">
                <a:moveTo>
                  <a:pt x="1704578" y="0"/>
                </a:moveTo>
                <a:lnTo>
                  <a:pt x="5336487" y="0"/>
                </a:lnTo>
                <a:lnTo>
                  <a:pt x="5336487" y="3428596"/>
                </a:lnTo>
                <a:lnTo>
                  <a:pt x="1714520" y="3428596"/>
                </a:lnTo>
                <a:lnTo>
                  <a:pt x="1714520" y="3429257"/>
                </a:lnTo>
                <a:cubicBezTo>
                  <a:pt x="767677" y="3429257"/>
                  <a:pt x="0" y="2661581"/>
                  <a:pt x="0" y="1714738"/>
                </a:cubicBezTo>
                <a:cubicBezTo>
                  <a:pt x="0" y="827073"/>
                  <a:pt x="674713" y="96879"/>
                  <a:pt x="1539228" y="9072"/>
                </a:cubicBezTo>
                <a:lnTo>
                  <a:pt x="1704578" y="722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26" name="Vrije vorm: vorm 25">
            <a:extLst>
              <a:ext uri="{FF2B5EF4-FFF2-40B4-BE49-F238E27FC236}">
                <a16:creationId xmlns:a16="http://schemas.microsoft.com/office/drawing/2014/main" id="{A7F62A91-6B15-C9EE-382F-86A659D572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426450" y="0"/>
            <a:ext cx="3429053" cy="3428614"/>
          </a:xfrm>
          <a:custGeom>
            <a:avLst/>
            <a:gdLst>
              <a:gd name="connsiteX0" fmla="*/ 3428611 w 3429053"/>
              <a:gd name="connsiteY0" fmla="*/ 0 h 3428614"/>
              <a:gd name="connsiteX1" fmla="*/ 3429051 w 3429053"/>
              <a:gd name="connsiteY1" fmla="*/ 0 h 3428614"/>
              <a:gd name="connsiteX2" fmla="*/ 3429053 w 3429053"/>
              <a:gd name="connsiteY2" fmla="*/ 3428612 h 3428614"/>
              <a:gd name="connsiteX3" fmla="*/ 0 w 3429053"/>
              <a:gd name="connsiteY3" fmla="*/ 3428614 h 342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53" h="3428614">
                <a:moveTo>
                  <a:pt x="3428611" y="0"/>
                </a:moveTo>
                <a:lnTo>
                  <a:pt x="3429051" y="0"/>
                </a:lnTo>
                <a:lnTo>
                  <a:pt x="3429053" y="3428612"/>
                </a:lnTo>
                <a:lnTo>
                  <a:pt x="0" y="342861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58899A0D-0B1B-CA05-4E14-E7890944FE0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3429036" cy="3429037"/>
          </a:xfrm>
          <a:custGeom>
            <a:avLst/>
            <a:gdLst>
              <a:gd name="connsiteX0" fmla="*/ 0 w 3429036"/>
              <a:gd name="connsiteY0" fmla="*/ 0 h 3429037"/>
              <a:gd name="connsiteX1" fmla="*/ 3429036 w 3429036"/>
              <a:gd name="connsiteY1" fmla="*/ 0 h 3429037"/>
              <a:gd name="connsiteX2" fmla="*/ 3429036 w 3429036"/>
              <a:gd name="connsiteY2" fmla="*/ 3429037 h 3429037"/>
              <a:gd name="connsiteX3" fmla="*/ 0 w 3429036"/>
              <a:gd name="connsiteY3" fmla="*/ 3429037 h 3429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36" h="3429037">
                <a:moveTo>
                  <a:pt x="0" y="0"/>
                </a:moveTo>
                <a:lnTo>
                  <a:pt x="3429036" y="0"/>
                </a:lnTo>
                <a:lnTo>
                  <a:pt x="3429036" y="3429037"/>
                </a:lnTo>
                <a:lnTo>
                  <a:pt x="0" y="342903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49759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059F41D-D72F-FEDC-A7E6-088E2230AB0A}"/>
              </a:ext>
            </a:extLst>
          </p:cNvPr>
          <p:cNvSpPr/>
          <p:nvPr userDrawn="1"/>
        </p:nvSpPr>
        <p:spPr>
          <a:xfrm>
            <a:off x="10393017" y="0"/>
            <a:ext cx="1798983" cy="6858000"/>
          </a:xfrm>
          <a:prstGeom prst="rect">
            <a:avLst/>
          </a:prstGeom>
          <a:solidFill>
            <a:srgbClr val="D1E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3A5B7-F7A1-2A81-B060-4471930D9C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572405" y="757378"/>
            <a:ext cx="1460500" cy="57895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F35CCA02-3568-3A02-9680-855D34061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19537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96FC90C2-ACA2-ACD2-664D-241450A0F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000" y="1801091"/>
            <a:ext cx="9242337" cy="4745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Tijdelijke aanduiding voor titel 1">
            <a:extLst>
              <a:ext uri="{FF2B5EF4-FFF2-40B4-BE49-F238E27FC236}">
                <a16:creationId xmlns:a16="http://schemas.microsoft.com/office/drawing/2014/main" id="{45970DDB-F780-F654-B656-A255BAD23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57379"/>
            <a:ext cx="9242337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0864728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059F41D-D72F-FEDC-A7E6-088E2230AB0A}"/>
              </a:ext>
            </a:extLst>
          </p:cNvPr>
          <p:cNvSpPr/>
          <p:nvPr userDrawn="1"/>
        </p:nvSpPr>
        <p:spPr>
          <a:xfrm>
            <a:off x="9488557" y="0"/>
            <a:ext cx="2703443" cy="6858000"/>
          </a:xfrm>
          <a:prstGeom prst="rect">
            <a:avLst/>
          </a:prstGeom>
          <a:solidFill>
            <a:srgbClr val="D1E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67E2520-EB25-E635-21F8-8F668D2E9C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67944" y="757378"/>
            <a:ext cx="2325273" cy="57895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6D9F44B1-96BA-0F24-91E5-497E329BAB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1232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6" name="Tijdelijke aanduiding voor tekst 2">
            <a:extLst>
              <a:ext uri="{FF2B5EF4-FFF2-40B4-BE49-F238E27FC236}">
                <a16:creationId xmlns:a16="http://schemas.microsoft.com/office/drawing/2014/main" id="{F22773E1-EE86-D3C8-8681-299234165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001" y="1801091"/>
            <a:ext cx="8364032" cy="4745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Tijdelijke aanduiding voor titel 1">
            <a:extLst>
              <a:ext uri="{FF2B5EF4-FFF2-40B4-BE49-F238E27FC236}">
                <a16:creationId xmlns:a16="http://schemas.microsoft.com/office/drawing/2014/main" id="{02CEE4D8-5BA1-708A-F47A-1B7E5DCA0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1" y="757379"/>
            <a:ext cx="8364032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77075235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059F41D-D72F-FEDC-A7E6-088E2230AB0A}"/>
              </a:ext>
            </a:extLst>
          </p:cNvPr>
          <p:cNvSpPr/>
          <p:nvPr userDrawn="1"/>
        </p:nvSpPr>
        <p:spPr>
          <a:xfrm>
            <a:off x="8951843" y="0"/>
            <a:ext cx="3240157" cy="6858000"/>
          </a:xfrm>
          <a:prstGeom prst="rect">
            <a:avLst/>
          </a:prstGeom>
          <a:solidFill>
            <a:srgbClr val="D1E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A0A8831-D115-3A53-5004-562A479AA5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1230" y="757378"/>
            <a:ext cx="2871925" cy="57895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4D9A6534-87C9-875C-70B6-EE6BA26B1D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62060" y="6596579"/>
            <a:ext cx="4088593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6" name="Tijdelijke aanduiding voor tekst 2">
            <a:extLst>
              <a:ext uri="{FF2B5EF4-FFF2-40B4-BE49-F238E27FC236}">
                <a16:creationId xmlns:a16="http://schemas.microsoft.com/office/drawing/2014/main" id="{7A6F77A0-0872-05E8-6608-B7874EBEA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001" y="1801091"/>
            <a:ext cx="7834641" cy="4745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Tijdelijke aanduiding voor titel 1">
            <a:extLst>
              <a:ext uri="{FF2B5EF4-FFF2-40B4-BE49-F238E27FC236}">
                <a16:creationId xmlns:a16="http://schemas.microsoft.com/office/drawing/2014/main" id="{E58E1DB6-8073-7EF5-6D6A-7600FB122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1" y="757379"/>
            <a:ext cx="7834641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9550689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E83433-073D-FAD0-8CBF-5DDC296A90B1}"/>
              </a:ext>
            </a:extLst>
          </p:cNvPr>
          <p:cNvSpPr/>
          <p:nvPr userDrawn="1"/>
        </p:nvSpPr>
        <p:spPr>
          <a:xfrm>
            <a:off x="8047383" y="0"/>
            <a:ext cx="4144617" cy="6858000"/>
          </a:xfrm>
          <a:prstGeom prst="rect">
            <a:avLst/>
          </a:prstGeom>
          <a:solidFill>
            <a:srgbClr val="D1E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B02C5CF-7565-E7B3-8279-F453CE14D5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26771" y="757378"/>
            <a:ext cx="3726690" cy="57895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ED348FBD-2F76-BA4B-3558-FE1A05673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94044" y="6596579"/>
            <a:ext cx="4029929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6" name="Tijdelijke aanduiding voor tekst 2">
            <a:extLst>
              <a:ext uri="{FF2B5EF4-FFF2-40B4-BE49-F238E27FC236}">
                <a16:creationId xmlns:a16="http://schemas.microsoft.com/office/drawing/2014/main" id="{F4E8261F-AC04-FE49-3991-56F4FE954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001" y="1801091"/>
            <a:ext cx="6872115" cy="4745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Tijdelijke aanduiding voor titel 1">
            <a:extLst>
              <a:ext uri="{FF2B5EF4-FFF2-40B4-BE49-F238E27FC236}">
                <a16:creationId xmlns:a16="http://schemas.microsoft.com/office/drawing/2014/main" id="{314A52BB-D8EE-E2FF-7130-A29D99208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1" y="757379"/>
            <a:ext cx="6872115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41021123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F468A8-737A-DF6D-C79B-096FBA540272}"/>
              </a:ext>
            </a:extLst>
          </p:cNvPr>
          <p:cNvSpPr/>
          <p:nvPr userDrawn="1"/>
        </p:nvSpPr>
        <p:spPr>
          <a:xfrm>
            <a:off x="7527636" y="0"/>
            <a:ext cx="4664364" cy="6858000"/>
          </a:xfrm>
          <a:prstGeom prst="rect">
            <a:avLst/>
          </a:prstGeom>
          <a:solidFill>
            <a:srgbClr val="D1E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5B297B7-87E9-B5B5-95F1-7205E20B42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07023" y="757379"/>
            <a:ext cx="4207885" cy="580153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01B8C0EA-8405-6130-2362-1597F4DDA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95065" y="6596579"/>
            <a:ext cx="4055479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2" name="Tijdelijke aanduiding voor tekst 2">
            <a:extLst>
              <a:ext uri="{FF2B5EF4-FFF2-40B4-BE49-F238E27FC236}">
                <a16:creationId xmlns:a16="http://schemas.microsoft.com/office/drawing/2014/main" id="{6488265E-8160-5992-6D73-2B73BAC1A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001" y="1801091"/>
            <a:ext cx="6458543" cy="4745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Tijdelijke aanduiding voor titel 1">
            <a:extLst>
              <a:ext uri="{FF2B5EF4-FFF2-40B4-BE49-F238E27FC236}">
                <a16:creationId xmlns:a16="http://schemas.microsoft.com/office/drawing/2014/main" id="{7E9EE4A0-972A-A7F6-4EE3-D10E9A0DF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1" y="757379"/>
            <a:ext cx="6458543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54019712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BD671F49-0887-DA69-3DA1-4139513481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99321" y="6596579"/>
            <a:ext cx="4374503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9D5898-A1BE-FE2F-D91C-486F5259D282}"/>
              </a:ext>
            </a:extLst>
          </p:cNvPr>
          <p:cNvSpPr/>
          <p:nvPr userDrawn="1"/>
        </p:nvSpPr>
        <p:spPr>
          <a:xfrm>
            <a:off x="6407408" y="0"/>
            <a:ext cx="5784592" cy="6858000"/>
          </a:xfrm>
          <a:prstGeom prst="rect">
            <a:avLst/>
          </a:prstGeom>
          <a:solidFill>
            <a:srgbClr val="D1E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86F87-7F7F-BF3F-D31C-CA51F48BA4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92217" y="757379"/>
            <a:ext cx="5270918" cy="580153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Tijdelijke aanduiding voor tekst 2">
            <a:extLst>
              <a:ext uri="{FF2B5EF4-FFF2-40B4-BE49-F238E27FC236}">
                <a16:creationId xmlns:a16="http://schemas.microsoft.com/office/drawing/2014/main" id="{080F6F6E-E143-0931-E684-7672A62E6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001" y="1801091"/>
            <a:ext cx="5281823" cy="4745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Tijdelijke aanduiding voor titel 1">
            <a:extLst>
              <a:ext uri="{FF2B5EF4-FFF2-40B4-BE49-F238E27FC236}">
                <a16:creationId xmlns:a16="http://schemas.microsoft.com/office/drawing/2014/main" id="{E9F72359-46EA-4AB3-5334-6B88D853B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1" y="757379"/>
            <a:ext cx="5281823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98331070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059F41D-D72F-FEDC-A7E6-088E2230AB0A}"/>
              </a:ext>
            </a:extLst>
          </p:cNvPr>
          <p:cNvSpPr/>
          <p:nvPr userDrawn="1"/>
        </p:nvSpPr>
        <p:spPr>
          <a:xfrm>
            <a:off x="0" y="0"/>
            <a:ext cx="1798983" cy="6858000"/>
          </a:xfrm>
          <a:prstGeom prst="rect">
            <a:avLst/>
          </a:prstGeom>
          <a:solidFill>
            <a:srgbClr val="D1E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3A5B7-F7A1-2A81-B060-4471930D9C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388" y="757378"/>
            <a:ext cx="1460500" cy="57895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21265A45-647C-3886-BF94-32A55722A1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25138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5" name="Tijdelijke aanduiding voor tekst 2">
            <a:extLst>
              <a:ext uri="{FF2B5EF4-FFF2-40B4-BE49-F238E27FC236}">
                <a16:creationId xmlns:a16="http://schemas.microsoft.com/office/drawing/2014/main" id="{CDA8A352-CDFA-8CF9-C554-7EFAFA560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3028" y="1801091"/>
            <a:ext cx="9226910" cy="4745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Tijdelijke aanduiding voor titel 1">
            <a:extLst>
              <a:ext uri="{FF2B5EF4-FFF2-40B4-BE49-F238E27FC236}">
                <a16:creationId xmlns:a16="http://schemas.microsoft.com/office/drawing/2014/main" id="{5319A237-3E05-DB35-9CDA-0EA12A4F8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3028" y="757379"/>
            <a:ext cx="9226910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91606775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059F41D-D72F-FEDC-A7E6-088E2230AB0A}"/>
              </a:ext>
            </a:extLst>
          </p:cNvPr>
          <p:cNvSpPr/>
          <p:nvPr userDrawn="1"/>
        </p:nvSpPr>
        <p:spPr>
          <a:xfrm>
            <a:off x="0" y="0"/>
            <a:ext cx="2703443" cy="6858000"/>
          </a:xfrm>
          <a:prstGeom prst="rect">
            <a:avLst/>
          </a:prstGeom>
          <a:solidFill>
            <a:srgbClr val="D1E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67E2520-EB25-E635-21F8-8F668D2E9C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387" y="757379"/>
            <a:ext cx="2325273" cy="57895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B9182200-04F5-D139-43B1-870EB7BD17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25138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B1C0DAAA-748F-39BD-BC59-4E9CB5163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9762" y="1801091"/>
            <a:ext cx="8400176" cy="4745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Tijdelijke aanduiding voor titel 1">
            <a:extLst>
              <a:ext uri="{FF2B5EF4-FFF2-40B4-BE49-F238E27FC236}">
                <a16:creationId xmlns:a16="http://schemas.microsoft.com/office/drawing/2014/main" id="{A2ED5315-825C-6772-C3B6-A75E428FF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762" y="757379"/>
            <a:ext cx="8400176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8516040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059F41D-D72F-FEDC-A7E6-088E2230AB0A}"/>
              </a:ext>
            </a:extLst>
          </p:cNvPr>
          <p:cNvSpPr/>
          <p:nvPr userDrawn="1"/>
        </p:nvSpPr>
        <p:spPr>
          <a:xfrm>
            <a:off x="0" y="0"/>
            <a:ext cx="3240157" cy="6858000"/>
          </a:xfrm>
          <a:prstGeom prst="rect">
            <a:avLst/>
          </a:prstGeom>
          <a:solidFill>
            <a:srgbClr val="D1E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A0A8831-D115-3A53-5004-562A479AA5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387" y="757378"/>
            <a:ext cx="2871925" cy="57895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DF960804-4A6D-D143-5D25-C558E1C5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25138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CD9E1A24-DB3C-F6EC-A97E-85C999D78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5816" y="1801091"/>
            <a:ext cx="7844122" cy="4745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Tijdelijke aanduiding voor titel 1">
            <a:extLst>
              <a:ext uri="{FF2B5EF4-FFF2-40B4-BE49-F238E27FC236}">
                <a16:creationId xmlns:a16="http://schemas.microsoft.com/office/drawing/2014/main" id="{E88563FD-7477-61E2-3EDF-F291B982D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816" y="757379"/>
            <a:ext cx="7844122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68020276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059F41D-D72F-FEDC-A7E6-088E2230AB0A}"/>
              </a:ext>
            </a:extLst>
          </p:cNvPr>
          <p:cNvSpPr/>
          <p:nvPr userDrawn="1"/>
        </p:nvSpPr>
        <p:spPr>
          <a:xfrm>
            <a:off x="0" y="0"/>
            <a:ext cx="4144617" cy="6858000"/>
          </a:xfrm>
          <a:prstGeom prst="rect">
            <a:avLst/>
          </a:prstGeom>
          <a:solidFill>
            <a:srgbClr val="D1E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CA03C8C-655D-7451-C879-3DDEE48C56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388" y="757379"/>
            <a:ext cx="3726690" cy="57587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8D22A261-537D-62EE-35EE-1AB8F101F2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25138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2" name="Tijdelijke aanduiding voor tekst 2">
            <a:extLst>
              <a:ext uri="{FF2B5EF4-FFF2-40B4-BE49-F238E27FC236}">
                <a16:creationId xmlns:a16="http://schemas.microsoft.com/office/drawing/2014/main" id="{EA9E01B0-3826-14AA-D910-0F2FE0F2F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0" y="1801091"/>
            <a:ext cx="6905008" cy="4745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ijdelijke aanduiding voor titel 1">
            <a:extLst>
              <a:ext uri="{FF2B5EF4-FFF2-40B4-BE49-F238E27FC236}">
                <a16:creationId xmlns:a16="http://schemas.microsoft.com/office/drawing/2014/main" id="{D53AD50B-09B7-F639-0566-9317E2F20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4930" y="757379"/>
            <a:ext cx="6905008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75376027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49EB1D-971E-E4E2-3CB7-024C78164081}"/>
              </a:ext>
            </a:extLst>
          </p:cNvPr>
          <p:cNvSpPr/>
          <p:nvPr userDrawn="1"/>
        </p:nvSpPr>
        <p:spPr>
          <a:xfrm>
            <a:off x="0" y="0"/>
            <a:ext cx="4664364" cy="6858000"/>
          </a:xfrm>
          <a:prstGeom prst="rect">
            <a:avLst/>
          </a:prstGeom>
          <a:solidFill>
            <a:srgbClr val="D1E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E55A908-64FF-F9CF-24B3-3A95B5B406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387" y="757379"/>
            <a:ext cx="4207885" cy="580153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3480D1DE-C024-AA5F-EA1A-49AEE8BA50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25138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5D18E434-AAC6-8234-A7AA-79F638485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2130" y="1801091"/>
            <a:ext cx="6447808" cy="4745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Tijdelijke aanduiding voor titel 1">
            <a:extLst>
              <a:ext uri="{FF2B5EF4-FFF2-40B4-BE49-F238E27FC236}">
                <a16:creationId xmlns:a16="http://schemas.microsoft.com/office/drawing/2014/main" id="{7BE582C2-A152-0361-BD1A-A59AEEDCB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2130" y="757379"/>
            <a:ext cx="6447808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56261756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07C9DBB-B16D-33E3-8D54-51CC5DA0DCBE}"/>
              </a:ext>
            </a:extLst>
          </p:cNvPr>
          <p:cNvSpPr/>
          <p:nvPr userDrawn="1"/>
        </p:nvSpPr>
        <p:spPr>
          <a:xfrm>
            <a:off x="-19896" y="0"/>
            <a:ext cx="5784592" cy="6858000"/>
          </a:xfrm>
          <a:prstGeom prst="rect">
            <a:avLst/>
          </a:prstGeom>
          <a:solidFill>
            <a:srgbClr val="D1E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B59FCA4-BDEC-A9A7-385B-4259D20730F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4913" y="757379"/>
            <a:ext cx="5270918" cy="580153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C051C24-ED41-E969-23B4-DB87FAB58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25138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9" name="Tijdelijke aanduiding voor tekst 2">
            <a:extLst>
              <a:ext uri="{FF2B5EF4-FFF2-40B4-BE49-F238E27FC236}">
                <a16:creationId xmlns:a16="http://schemas.microsoft.com/office/drawing/2014/main" id="{6A464F73-8228-CE17-F991-8ECD73CBE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01091"/>
            <a:ext cx="5343938" cy="4745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Tijdelijke aanduiding voor titel 1">
            <a:extLst>
              <a:ext uri="{FF2B5EF4-FFF2-40B4-BE49-F238E27FC236}">
                <a16:creationId xmlns:a16="http://schemas.microsoft.com/office/drawing/2014/main" id="{B62EF579-30C1-3F2A-174E-6E7B1E98A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57379"/>
            <a:ext cx="5343938" cy="368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4530070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widt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F7F5925E-98AA-0FE4-C000-F64D8B4F70E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92162" y="647700"/>
            <a:ext cx="10647776" cy="577297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59008D4-5F91-DF54-91D9-F9C33BC6C4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25138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2413875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widt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22944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B826D-2851-4ED8-5787-389318C3E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000" y="5558589"/>
            <a:ext cx="5616000" cy="5310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131B6-8527-E94A-9535-3CA6BE60E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F3B65-56F9-3C81-53CE-C06BFEF52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C0029-D788-FC21-4BE8-53D5B50BA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C616B-0842-F943-ABDB-00B741DDA2D5}" type="slidenum">
              <a:rPr lang="en-BE" smtClean="0"/>
              <a:t>‹#›</a:t>
            </a:fld>
            <a:endParaRPr lang="en-B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A3DBF50-79D6-BBB6-8EA5-EBEC06B9D3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000" y="3428996"/>
            <a:ext cx="5616000" cy="200927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 b="1">
                <a:solidFill>
                  <a:schemeClr val="bg1"/>
                </a:solidFill>
                <a:latin typeface="Trebuchet MS" panose="020B070302020209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ijdelijke aanduiding voor tekst 26">
            <a:extLst>
              <a:ext uri="{FF2B5EF4-FFF2-40B4-BE49-F238E27FC236}">
                <a16:creationId xmlns:a16="http://schemas.microsoft.com/office/drawing/2014/main" id="{4B697287-058B-C122-ADD1-324BA5D628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8655" y="288000"/>
            <a:ext cx="3433345" cy="43758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descriptor </a:t>
            </a:r>
            <a:r>
              <a:rPr lang="nl-NL" dirty="0" err="1"/>
              <a:t>text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16470312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B2F92-7B2C-3298-996A-E15BB2C0B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C616B-0842-F943-ABDB-00B741DDA2D5}" type="slidenum">
              <a:rPr lang="en-BE" smtClean="0"/>
              <a:t>‹#›</a:t>
            </a:fld>
            <a:endParaRPr lang="en-BE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A90D3667-A3D9-AD08-1AB2-30B39FE7C1A7}"/>
              </a:ext>
            </a:extLst>
          </p:cNvPr>
          <p:cNvSpPr txBox="1">
            <a:spLocks/>
          </p:cNvSpPr>
          <p:nvPr userDrawn="1"/>
        </p:nvSpPr>
        <p:spPr>
          <a:xfrm>
            <a:off x="7239000" y="6611782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NL"/>
            </a:defPPr>
            <a:lvl1pPr marL="0" algn="r" defTabSz="9144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BE"/>
              <a:t>Source</a:t>
            </a:r>
            <a:endParaRPr lang="en-BE" dirty="0"/>
          </a:p>
        </p:txBody>
      </p:sp>
      <p:sp>
        <p:nvSpPr>
          <p:cNvPr id="2" name="Tijdelijke aanduiding voor inhoud 15">
            <a:extLst>
              <a:ext uri="{FF2B5EF4-FFF2-40B4-BE49-F238E27FC236}">
                <a16:creationId xmlns:a16="http://schemas.microsoft.com/office/drawing/2014/main" id="{B46E43A1-ADB9-95E5-04AC-11A389F0133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92000" y="1941197"/>
            <a:ext cx="10608000" cy="4311812"/>
          </a:xfrm>
        </p:spPr>
        <p:txBody>
          <a:bodyPr/>
          <a:lstStyle>
            <a:lvl1pPr>
              <a:buClr>
                <a:schemeClr val="bg1"/>
              </a:buClr>
              <a:defRPr/>
            </a:lvl1pPr>
            <a:lvl2pPr>
              <a:buClr>
                <a:schemeClr val="bg1"/>
              </a:buClr>
              <a:defRPr/>
            </a:lvl2pPr>
            <a:lvl3pPr>
              <a:buClr>
                <a:schemeClr val="bg1"/>
              </a:buClr>
              <a:defRPr/>
            </a:lvl3pPr>
            <a:lvl4pPr>
              <a:buClr>
                <a:schemeClr val="bg1"/>
              </a:buClr>
              <a:defRPr/>
            </a:lvl4pPr>
            <a:lvl5pPr>
              <a:buClr>
                <a:schemeClr val="bg1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jdelijke aanduiding voor titel 1">
            <a:extLst>
              <a:ext uri="{FF2B5EF4-FFF2-40B4-BE49-F238E27FC236}">
                <a16:creationId xmlns:a16="http://schemas.microsoft.com/office/drawing/2014/main" id="{FA6AB9BD-042E-E2F1-A701-78009F09E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10608000" cy="715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47950193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B2F92-7B2C-3298-996A-E15BB2C0B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C616B-0842-F943-ABDB-00B741DDA2D5}" type="slidenum">
              <a:rPr lang="en-BE" smtClean="0"/>
              <a:t>‹#›</a:t>
            </a:fld>
            <a:endParaRPr lang="en-BE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05E8474-5B0E-E124-BFAF-4844ACFE18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9000" y="6611782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4" name="Tijdelijke aanduiding voor inhoud 15">
            <a:extLst>
              <a:ext uri="{FF2B5EF4-FFF2-40B4-BE49-F238E27FC236}">
                <a16:creationId xmlns:a16="http://schemas.microsoft.com/office/drawing/2014/main" id="{9215E867-B0EB-496A-93A7-9728CAA121C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92000" y="1941197"/>
            <a:ext cx="10608000" cy="4311812"/>
          </a:xfrm>
        </p:spPr>
        <p:txBody>
          <a:bodyPr/>
          <a:lstStyle>
            <a:lvl1pPr>
              <a:buClr>
                <a:schemeClr val="bg1"/>
              </a:buClr>
              <a:defRPr/>
            </a:lvl1pPr>
            <a:lvl2pPr>
              <a:buClr>
                <a:schemeClr val="bg1"/>
              </a:buClr>
              <a:defRPr/>
            </a:lvl2pPr>
            <a:lvl3pPr>
              <a:buClr>
                <a:schemeClr val="bg1"/>
              </a:buClr>
              <a:defRPr/>
            </a:lvl3pPr>
            <a:lvl4pPr>
              <a:buClr>
                <a:schemeClr val="bg1"/>
              </a:buClr>
              <a:defRPr/>
            </a:lvl4pPr>
            <a:lvl5pPr>
              <a:buClr>
                <a:schemeClr val="bg1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jdelijke aanduiding voor tekst 2">
            <a:extLst>
              <a:ext uri="{FF2B5EF4-FFF2-40B4-BE49-F238E27FC236}">
                <a16:creationId xmlns:a16="http://schemas.microsoft.com/office/drawing/2014/main" id="{A112FF8A-CCA0-B37F-7A78-9FD66B7C897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2000" y="1370911"/>
            <a:ext cx="10608000" cy="36177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9" name="Tijdelijke aanduiding voor titel 1">
            <a:extLst>
              <a:ext uri="{FF2B5EF4-FFF2-40B4-BE49-F238E27FC236}">
                <a16:creationId xmlns:a16="http://schemas.microsoft.com/office/drawing/2014/main" id="{FFD731DB-42AD-D83F-981B-C0DE6FFBD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10608000" cy="715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701044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94925F7-3367-5E1C-72A7-0F7C7D5098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000" y="3428996"/>
            <a:ext cx="5616000" cy="26280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 b="1">
                <a:solidFill>
                  <a:schemeClr val="bg1"/>
                </a:solidFill>
                <a:latin typeface="Trebuchet MS" panose="020B070302020209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172C627-6B22-1CE4-C94A-AD37FEE63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000" y="288000"/>
            <a:ext cx="914400" cy="485775"/>
          </a:xfrm>
          <a:prstGeom prst="rect">
            <a:avLst/>
          </a:prstGeom>
        </p:spPr>
      </p:pic>
      <p:sp>
        <p:nvSpPr>
          <p:cNvPr id="3" name="Tijdelijke aanduiding voor tekst 26">
            <a:extLst>
              <a:ext uri="{FF2B5EF4-FFF2-40B4-BE49-F238E27FC236}">
                <a16:creationId xmlns:a16="http://schemas.microsoft.com/office/drawing/2014/main" id="{3323596C-789A-A39A-B269-94D6937570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98655" y="288000"/>
            <a:ext cx="3433345" cy="57232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descriptor </a:t>
            </a:r>
            <a:r>
              <a:rPr lang="nl-NL" dirty="0" err="1"/>
              <a:t>text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51894419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B8F33D-5F9F-00A1-D77B-C5C3EEA51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C616B-0842-F943-ABDB-00B741DDA2D5}" type="slidenum">
              <a:rPr lang="en-BE" smtClean="0"/>
              <a:t>‹#›</a:t>
            </a:fld>
            <a:endParaRPr lang="en-BE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3003954-839D-1776-5EF0-AD7BF1FD8E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9000" y="6611782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9" name="Tijdelijke aanduiding voor tekst 2">
            <a:extLst>
              <a:ext uri="{FF2B5EF4-FFF2-40B4-BE49-F238E27FC236}">
                <a16:creationId xmlns:a16="http://schemas.microsoft.com/office/drawing/2014/main" id="{54A04D59-ED64-0F8F-617B-0BEF4A7E2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000" y="1941197"/>
            <a:ext cx="5039999" cy="43118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Tijdelijke aanduiding voor titel 1">
            <a:extLst>
              <a:ext uri="{FF2B5EF4-FFF2-40B4-BE49-F238E27FC236}">
                <a16:creationId xmlns:a16="http://schemas.microsoft.com/office/drawing/2014/main" id="{E68B81AE-A8D5-E5D4-87B3-F7D695369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10608000" cy="715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  <p:sp>
        <p:nvSpPr>
          <p:cNvPr id="13" name="Tijdelijke aanduiding voor inhoud 2">
            <a:extLst>
              <a:ext uri="{FF2B5EF4-FFF2-40B4-BE49-F238E27FC236}">
                <a16:creationId xmlns:a16="http://schemas.microsoft.com/office/drawing/2014/main" id="{4AD41C20-41A5-FFF8-17E5-51E622655AE9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6360002" y="1941197"/>
            <a:ext cx="5040000" cy="4314130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2378748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DACFE9-D268-1EBA-E044-59905DB47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C616B-0842-F943-ABDB-00B741DDA2D5}" type="slidenum">
              <a:rPr lang="en-BE" smtClean="0"/>
              <a:t>‹#›</a:t>
            </a:fld>
            <a:endParaRPr lang="en-BE"/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885737F8-4D95-B066-E803-42D9D3D0F23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239000" y="6611782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40E9922D-18A2-6F35-001A-E04A4A5D3F4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91999" y="1382389"/>
            <a:ext cx="5040001" cy="3225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E2C082A3-748F-F0DF-4F1D-1F413B0F08CD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359998" y="1382388"/>
            <a:ext cx="5040001" cy="3225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FAAF8005-DC05-D4ED-A592-EEDC70687C0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92000" y="1941197"/>
            <a:ext cx="5040000" cy="4314130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96F87B5B-2C0A-D4DB-4B60-4CF7A034941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6360002" y="1941197"/>
            <a:ext cx="5040000" cy="4314130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jdelijke aanduiding voor titel 1">
            <a:extLst>
              <a:ext uri="{FF2B5EF4-FFF2-40B4-BE49-F238E27FC236}">
                <a16:creationId xmlns:a16="http://schemas.microsoft.com/office/drawing/2014/main" id="{C24388A5-0196-754A-2A87-B3F1FD60A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10608000" cy="715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50089539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B2F1A5-44AA-08B6-A50B-FDE8D45D1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C616B-0842-F943-ABDB-00B741DDA2D5}" type="slidenum">
              <a:rPr lang="en-BE" smtClean="0"/>
              <a:t>‹#›</a:t>
            </a:fld>
            <a:endParaRPr lang="en-BE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2C1B829-E238-DD18-9F06-F4862278F6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9000" y="6611782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3" name="Tijdelijke aanduiding voor titel 1">
            <a:extLst>
              <a:ext uri="{FF2B5EF4-FFF2-40B4-BE49-F238E27FC236}">
                <a16:creationId xmlns:a16="http://schemas.microsoft.com/office/drawing/2014/main" id="{351769DA-ACF8-90BA-0CFF-A238EA64F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10608000" cy="715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15711084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EA137-F659-AB18-36EF-73535002C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C616B-0842-F943-ABDB-00B741DDA2D5}" type="slidenum">
              <a:rPr lang="en-BE" smtClean="0"/>
              <a:t>‹#›</a:t>
            </a:fld>
            <a:endParaRPr lang="en-BE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84E7CCCB-5C3F-FA75-C118-80A74BA88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9000" y="6611782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828437978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C5267-3D0C-8EC7-0B91-6B6047825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562359"/>
            <a:ext cx="6172200" cy="5298692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08969B-3805-D353-DCB3-08F91A2A19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BC461-9EC7-9AD5-72BE-745BD82F5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C616B-0842-F943-ABDB-00B741DDA2D5}" type="slidenum">
              <a:rPr lang="en-BE" smtClean="0"/>
              <a:t>‹#›</a:t>
            </a:fld>
            <a:endParaRPr lang="en-BE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7CF1BAF7-399A-67BD-F9C1-C62C334728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9000" y="6611782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10" name="Tijdelijke aanduiding voor titel 1">
            <a:extLst>
              <a:ext uri="{FF2B5EF4-FFF2-40B4-BE49-F238E27FC236}">
                <a16:creationId xmlns:a16="http://schemas.microsoft.com/office/drawing/2014/main" id="{1D3A1113-94C6-4D63-3C96-C88171692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1" y="562358"/>
            <a:ext cx="3932236" cy="12014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4532819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C5267-3D0C-8EC7-0B91-6B6047825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762" y="562359"/>
            <a:ext cx="6319837" cy="5298692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08969B-3805-D353-DCB3-08F91A2A19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21563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2A4BF-1BCF-39DC-CAB5-AC68B2DAD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BC461-9EC7-9AD5-72BE-745BD82F5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C616B-0842-F943-ABDB-00B741DDA2D5}" type="slidenum">
              <a:rPr lang="en-BE" smtClean="0"/>
              <a:t>‹#›</a:t>
            </a:fld>
            <a:endParaRPr lang="en-BE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4BA4AC84-1405-CA1E-CFC9-50024984F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9000" y="6611782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9" name="Tijdelijke aanduiding voor titel 1">
            <a:extLst>
              <a:ext uri="{FF2B5EF4-FFF2-40B4-BE49-F238E27FC236}">
                <a16:creationId xmlns:a16="http://schemas.microsoft.com/office/drawing/2014/main" id="{13AF865A-E5D6-3156-0A51-DDD67943F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1563" y="562358"/>
            <a:ext cx="3932236" cy="12014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0495537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0B40F6-FC3E-14FA-864B-33021BBA7F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62359"/>
            <a:ext cx="6172200" cy="52986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6CF827-5F86-5226-5A13-B73B8CC4B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3DF68F-5F09-B299-65CF-F26300A7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FEE902-8C2F-4383-B727-620DFE6F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C616B-0842-F943-ABDB-00B741DDA2D5}" type="slidenum">
              <a:rPr lang="en-BE" smtClean="0"/>
              <a:t>‹#›</a:t>
            </a:fld>
            <a:endParaRPr lang="en-BE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201D6AEB-E8F6-B61A-C3DA-83CA7EBC2C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9000" y="6611782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6" name="Tijdelijke aanduiding voor titel 1">
            <a:extLst>
              <a:ext uri="{FF2B5EF4-FFF2-40B4-BE49-F238E27FC236}">
                <a16:creationId xmlns:a16="http://schemas.microsoft.com/office/drawing/2014/main" id="{ECB025F1-2A39-0A38-A50D-3E2C84E24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1" y="562358"/>
            <a:ext cx="3932236" cy="12014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02158765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0B40F6-FC3E-14FA-864B-33021BBA7F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66763" y="457201"/>
            <a:ext cx="6319837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6CF827-5F86-5226-5A13-B73B8CC4B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19975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3DF68F-5F09-B299-65CF-F26300A7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FEE902-8C2F-4383-B727-620DFE6F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C616B-0842-F943-ABDB-00B741DDA2D5}" type="slidenum">
              <a:rPr lang="en-BE" smtClean="0"/>
              <a:t>‹#›</a:t>
            </a:fld>
            <a:endParaRPr lang="en-BE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11400260-40C7-D817-398C-D2371C1DB2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9000" y="6611782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6" name="Tijdelijke aanduiding voor titel 1">
            <a:extLst>
              <a:ext uri="{FF2B5EF4-FFF2-40B4-BE49-F238E27FC236}">
                <a16:creationId xmlns:a16="http://schemas.microsoft.com/office/drawing/2014/main" id="{85F29DE4-26CF-D631-1C57-CA8EA9176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1563" y="562358"/>
            <a:ext cx="3932236" cy="12014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3012371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widt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F7F5925E-98AA-0FE4-C000-F64D8B4F70E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92162" y="647700"/>
            <a:ext cx="10607675" cy="5562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image</a:t>
            </a:r>
          </a:p>
          <a:p>
            <a:endParaRPr lang="nl-NL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817C876-5F4A-0E26-9875-C7E323A919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9000" y="6611782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679893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widt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6415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- Ligh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ep 39">
            <a:extLst>
              <a:ext uri="{FF2B5EF4-FFF2-40B4-BE49-F238E27FC236}">
                <a16:creationId xmlns:a16="http://schemas.microsoft.com/office/drawing/2014/main" id="{CEECD2BF-9A47-1D71-56C2-A9741D6E7672}"/>
              </a:ext>
            </a:extLst>
          </p:cNvPr>
          <p:cNvGrpSpPr/>
          <p:nvPr/>
        </p:nvGrpSpPr>
        <p:grpSpPr>
          <a:xfrm>
            <a:off x="0" y="0"/>
            <a:ext cx="12194630" cy="4879630"/>
            <a:chOff x="0" y="0"/>
            <a:chExt cx="12194630" cy="4879630"/>
          </a:xfrm>
        </p:grpSpPr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4A604E13-2276-D5DE-3D58-6EFB8E3967FB}"/>
                </a:ext>
              </a:extLst>
            </p:cNvPr>
            <p:cNvSpPr/>
            <p:nvPr/>
          </p:nvSpPr>
          <p:spPr>
            <a:xfrm>
              <a:off x="0" y="2439819"/>
              <a:ext cx="2439811" cy="2439811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1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1" y="1774281"/>
                    <a:pt x="1" y="1143013"/>
                  </a:cubicBezTo>
                  <a:cubicBezTo>
                    <a:pt x="1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rgbClr val="00A14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" name="Vrije vorm: vorm 16">
              <a:extLst>
                <a:ext uri="{FF2B5EF4-FFF2-40B4-BE49-F238E27FC236}">
                  <a16:creationId xmlns:a16="http://schemas.microsoft.com/office/drawing/2014/main" id="{50B16225-2A86-355A-C1EF-3C85ECF0C92D}"/>
                </a:ext>
              </a:extLst>
            </p:cNvPr>
            <p:cNvSpPr/>
            <p:nvPr/>
          </p:nvSpPr>
          <p:spPr>
            <a:xfrm rot="2700000">
              <a:off x="7672321" y="2796523"/>
              <a:ext cx="1725199" cy="1725199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" name="Vrije vorm: vorm 18">
              <a:extLst>
                <a:ext uri="{FF2B5EF4-FFF2-40B4-BE49-F238E27FC236}">
                  <a16:creationId xmlns:a16="http://schemas.microsoft.com/office/drawing/2014/main" id="{932E4208-D2A2-676D-678E-A1239FD82EAD}"/>
                </a:ext>
              </a:extLst>
            </p:cNvPr>
            <p:cNvSpPr/>
            <p:nvPr/>
          </p:nvSpPr>
          <p:spPr>
            <a:xfrm>
              <a:off x="7311261" y="8"/>
              <a:ext cx="2439811" cy="2439811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" name="Vrije vorm: vorm 19">
              <a:extLst>
                <a:ext uri="{FF2B5EF4-FFF2-40B4-BE49-F238E27FC236}">
                  <a16:creationId xmlns:a16="http://schemas.microsoft.com/office/drawing/2014/main" id="{3E396590-C55C-AB05-C09C-CBC7682089C4}"/>
                </a:ext>
              </a:extLst>
            </p:cNvPr>
            <p:cNvSpPr/>
            <p:nvPr/>
          </p:nvSpPr>
          <p:spPr>
            <a:xfrm rot="10800000">
              <a:off x="4872558" y="613"/>
              <a:ext cx="1219906" cy="2439811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AF90BB61-5185-C0DC-63FB-D081F17674B4}"/>
                </a:ext>
              </a:extLst>
            </p:cNvPr>
            <p:cNvSpPr/>
            <p:nvPr/>
          </p:nvSpPr>
          <p:spPr>
            <a:xfrm rot="10800000">
              <a:off x="4875204" y="2439816"/>
              <a:ext cx="2439813" cy="2439814"/>
            </a:xfrm>
            <a:custGeom>
              <a:avLst/>
              <a:gdLst>
                <a:gd name="connsiteX0" fmla="*/ 1 w 2286027"/>
                <a:gd name="connsiteY0" fmla="*/ 2286028 h 2286028"/>
                <a:gd name="connsiteX1" fmla="*/ 1 w 2286027"/>
                <a:gd name="connsiteY1" fmla="*/ 2285457 h 2286028"/>
                <a:gd name="connsiteX2" fmla="*/ 1 w 2286027"/>
                <a:gd name="connsiteY2" fmla="*/ 2 h 2286028"/>
                <a:gd name="connsiteX3" fmla="*/ 285709 w 2286027"/>
                <a:gd name="connsiteY3" fmla="*/ 285709 h 2286028"/>
                <a:gd name="connsiteX4" fmla="*/ 0 w 2286027"/>
                <a:gd name="connsiteY4" fmla="*/ 0 h 2286028"/>
                <a:gd name="connsiteX5" fmla="*/ 2286026 w 2286027"/>
                <a:gd name="connsiteY5" fmla="*/ 0 h 2286028"/>
                <a:gd name="connsiteX6" fmla="*/ 1143300 w 2286027"/>
                <a:gd name="connsiteY6" fmla="*/ 1142728 h 2286028"/>
                <a:gd name="connsiteX7" fmla="*/ 2286027 w 2286027"/>
                <a:gd name="connsiteY7" fmla="*/ 2285457 h 2286028"/>
                <a:gd name="connsiteX8" fmla="*/ 572 w 2286027"/>
                <a:gd name="connsiteY8" fmla="*/ 2285457 h 2286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6027" h="2286028">
                  <a:moveTo>
                    <a:pt x="1" y="2286028"/>
                  </a:moveTo>
                  <a:lnTo>
                    <a:pt x="1" y="2285457"/>
                  </a:lnTo>
                  <a:lnTo>
                    <a:pt x="1" y="2"/>
                  </a:lnTo>
                  <a:lnTo>
                    <a:pt x="285709" y="285709"/>
                  </a:lnTo>
                  <a:lnTo>
                    <a:pt x="0" y="0"/>
                  </a:lnTo>
                  <a:lnTo>
                    <a:pt x="2286026" y="0"/>
                  </a:lnTo>
                  <a:lnTo>
                    <a:pt x="1143300" y="1142728"/>
                  </a:lnTo>
                  <a:lnTo>
                    <a:pt x="2286027" y="2285457"/>
                  </a:lnTo>
                  <a:lnTo>
                    <a:pt x="572" y="2285457"/>
                  </a:lnTo>
                  <a:close/>
                </a:path>
              </a:pathLst>
            </a:custGeom>
            <a:solidFill>
              <a:srgbClr val="FBB70C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/>
            </a:p>
          </p:txBody>
        </p:sp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ACB0736F-C937-0D79-5740-25E3AEBA6F2D}"/>
                </a:ext>
              </a:extLst>
            </p:cNvPr>
            <p:cNvSpPr/>
            <p:nvPr/>
          </p:nvSpPr>
          <p:spPr>
            <a:xfrm>
              <a:off x="0" y="0"/>
              <a:ext cx="4872558" cy="2440421"/>
            </a:xfrm>
            <a:custGeom>
              <a:avLst/>
              <a:gdLst>
                <a:gd name="connsiteX0" fmla="*/ 2279394 w 4565431"/>
                <a:gd name="connsiteY0" fmla="*/ 0 h 2286596"/>
                <a:gd name="connsiteX1" fmla="*/ 2279964 w 4565431"/>
                <a:gd name="connsiteY1" fmla="*/ 570 h 2286596"/>
                <a:gd name="connsiteX2" fmla="*/ 2286026 w 4565431"/>
                <a:gd name="connsiteY2" fmla="*/ 570 h 2286596"/>
                <a:gd name="connsiteX3" fmla="*/ 2286026 w 4565431"/>
                <a:gd name="connsiteY3" fmla="*/ 6632 h 2286596"/>
                <a:gd name="connsiteX4" fmla="*/ 4565431 w 4565431"/>
                <a:gd name="connsiteY4" fmla="*/ 2286036 h 2286596"/>
                <a:gd name="connsiteX5" fmla="*/ 2286026 w 4565431"/>
                <a:gd name="connsiteY5" fmla="*/ 2286036 h 2286596"/>
                <a:gd name="connsiteX6" fmla="*/ 2286026 w 4565431"/>
                <a:gd name="connsiteY6" fmla="*/ 2286596 h 2286596"/>
                <a:gd name="connsiteX7" fmla="*/ 0 w 4565431"/>
                <a:gd name="connsiteY7" fmla="*/ 2286596 h 2286596"/>
                <a:gd name="connsiteX8" fmla="*/ 0 w 4565431"/>
                <a:gd name="connsiteY8" fmla="*/ 570 h 2286596"/>
                <a:gd name="connsiteX9" fmla="*/ 2279394 w 4565431"/>
                <a:gd name="connsiteY9" fmla="*/ 570 h 228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65431" h="2286596">
                  <a:moveTo>
                    <a:pt x="2279394" y="0"/>
                  </a:moveTo>
                  <a:lnTo>
                    <a:pt x="2279964" y="570"/>
                  </a:lnTo>
                  <a:lnTo>
                    <a:pt x="2286026" y="570"/>
                  </a:lnTo>
                  <a:lnTo>
                    <a:pt x="2286026" y="6632"/>
                  </a:lnTo>
                  <a:lnTo>
                    <a:pt x="4565431" y="2286036"/>
                  </a:lnTo>
                  <a:lnTo>
                    <a:pt x="2286026" y="2286036"/>
                  </a:lnTo>
                  <a:lnTo>
                    <a:pt x="2286026" y="2286596"/>
                  </a:lnTo>
                  <a:lnTo>
                    <a:pt x="0" y="2286596"/>
                  </a:lnTo>
                  <a:lnTo>
                    <a:pt x="0" y="570"/>
                  </a:lnTo>
                  <a:lnTo>
                    <a:pt x="2279394" y="570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 dirty="0"/>
            </a:p>
          </p:txBody>
        </p:sp>
        <p:sp>
          <p:nvSpPr>
            <p:cNvPr id="10" name="Vrije vorm: vorm 9">
              <a:extLst>
                <a:ext uri="{FF2B5EF4-FFF2-40B4-BE49-F238E27FC236}">
                  <a16:creationId xmlns:a16="http://schemas.microsoft.com/office/drawing/2014/main" id="{5B3C7FC6-6A7E-E043-68F3-56D53C32BB11}"/>
                </a:ext>
              </a:extLst>
            </p:cNvPr>
            <p:cNvSpPr/>
            <p:nvPr/>
          </p:nvSpPr>
          <p:spPr>
            <a:xfrm>
              <a:off x="9752177" y="0"/>
              <a:ext cx="2439823" cy="2439823"/>
            </a:xfrm>
            <a:custGeom>
              <a:avLst/>
              <a:gdLst>
                <a:gd name="connsiteX0" fmla="*/ 2286037 w 2286036"/>
                <a:gd name="connsiteY0" fmla="*/ 2286036 h 2286036"/>
                <a:gd name="connsiteX1" fmla="*/ 0 w 2286036"/>
                <a:gd name="connsiteY1" fmla="*/ 2286036 h 2286036"/>
                <a:gd name="connsiteX2" fmla="*/ 0 w 2286036"/>
                <a:gd name="connsiteY2" fmla="*/ 0 h 2286036"/>
                <a:gd name="connsiteX3" fmla="*/ 2286037 w 2286036"/>
                <a:gd name="connsiteY3" fmla="*/ 2286036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6" h="2286036">
                  <a:moveTo>
                    <a:pt x="2286037" y="2286036"/>
                  </a:moveTo>
                  <a:lnTo>
                    <a:pt x="0" y="2286036"/>
                  </a:lnTo>
                  <a:lnTo>
                    <a:pt x="0" y="0"/>
                  </a:lnTo>
                  <a:lnTo>
                    <a:pt x="2286037" y="2286036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AFDE8D17-CD25-7646-CC4C-27DFCCFB0280}"/>
                </a:ext>
              </a:extLst>
            </p:cNvPr>
            <p:cNvSpPr/>
            <p:nvPr/>
          </p:nvSpPr>
          <p:spPr>
            <a:xfrm rot="10800000">
              <a:off x="6092462" y="613"/>
              <a:ext cx="1219906" cy="2439811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A7945D03-EA2E-4FB5-8E42-F59066C61B3E}"/>
                </a:ext>
              </a:extLst>
            </p:cNvPr>
            <p:cNvSpPr/>
            <p:nvPr/>
          </p:nvSpPr>
          <p:spPr>
            <a:xfrm rot="10800000">
              <a:off x="2436503" y="2439818"/>
              <a:ext cx="2439811" cy="2439811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solidFill>
              <a:srgbClr val="123F9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B2516F00-7ED7-FE84-D266-6A5DACB99F01}"/>
                </a:ext>
              </a:extLst>
            </p:cNvPr>
            <p:cNvSpPr/>
            <p:nvPr/>
          </p:nvSpPr>
          <p:spPr>
            <a:xfrm rot="5400000">
              <a:off x="9144314" y="3049175"/>
              <a:ext cx="2439811" cy="1219905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A1C734B7-E992-C88B-C79D-5443B20BFF34}"/>
                </a:ext>
              </a:extLst>
            </p:cNvPr>
            <p:cNvSpPr/>
            <p:nvPr/>
          </p:nvSpPr>
          <p:spPr>
            <a:xfrm rot="16200000">
              <a:off x="10364772" y="3049175"/>
              <a:ext cx="2439811" cy="1219905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30" name="Tijdelijke aanduiding voor tekst 26">
            <a:extLst>
              <a:ext uri="{FF2B5EF4-FFF2-40B4-BE49-F238E27FC236}">
                <a16:creationId xmlns:a16="http://schemas.microsoft.com/office/drawing/2014/main" id="{040DDA4E-DCB6-FDBA-CC4C-07183759BB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7496" y="5902566"/>
            <a:ext cx="5814872" cy="56237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br>
              <a:rPr lang="nl-NL" dirty="0"/>
            </a:br>
            <a:r>
              <a:rPr lang="nl-NL" dirty="0"/>
              <a:t>contact information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A334C4DC-FB10-F75D-671B-5C7FE03C0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82075" y="5902685"/>
            <a:ext cx="914400" cy="485775"/>
          </a:xfrm>
          <a:prstGeom prst="rect">
            <a:avLst/>
          </a:prstGeom>
        </p:spPr>
      </p:pic>
      <p:sp>
        <p:nvSpPr>
          <p:cNvPr id="36" name="Vrije vorm: vorm 35">
            <a:extLst>
              <a:ext uri="{FF2B5EF4-FFF2-40B4-BE49-F238E27FC236}">
                <a16:creationId xmlns:a16="http://schemas.microsoft.com/office/drawing/2014/main" id="{457BF113-0FED-881D-D3F9-480737E7A0DD}"/>
              </a:ext>
            </a:extLst>
          </p:cNvPr>
          <p:cNvSpPr>
            <a:spLocks noChangeAspect="1"/>
          </p:cNvSpPr>
          <p:nvPr/>
        </p:nvSpPr>
        <p:spPr>
          <a:xfrm>
            <a:off x="791995" y="5902566"/>
            <a:ext cx="487174" cy="485893"/>
          </a:xfrm>
          <a:custGeom>
            <a:avLst/>
            <a:gdLst>
              <a:gd name="connsiteX0" fmla="*/ 1257492 w 2520001"/>
              <a:gd name="connsiteY0" fmla="*/ 0 h 2513375"/>
              <a:gd name="connsiteX1" fmla="*/ 1887492 w 2520001"/>
              <a:gd name="connsiteY1" fmla="*/ 630000 h 2513375"/>
              <a:gd name="connsiteX2" fmla="*/ 1384459 w 2520001"/>
              <a:gd name="connsiteY2" fmla="*/ 1247201 h 2513375"/>
              <a:gd name="connsiteX3" fmla="*/ 1302120 w 2520001"/>
              <a:gd name="connsiteY3" fmla="*/ 1255502 h 2513375"/>
              <a:gd name="connsiteX4" fmla="*/ 1388821 w 2520001"/>
              <a:gd name="connsiteY4" fmla="*/ 1259881 h 2513375"/>
              <a:gd name="connsiteX5" fmla="*/ 2520001 w 2520001"/>
              <a:gd name="connsiteY5" fmla="*/ 2513375 h 2513375"/>
              <a:gd name="connsiteX6" fmla="*/ 0 w 2520001"/>
              <a:gd name="connsiteY6" fmla="*/ 2513375 h 2513375"/>
              <a:gd name="connsiteX7" fmla="*/ 1131180 w 2520001"/>
              <a:gd name="connsiteY7" fmla="*/ 1259881 h 2513375"/>
              <a:gd name="connsiteX8" fmla="*/ 1214539 w 2520001"/>
              <a:gd name="connsiteY8" fmla="*/ 1255671 h 2513375"/>
              <a:gd name="connsiteX9" fmla="*/ 1130525 w 2520001"/>
              <a:gd name="connsiteY9" fmla="*/ 1247201 h 2513375"/>
              <a:gd name="connsiteX10" fmla="*/ 627492 w 2520001"/>
              <a:gd name="connsiteY10" fmla="*/ 630000 h 2513375"/>
              <a:gd name="connsiteX11" fmla="*/ 1257492 w 2520001"/>
              <a:gd name="connsiteY11" fmla="*/ 0 h 251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0001" h="2513375">
                <a:moveTo>
                  <a:pt x="1257492" y="0"/>
                </a:moveTo>
                <a:cubicBezTo>
                  <a:pt x="1605432" y="0"/>
                  <a:pt x="1887492" y="282061"/>
                  <a:pt x="1887492" y="630000"/>
                </a:cubicBezTo>
                <a:cubicBezTo>
                  <a:pt x="1887492" y="934447"/>
                  <a:pt x="1671540" y="1188456"/>
                  <a:pt x="1384459" y="1247201"/>
                </a:cubicBezTo>
                <a:lnTo>
                  <a:pt x="1302120" y="1255502"/>
                </a:lnTo>
                <a:lnTo>
                  <a:pt x="1388821" y="1259881"/>
                </a:lnTo>
                <a:cubicBezTo>
                  <a:pt x="2024152" y="1324410"/>
                  <a:pt x="2520001" y="1861030"/>
                  <a:pt x="2520001" y="2513375"/>
                </a:cubicBezTo>
                <a:lnTo>
                  <a:pt x="0" y="2513375"/>
                </a:lnTo>
                <a:cubicBezTo>
                  <a:pt x="0" y="1861030"/>
                  <a:pt x="495849" y="1324410"/>
                  <a:pt x="1131180" y="1259881"/>
                </a:cubicBezTo>
                <a:lnTo>
                  <a:pt x="1214539" y="1255671"/>
                </a:lnTo>
                <a:lnTo>
                  <a:pt x="1130525" y="1247201"/>
                </a:lnTo>
                <a:cubicBezTo>
                  <a:pt x="843445" y="1188456"/>
                  <a:pt x="627492" y="934447"/>
                  <a:pt x="627492" y="630000"/>
                </a:cubicBezTo>
                <a:cubicBezTo>
                  <a:pt x="627492" y="282061"/>
                  <a:pt x="909553" y="0"/>
                  <a:pt x="1257492" y="0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28522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- Ligh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phic 31">
            <a:extLst>
              <a:ext uri="{FF2B5EF4-FFF2-40B4-BE49-F238E27FC236}">
                <a16:creationId xmlns:a16="http://schemas.microsoft.com/office/drawing/2014/main" id="{A334C4DC-FB10-F75D-671B-5C7FE03C0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82075" y="5902685"/>
            <a:ext cx="914400" cy="485775"/>
          </a:xfrm>
          <a:prstGeom prst="rect">
            <a:avLst/>
          </a:prstGeom>
        </p:spPr>
      </p:pic>
      <p:grpSp>
        <p:nvGrpSpPr>
          <p:cNvPr id="9" name="Groep 8">
            <a:extLst>
              <a:ext uri="{FF2B5EF4-FFF2-40B4-BE49-F238E27FC236}">
                <a16:creationId xmlns:a16="http://schemas.microsoft.com/office/drawing/2014/main" id="{7B919BA6-3D2A-88FF-45AB-AC9063EC3022}"/>
              </a:ext>
            </a:extLst>
          </p:cNvPr>
          <p:cNvGrpSpPr/>
          <p:nvPr/>
        </p:nvGrpSpPr>
        <p:grpSpPr>
          <a:xfrm>
            <a:off x="0" y="0"/>
            <a:ext cx="12192000" cy="3488945"/>
            <a:chOff x="1356" y="0"/>
            <a:chExt cx="12828299" cy="3671033"/>
          </a:xfrm>
        </p:grpSpPr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4A604E13-2276-D5DE-3D58-6EFB8E3967FB}"/>
                </a:ext>
              </a:extLst>
            </p:cNvPr>
            <p:cNvSpPr/>
            <p:nvPr/>
          </p:nvSpPr>
          <p:spPr>
            <a:xfrm>
              <a:off x="3667990" y="3321"/>
              <a:ext cx="1833441" cy="1833440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1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1" y="1774281"/>
                    <a:pt x="1" y="1143013"/>
                  </a:cubicBezTo>
                  <a:cubicBezTo>
                    <a:pt x="1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" name="Vrije vorm: vorm 16">
              <a:extLst>
                <a:ext uri="{FF2B5EF4-FFF2-40B4-BE49-F238E27FC236}">
                  <a16:creationId xmlns:a16="http://schemas.microsoft.com/office/drawing/2014/main" id="{50B16225-2A86-355A-C1EF-3C85ECF0C92D}"/>
                </a:ext>
              </a:extLst>
            </p:cNvPr>
            <p:cNvSpPr/>
            <p:nvPr/>
          </p:nvSpPr>
          <p:spPr>
            <a:xfrm rot="2700000">
              <a:off x="270079" y="264774"/>
              <a:ext cx="1296432" cy="1296432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" name="Vrije vorm: vorm 18">
              <a:extLst>
                <a:ext uri="{FF2B5EF4-FFF2-40B4-BE49-F238E27FC236}">
                  <a16:creationId xmlns:a16="http://schemas.microsoft.com/office/drawing/2014/main" id="{932E4208-D2A2-676D-678E-A1239FD82EAD}"/>
                </a:ext>
              </a:extLst>
            </p:cNvPr>
            <p:cNvSpPr/>
            <p:nvPr/>
          </p:nvSpPr>
          <p:spPr>
            <a:xfrm>
              <a:off x="10996214" y="3321"/>
              <a:ext cx="1833441" cy="1833440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" name="Vrije vorm: vorm 19">
              <a:extLst>
                <a:ext uri="{FF2B5EF4-FFF2-40B4-BE49-F238E27FC236}">
                  <a16:creationId xmlns:a16="http://schemas.microsoft.com/office/drawing/2014/main" id="{3E396590-C55C-AB05-C09C-CBC7682089C4}"/>
                </a:ext>
              </a:extLst>
            </p:cNvPr>
            <p:cNvSpPr/>
            <p:nvPr/>
          </p:nvSpPr>
          <p:spPr>
            <a:xfrm>
              <a:off x="1834784" y="1833442"/>
              <a:ext cx="916721" cy="1833440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AF90BB61-5185-C0DC-63FB-D081F17674B4}"/>
                </a:ext>
              </a:extLst>
            </p:cNvPr>
            <p:cNvSpPr/>
            <p:nvPr/>
          </p:nvSpPr>
          <p:spPr>
            <a:xfrm rot="10800000">
              <a:off x="9157238" y="1837590"/>
              <a:ext cx="1833442" cy="1833443"/>
            </a:xfrm>
            <a:custGeom>
              <a:avLst/>
              <a:gdLst>
                <a:gd name="connsiteX0" fmla="*/ 1 w 2286027"/>
                <a:gd name="connsiteY0" fmla="*/ 2286028 h 2286028"/>
                <a:gd name="connsiteX1" fmla="*/ 1 w 2286027"/>
                <a:gd name="connsiteY1" fmla="*/ 2285457 h 2286028"/>
                <a:gd name="connsiteX2" fmla="*/ 1 w 2286027"/>
                <a:gd name="connsiteY2" fmla="*/ 2 h 2286028"/>
                <a:gd name="connsiteX3" fmla="*/ 285709 w 2286027"/>
                <a:gd name="connsiteY3" fmla="*/ 285709 h 2286028"/>
                <a:gd name="connsiteX4" fmla="*/ 0 w 2286027"/>
                <a:gd name="connsiteY4" fmla="*/ 0 h 2286028"/>
                <a:gd name="connsiteX5" fmla="*/ 2286026 w 2286027"/>
                <a:gd name="connsiteY5" fmla="*/ 0 h 2286028"/>
                <a:gd name="connsiteX6" fmla="*/ 1143300 w 2286027"/>
                <a:gd name="connsiteY6" fmla="*/ 1142728 h 2286028"/>
                <a:gd name="connsiteX7" fmla="*/ 2286027 w 2286027"/>
                <a:gd name="connsiteY7" fmla="*/ 2285457 h 2286028"/>
                <a:gd name="connsiteX8" fmla="*/ 572 w 2286027"/>
                <a:gd name="connsiteY8" fmla="*/ 2285457 h 2286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6027" h="2286028">
                  <a:moveTo>
                    <a:pt x="1" y="2286028"/>
                  </a:moveTo>
                  <a:lnTo>
                    <a:pt x="1" y="2285457"/>
                  </a:lnTo>
                  <a:lnTo>
                    <a:pt x="1" y="2"/>
                  </a:lnTo>
                  <a:lnTo>
                    <a:pt x="285709" y="285709"/>
                  </a:lnTo>
                  <a:lnTo>
                    <a:pt x="0" y="0"/>
                  </a:lnTo>
                  <a:lnTo>
                    <a:pt x="2286026" y="0"/>
                  </a:lnTo>
                  <a:lnTo>
                    <a:pt x="1143300" y="1142728"/>
                  </a:lnTo>
                  <a:lnTo>
                    <a:pt x="2286027" y="2285457"/>
                  </a:lnTo>
                  <a:lnTo>
                    <a:pt x="572" y="2285457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/>
            </a:p>
          </p:txBody>
        </p:sp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ACB0736F-C937-0D79-5740-25E3AEBA6F2D}"/>
                </a:ext>
              </a:extLst>
            </p:cNvPr>
            <p:cNvSpPr/>
            <p:nvPr/>
          </p:nvSpPr>
          <p:spPr>
            <a:xfrm>
              <a:off x="5501203" y="3069"/>
              <a:ext cx="3661573" cy="1833899"/>
            </a:xfrm>
            <a:custGeom>
              <a:avLst/>
              <a:gdLst>
                <a:gd name="connsiteX0" fmla="*/ 2279394 w 4565431"/>
                <a:gd name="connsiteY0" fmla="*/ 0 h 2286596"/>
                <a:gd name="connsiteX1" fmla="*/ 2279964 w 4565431"/>
                <a:gd name="connsiteY1" fmla="*/ 570 h 2286596"/>
                <a:gd name="connsiteX2" fmla="*/ 2286026 w 4565431"/>
                <a:gd name="connsiteY2" fmla="*/ 570 h 2286596"/>
                <a:gd name="connsiteX3" fmla="*/ 2286026 w 4565431"/>
                <a:gd name="connsiteY3" fmla="*/ 6632 h 2286596"/>
                <a:gd name="connsiteX4" fmla="*/ 4565431 w 4565431"/>
                <a:gd name="connsiteY4" fmla="*/ 2286036 h 2286596"/>
                <a:gd name="connsiteX5" fmla="*/ 2286026 w 4565431"/>
                <a:gd name="connsiteY5" fmla="*/ 2286036 h 2286596"/>
                <a:gd name="connsiteX6" fmla="*/ 2286026 w 4565431"/>
                <a:gd name="connsiteY6" fmla="*/ 2286596 h 2286596"/>
                <a:gd name="connsiteX7" fmla="*/ 0 w 4565431"/>
                <a:gd name="connsiteY7" fmla="*/ 2286596 h 2286596"/>
                <a:gd name="connsiteX8" fmla="*/ 0 w 4565431"/>
                <a:gd name="connsiteY8" fmla="*/ 570 h 2286596"/>
                <a:gd name="connsiteX9" fmla="*/ 2279394 w 4565431"/>
                <a:gd name="connsiteY9" fmla="*/ 570 h 228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65431" h="2286596">
                  <a:moveTo>
                    <a:pt x="2279394" y="0"/>
                  </a:moveTo>
                  <a:lnTo>
                    <a:pt x="2279964" y="570"/>
                  </a:lnTo>
                  <a:lnTo>
                    <a:pt x="2286026" y="570"/>
                  </a:lnTo>
                  <a:lnTo>
                    <a:pt x="2286026" y="6632"/>
                  </a:lnTo>
                  <a:lnTo>
                    <a:pt x="4565431" y="2286036"/>
                  </a:lnTo>
                  <a:lnTo>
                    <a:pt x="2286026" y="2286036"/>
                  </a:lnTo>
                  <a:lnTo>
                    <a:pt x="2286026" y="2286596"/>
                  </a:lnTo>
                  <a:lnTo>
                    <a:pt x="0" y="2286596"/>
                  </a:lnTo>
                  <a:lnTo>
                    <a:pt x="0" y="570"/>
                  </a:lnTo>
                  <a:lnTo>
                    <a:pt x="2279394" y="570"/>
                  </a:ln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 dirty="0"/>
            </a:p>
          </p:txBody>
        </p:sp>
        <p:sp>
          <p:nvSpPr>
            <p:cNvPr id="10" name="Vrije vorm: vorm 9">
              <a:extLst>
                <a:ext uri="{FF2B5EF4-FFF2-40B4-BE49-F238E27FC236}">
                  <a16:creationId xmlns:a16="http://schemas.microsoft.com/office/drawing/2014/main" id="{5B3C7FC6-6A7E-E043-68F3-56D53C32BB11}"/>
                </a:ext>
              </a:extLst>
            </p:cNvPr>
            <p:cNvSpPr/>
            <p:nvPr/>
          </p:nvSpPr>
          <p:spPr>
            <a:xfrm>
              <a:off x="1835005" y="0"/>
              <a:ext cx="1833450" cy="1833450"/>
            </a:xfrm>
            <a:custGeom>
              <a:avLst/>
              <a:gdLst>
                <a:gd name="connsiteX0" fmla="*/ 2286037 w 2286036"/>
                <a:gd name="connsiteY0" fmla="*/ 2286036 h 2286036"/>
                <a:gd name="connsiteX1" fmla="*/ 0 w 2286036"/>
                <a:gd name="connsiteY1" fmla="*/ 2286036 h 2286036"/>
                <a:gd name="connsiteX2" fmla="*/ 0 w 2286036"/>
                <a:gd name="connsiteY2" fmla="*/ 0 h 2286036"/>
                <a:gd name="connsiteX3" fmla="*/ 2286037 w 2286036"/>
                <a:gd name="connsiteY3" fmla="*/ 2286036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6" h="2286036">
                  <a:moveTo>
                    <a:pt x="2286037" y="2286036"/>
                  </a:moveTo>
                  <a:lnTo>
                    <a:pt x="0" y="2286036"/>
                  </a:lnTo>
                  <a:lnTo>
                    <a:pt x="0" y="0"/>
                  </a:lnTo>
                  <a:lnTo>
                    <a:pt x="2286037" y="2286036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AFDE8D17-CD25-7646-CC4C-27DFCCFB0280}"/>
                </a:ext>
              </a:extLst>
            </p:cNvPr>
            <p:cNvSpPr/>
            <p:nvPr/>
          </p:nvSpPr>
          <p:spPr>
            <a:xfrm>
              <a:off x="2751503" y="1833442"/>
              <a:ext cx="916721" cy="1833440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A7945D03-EA2E-4FB5-8E42-F59066C61B3E}"/>
                </a:ext>
              </a:extLst>
            </p:cNvPr>
            <p:cNvSpPr/>
            <p:nvPr/>
          </p:nvSpPr>
          <p:spPr>
            <a:xfrm rot="10800000">
              <a:off x="1356" y="1829706"/>
              <a:ext cx="1833441" cy="1833440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solidFill>
              <a:srgbClr val="123F9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B2516F00-7ED7-FE84-D266-6A5DACB99F01}"/>
                </a:ext>
              </a:extLst>
            </p:cNvPr>
            <p:cNvSpPr/>
            <p:nvPr/>
          </p:nvSpPr>
          <p:spPr>
            <a:xfrm rot="10800000">
              <a:off x="3667990" y="1837176"/>
              <a:ext cx="1833440" cy="916720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A1C734B7-E992-C88B-C79D-5443B20BFF34}"/>
                </a:ext>
              </a:extLst>
            </p:cNvPr>
            <p:cNvSpPr/>
            <p:nvPr/>
          </p:nvSpPr>
          <p:spPr>
            <a:xfrm rot="10800000">
              <a:off x="3667990" y="2754312"/>
              <a:ext cx="1833440" cy="916720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" name="Vrije vorm: vorm 3">
              <a:extLst>
                <a:ext uri="{FF2B5EF4-FFF2-40B4-BE49-F238E27FC236}">
                  <a16:creationId xmlns:a16="http://schemas.microsoft.com/office/drawing/2014/main" id="{60FE7206-1049-6B41-788A-BAEC3C020AFA}"/>
                </a:ext>
              </a:extLst>
            </p:cNvPr>
            <p:cNvSpPr/>
            <p:nvPr/>
          </p:nvSpPr>
          <p:spPr>
            <a:xfrm rot="10800000">
              <a:off x="9162776" y="3528"/>
              <a:ext cx="916721" cy="1833440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" name="Vrije vorm: vorm 4">
              <a:extLst>
                <a:ext uri="{FF2B5EF4-FFF2-40B4-BE49-F238E27FC236}">
                  <a16:creationId xmlns:a16="http://schemas.microsoft.com/office/drawing/2014/main" id="{9437E92E-F83D-DC2C-C47E-E48C4727AA40}"/>
                </a:ext>
              </a:extLst>
            </p:cNvPr>
            <p:cNvSpPr/>
            <p:nvPr/>
          </p:nvSpPr>
          <p:spPr>
            <a:xfrm rot="10800000">
              <a:off x="10079495" y="3528"/>
              <a:ext cx="916721" cy="1833440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" name="Vrije vorm: vorm 5">
              <a:extLst>
                <a:ext uri="{FF2B5EF4-FFF2-40B4-BE49-F238E27FC236}">
                  <a16:creationId xmlns:a16="http://schemas.microsoft.com/office/drawing/2014/main" id="{F0FFA529-C256-1DCB-0625-15A90B8D7075}"/>
                </a:ext>
              </a:extLst>
            </p:cNvPr>
            <p:cNvSpPr/>
            <p:nvPr/>
          </p:nvSpPr>
          <p:spPr>
            <a:xfrm>
              <a:off x="5496143" y="1829706"/>
              <a:ext cx="1833441" cy="1833440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" name="Vrije vorm: vorm 6">
              <a:extLst>
                <a:ext uri="{FF2B5EF4-FFF2-40B4-BE49-F238E27FC236}">
                  <a16:creationId xmlns:a16="http://schemas.microsoft.com/office/drawing/2014/main" id="{529262A7-C1B8-3CF7-463A-90C66ED978DA}"/>
                </a:ext>
              </a:extLst>
            </p:cNvPr>
            <p:cNvSpPr/>
            <p:nvPr/>
          </p:nvSpPr>
          <p:spPr>
            <a:xfrm rot="10800000">
              <a:off x="7329335" y="1837593"/>
              <a:ext cx="1833441" cy="1833440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solidFill>
              <a:srgbClr val="123F9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" name="Vrije vorm: vorm 7">
              <a:extLst>
                <a:ext uri="{FF2B5EF4-FFF2-40B4-BE49-F238E27FC236}">
                  <a16:creationId xmlns:a16="http://schemas.microsoft.com/office/drawing/2014/main" id="{DC8F7948-952E-29E1-9A9B-D5BE31C3C9A8}"/>
                </a:ext>
              </a:extLst>
            </p:cNvPr>
            <p:cNvSpPr/>
            <p:nvPr/>
          </p:nvSpPr>
          <p:spPr>
            <a:xfrm rot="2700000">
              <a:off x="11259110" y="2098206"/>
              <a:ext cx="1296432" cy="1296432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14" name="Tijdelijke aanduiding voor titel 1">
            <a:extLst>
              <a:ext uri="{FF2B5EF4-FFF2-40B4-BE49-F238E27FC236}">
                <a16:creationId xmlns:a16="http://schemas.microsoft.com/office/drawing/2014/main" id="{43FB04AE-16F6-AE58-CA2D-5E7F842597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000" y="4272986"/>
            <a:ext cx="5304000" cy="18725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18" name="Tijdelijke aanduiding voor tekst 26">
            <a:extLst>
              <a:ext uri="{FF2B5EF4-FFF2-40B4-BE49-F238E27FC236}">
                <a16:creationId xmlns:a16="http://schemas.microsoft.com/office/drawing/2014/main" id="{1DE097B5-F977-F334-5086-11E8A78C6B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0003" y="4268857"/>
            <a:ext cx="3726472" cy="1296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br>
              <a:rPr lang="nl-NL" dirty="0"/>
            </a:br>
            <a:r>
              <a:rPr lang="nl-NL" dirty="0"/>
              <a:t>contact information</a:t>
            </a:r>
          </a:p>
        </p:txBody>
      </p:sp>
      <p:sp>
        <p:nvSpPr>
          <p:cNvPr id="21" name="Vrije vorm: vorm 20">
            <a:extLst>
              <a:ext uri="{FF2B5EF4-FFF2-40B4-BE49-F238E27FC236}">
                <a16:creationId xmlns:a16="http://schemas.microsoft.com/office/drawing/2014/main" id="{08347D6B-4806-152E-DD72-B44EFF6FE605}"/>
              </a:ext>
            </a:extLst>
          </p:cNvPr>
          <p:cNvSpPr>
            <a:spLocks noChangeAspect="1"/>
          </p:cNvSpPr>
          <p:nvPr/>
        </p:nvSpPr>
        <p:spPr>
          <a:xfrm>
            <a:off x="6964502" y="4268857"/>
            <a:ext cx="487174" cy="485893"/>
          </a:xfrm>
          <a:custGeom>
            <a:avLst/>
            <a:gdLst>
              <a:gd name="connsiteX0" fmla="*/ 1257492 w 2520001"/>
              <a:gd name="connsiteY0" fmla="*/ 0 h 2513375"/>
              <a:gd name="connsiteX1" fmla="*/ 1887492 w 2520001"/>
              <a:gd name="connsiteY1" fmla="*/ 630000 h 2513375"/>
              <a:gd name="connsiteX2" fmla="*/ 1384459 w 2520001"/>
              <a:gd name="connsiteY2" fmla="*/ 1247201 h 2513375"/>
              <a:gd name="connsiteX3" fmla="*/ 1302120 w 2520001"/>
              <a:gd name="connsiteY3" fmla="*/ 1255502 h 2513375"/>
              <a:gd name="connsiteX4" fmla="*/ 1388821 w 2520001"/>
              <a:gd name="connsiteY4" fmla="*/ 1259881 h 2513375"/>
              <a:gd name="connsiteX5" fmla="*/ 2520001 w 2520001"/>
              <a:gd name="connsiteY5" fmla="*/ 2513375 h 2513375"/>
              <a:gd name="connsiteX6" fmla="*/ 0 w 2520001"/>
              <a:gd name="connsiteY6" fmla="*/ 2513375 h 2513375"/>
              <a:gd name="connsiteX7" fmla="*/ 1131180 w 2520001"/>
              <a:gd name="connsiteY7" fmla="*/ 1259881 h 2513375"/>
              <a:gd name="connsiteX8" fmla="*/ 1214539 w 2520001"/>
              <a:gd name="connsiteY8" fmla="*/ 1255671 h 2513375"/>
              <a:gd name="connsiteX9" fmla="*/ 1130525 w 2520001"/>
              <a:gd name="connsiteY9" fmla="*/ 1247201 h 2513375"/>
              <a:gd name="connsiteX10" fmla="*/ 627492 w 2520001"/>
              <a:gd name="connsiteY10" fmla="*/ 630000 h 2513375"/>
              <a:gd name="connsiteX11" fmla="*/ 1257492 w 2520001"/>
              <a:gd name="connsiteY11" fmla="*/ 0 h 251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0001" h="2513375">
                <a:moveTo>
                  <a:pt x="1257492" y="0"/>
                </a:moveTo>
                <a:cubicBezTo>
                  <a:pt x="1605432" y="0"/>
                  <a:pt x="1887492" y="282061"/>
                  <a:pt x="1887492" y="630000"/>
                </a:cubicBezTo>
                <a:cubicBezTo>
                  <a:pt x="1887492" y="934447"/>
                  <a:pt x="1671540" y="1188456"/>
                  <a:pt x="1384459" y="1247201"/>
                </a:cubicBezTo>
                <a:lnTo>
                  <a:pt x="1302120" y="1255502"/>
                </a:lnTo>
                <a:lnTo>
                  <a:pt x="1388821" y="1259881"/>
                </a:lnTo>
                <a:cubicBezTo>
                  <a:pt x="2024152" y="1324410"/>
                  <a:pt x="2520001" y="1861030"/>
                  <a:pt x="2520001" y="2513375"/>
                </a:cubicBezTo>
                <a:lnTo>
                  <a:pt x="0" y="2513375"/>
                </a:lnTo>
                <a:cubicBezTo>
                  <a:pt x="0" y="1861030"/>
                  <a:pt x="495849" y="1324410"/>
                  <a:pt x="1131180" y="1259881"/>
                </a:cubicBezTo>
                <a:lnTo>
                  <a:pt x="1214539" y="1255671"/>
                </a:lnTo>
                <a:lnTo>
                  <a:pt x="1130525" y="1247201"/>
                </a:lnTo>
                <a:cubicBezTo>
                  <a:pt x="843445" y="1188456"/>
                  <a:pt x="627492" y="934447"/>
                  <a:pt x="627492" y="630000"/>
                </a:cubicBezTo>
                <a:cubicBezTo>
                  <a:pt x="627492" y="282061"/>
                  <a:pt x="909553" y="0"/>
                  <a:pt x="1257492" y="0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3086605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- Dark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3B92E722-A1F2-E192-63DB-1754A87ED2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82075" y="5902566"/>
            <a:ext cx="914400" cy="485775"/>
          </a:xfrm>
          <a:prstGeom prst="rect">
            <a:avLst/>
          </a:prstGeom>
        </p:spPr>
      </p:pic>
      <p:sp>
        <p:nvSpPr>
          <p:cNvPr id="30" name="Tijdelijke aanduiding voor tekst 26">
            <a:extLst>
              <a:ext uri="{FF2B5EF4-FFF2-40B4-BE49-F238E27FC236}">
                <a16:creationId xmlns:a16="http://schemas.microsoft.com/office/drawing/2014/main" id="{040DDA4E-DCB6-FDBA-CC4C-07183759BB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7496" y="5902566"/>
            <a:ext cx="5814872" cy="56237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br>
              <a:rPr lang="nl-NL" dirty="0"/>
            </a:br>
            <a:r>
              <a:rPr lang="nl-NL" dirty="0"/>
              <a:t>contact information</a:t>
            </a:r>
          </a:p>
        </p:txBody>
      </p:sp>
      <p:sp>
        <p:nvSpPr>
          <p:cNvPr id="36" name="Vrije vorm: vorm 35">
            <a:extLst>
              <a:ext uri="{FF2B5EF4-FFF2-40B4-BE49-F238E27FC236}">
                <a16:creationId xmlns:a16="http://schemas.microsoft.com/office/drawing/2014/main" id="{457BF113-0FED-881D-D3F9-480737E7A0DD}"/>
              </a:ext>
            </a:extLst>
          </p:cNvPr>
          <p:cNvSpPr>
            <a:spLocks noChangeAspect="1"/>
          </p:cNvSpPr>
          <p:nvPr/>
        </p:nvSpPr>
        <p:spPr>
          <a:xfrm>
            <a:off x="791995" y="5902566"/>
            <a:ext cx="487174" cy="485893"/>
          </a:xfrm>
          <a:custGeom>
            <a:avLst/>
            <a:gdLst>
              <a:gd name="connsiteX0" fmla="*/ 1257492 w 2520001"/>
              <a:gd name="connsiteY0" fmla="*/ 0 h 2513375"/>
              <a:gd name="connsiteX1" fmla="*/ 1887492 w 2520001"/>
              <a:gd name="connsiteY1" fmla="*/ 630000 h 2513375"/>
              <a:gd name="connsiteX2" fmla="*/ 1384459 w 2520001"/>
              <a:gd name="connsiteY2" fmla="*/ 1247201 h 2513375"/>
              <a:gd name="connsiteX3" fmla="*/ 1302120 w 2520001"/>
              <a:gd name="connsiteY3" fmla="*/ 1255502 h 2513375"/>
              <a:gd name="connsiteX4" fmla="*/ 1388821 w 2520001"/>
              <a:gd name="connsiteY4" fmla="*/ 1259881 h 2513375"/>
              <a:gd name="connsiteX5" fmla="*/ 2520001 w 2520001"/>
              <a:gd name="connsiteY5" fmla="*/ 2513375 h 2513375"/>
              <a:gd name="connsiteX6" fmla="*/ 0 w 2520001"/>
              <a:gd name="connsiteY6" fmla="*/ 2513375 h 2513375"/>
              <a:gd name="connsiteX7" fmla="*/ 1131180 w 2520001"/>
              <a:gd name="connsiteY7" fmla="*/ 1259881 h 2513375"/>
              <a:gd name="connsiteX8" fmla="*/ 1214539 w 2520001"/>
              <a:gd name="connsiteY8" fmla="*/ 1255671 h 2513375"/>
              <a:gd name="connsiteX9" fmla="*/ 1130525 w 2520001"/>
              <a:gd name="connsiteY9" fmla="*/ 1247201 h 2513375"/>
              <a:gd name="connsiteX10" fmla="*/ 627492 w 2520001"/>
              <a:gd name="connsiteY10" fmla="*/ 630000 h 2513375"/>
              <a:gd name="connsiteX11" fmla="*/ 1257492 w 2520001"/>
              <a:gd name="connsiteY11" fmla="*/ 0 h 251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0001" h="2513375">
                <a:moveTo>
                  <a:pt x="1257492" y="0"/>
                </a:moveTo>
                <a:cubicBezTo>
                  <a:pt x="1605432" y="0"/>
                  <a:pt x="1887492" y="282061"/>
                  <a:pt x="1887492" y="630000"/>
                </a:cubicBezTo>
                <a:cubicBezTo>
                  <a:pt x="1887492" y="934447"/>
                  <a:pt x="1671540" y="1188456"/>
                  <a:pt x="1384459" y="1247201"/>
                </a:cubicBezTo>
                <a:lnTo>
                  <a:pt x="1302120" y="1255502"/>
                </a:lnTo>
                <a:lnTo>
                  <a:pt x="1388821" y="1259881"/>
                </a:lnTo>
                <a:cubicBezTo>
                  <a:pt x="2024152" y="1324410"/>
                  <a:pt x="2520001" y="1861030"/>
                  <a:pt x="2520001" y="2513375"/>
                </a:cubicBezTo>
                <a:lnTo>
                  <a:pt x="0" y="2513375"/>
                </a:lnTo>
                <a:cubicBezTo>
                  <a:pt x="0" y="1861030"/>
                  <a:pt x="495849" y="1324410"/>
                  <a:pt x="1131180" y="1259881"/>
                </a:cubicBezTo>
                <a:lnTo>
                  <a:pt x="1214539" y="1255671"/>
                </a:lnTo>
                <a:lnTo>
                  <a:pt x="1130525" y="1247201"/>
                </a:lnTo>
                <a:cubicBezTo>
                  <a:pt x="843445" y="1188456"/>
                  <a:pt x="627492" y="934447"/>
                  <a:pt x="627492" y="630000"/>
                </a:cubicBezTo>
                <a:cubicBezTo>
                  <a:pt x="627492" y="282061"/>
                  <a:pt x="909553" y="0"/>
                  <a:pt x="1257492" y="0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grpSp>
        <p:nvGrpSpPr>
          <p:cNvPr id="23" name="Groep 22">
            <a:extLst>
              <a:ext uri="{FF2B5EF4-FFF2-40B4-BE49-F238E27FC236}">
                <a16:creationId xmlns:a16="http://schemas.microsoft.com/office/drawing/2014/main" id="{EEB7A8C9-A0CF-CA2C-72EC-3DAFC8609B0F}"/>
              </a:ext>
            </a:extLst>
          </p:cNvPr>
          <p:cNvGrpSpPr/>
          <p:nvPr/>
        </p:nvGrpSpPr>
        <p:grpSpPr>
          <a:xfrm>
            <a:off x="0" y="0"/>
            <a:ext cx="12194630" cy="4879630"/>
            <a:chOff x="0" y="0"/>
            <a:chExt cx="12194630" cy="4879630"/>
          </a:xfrm>
        </p:grpSpPr>
        <p:sp>
          <p:nvSpPr>
            <p:cNvPr id="24" name="Vrije vorm: vorm 23">
              <a:extLst>
                <a:ext uri="{FF2B5EF4-FFF2-40B4-BE49-F238E27FC236}">
                  <a16:creationId xmlns:a16="http://schemas.microsoft.com/office/drawing/2014/main" id="{399869FA-D253-8BB4-38AA-1B852323535C}"/>
                </a:ext>
              </a:extLst>
            </p:cNvPr>
            <p:cNvSpPr/>
            <p:nvPr/>
          </p:nvSpPr>
          <p:spPr>
            <a:xfrm>
              <a:off x="0" y="2439819"/>
              <a:ext cx="2439811" cy="2439811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1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1" y="1774281"/>
                    <a:pt x="1" y="1143013"/>
                  </a:cubicBezTo>
                  <a:cubicBezTo>
                    <a:pt x="1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rgbClr val="00A14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C35772DD-53DE-CFEB-1FAC-4D509FC0FA36}"/>
                </a:ext>
              </a:extLst>
            </p:cNvPr>
            <p:cNvSpPr/>
            <p:nvPr/>
          </p:nvSpPr>
          <p:spPr>
            <a:xfrm rot="2700000">
              <a:off x="7672321" y="2796523"/>
              <a:ext cx="1725199" cy="1725199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EBF7AA89-4192-DE80-15A1-6176A69496A6}"/>
                </a:ext>
              </a:extLst>
            </p:cNvPr>
            <p:cNvSpPr/>
            <p:nvPr/>
          </p:nvSpPr>
          <p:spPr>
            <a:xfrm>
              <a:off x="7311261" y="8"/>
              <a:ext cx="2439811" cy="2439811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1" name="Vrije vorm: vorm 30">
              <a:extLst>
                <a:ext uri="{FF2B5EF4-FFF2-40B4-BE49-F238E27FC236}">
                  <a16:creationId xmlns:a16="http://schemas.microsoft.com/office/drawing/2014/main" id="{8CA819EA-8739-A14D-2D18-5C32F4FF0FED}"/>
                </a:ext>
              </a:extLst>
            </p:cNvPr>
            <p:cNvSpPr/>
            <p:nvPr/>
          </p:nvSpPr>
          <p:spPr>
            <a:xfrm rot="10800000">
              <a:off x="4872558" y="613"/>
              <a:ext cx="1219906" cy="2439811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3" name="Vrije vorm: vorm 32">
              <a:extLst>
                <a:ext uri="{FF2B5EF4-FFF2-40B4-BE49-F238E27FC236}">
                  <a16:creationId xmlns:a16="http://schemas.microsoft.com/office/drawing/2014/main" id="{F369B62F-76FA-B585-4EB8-4F2B669BB002}"/>
                </a:ext>
              </a:extLst>
            </p:cNvPr>
            <p:cNvSpPr/>
            <p:nvPr/>
          </p:nvSpPr>
          <p:spPr>
            <a:xfrm rot="10800000">
              <a:off x="4875204" y="2439816"/>
              <a:ext cx="2439813" cy="2439814"/>
            </a:xfrm>
            <a:custGeom>
              <a:avLst/>
              <a:gdLst>
                <a:gd name="connsiteX0" fmla="*/ 1 w 2286027"/>
                <a:gd name="connsiteY0" fmla="*/ 2286028 h 2286028"/>
                <a:gd name="connsiteX1" fmla="*/ 1 w 2286027"/>
                <a:gd name="connsiteY1" fmla="*/ 2285457 h 2286028"/>
                <a:gd name="connsiteX2" fmla="*/ 1 w 2286027"/>
                <a:gd name="connsiteY2" fmla="*/ 2 h 2286028"/>
                <a:gd name="connsiteX3" fmla="*/ 285709 w 2286027"/>
                <a:gd name="connsiteY3" fmla="*/ 285709 h 2286028"/>
                <a:gd name="connsiteX4" fmla="*/ 0 w 2286027"/>
                <a:gd name="connsiteY4" fmla="*/ 0 h 2286028"/>
                <a:gd name="connsiteX5" fmla="*/ 2286026 w 2286027"/>
                <a:gd name="connsiteY5" fmla="*/ 0 h 2286028"/>
                <a:gd name="connsiteX6" fmla="*/ 1143300 w 2286027"/>
                <a:gd name="connsiteY6" fmla="*/ 1142728 h 2286028"/>
                <a:gd name="connsiteX7" fmla="*/ 2286027 w 2286027"/>
                <a:gd name="connsiteY7" fmla="*/ 2285457 h 2286028"/>
                <a:gd name="connsiteX8" fmla="*/ 572 w 2286027"/>
                <a:gd name="connsiteY8" fmla="*/ 2285457 h 2286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6027" h="2286028">
                  <a:moveTo>
                    <a:pt x="1" y="2286028"/>
                  </a:moveTo>
                  <a:lnTo>
                    <a:pt x="1" y="2285457"/>
                  </a:lnTo>
                  <a:lnTo>
                    <a:pt x="1" y="2"/>
                  </a:lnTo>
                  <a:lnTo>
                    <a:pt x="285709" y="285709"/>
                  </a:lnTo>
                  <a:lnTo>
                    <a:pt x="0" y="0"/>
                  </a:lnTo>
                  <a:lnTo>
                    <a:pt x="2286026" y="0"/>
                  </a:lnTo>
                  <a:lnTo>
                    <a:pt x="1143300" y="1142728"/>
                  </a:lnTo>
                  <a:lnTo>
                    <a:pt x="2286027" y="2285457"/>
                  </a:lnTo>
                  <a:lnTo>
                    <a:pt x="572" y="2285457"/>
                  </a:lnTo>
                  <a:close/>
                </a:path>
              </a:pathLst>
            </a:custGeom>
            <a:solidFill>
              <a:srgbClr val="FBB70C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/>
            </a:p>
          </p:txBody>
        </p:sp>
        <p:sp>
          <p:nvSpPr>
            <p:cNvPr id="34" name="Vrije vorm: vorm 33">
              <a:extLst>
                <a:ext uri="{FF2B5EF4-FFF2-40B4-BE49-F238E27FC236}">
                  <a16:creationId xmlns:a16="http://schemas.microsoft.com/office/drawing/2014/main" id="{E54444B7-1442-E4D6-0F66-19D1AF25DD78}"/>
                </a:ext>
              </a:extLst>
            </p:cNvPr>
            <p:cNvSpPr/>
            <p:nvPr/>
          </p:nvSpPr>
          <p:spPr>
            <a:xfrm>
              <a:off x="0" y="0"/>
              <a:ext cx="4872558" cy="2440421"/>
            </a:xfrm>
            <a:custGeom>
              <a:avLst/>
              <a:gdLst>
                <a:gd name="connsiteX0" fmla="*/ 2279394 w 4565431"/>
                <a:gd name="connsiteY0" fmla="*/ 0 h 2286596"/>
                <a:gd name="connsiteX1" fmla="*/ 2279964 w 4565431"/>
                <a:gd name="connsiteY1" fmla="*/ 570 h 2286596"/>
                <a:gd name="connsiteX2" fmla="*/ 2286026 w 4565431"/>
                <a:gd name="connsiteY2" fmla="*/ 570 h 2286596"/>
                <a:gd name="connsiteX3" fmla="*/ 2286026 w 4565431"/>
                <a:gd name="connsiteY3" fmla="*/ 6632 h 2286596"/>
                <a:gd name="connsiteX4" fmla="*/ 4565431 w 4565431"/>
                <a:gd name="connsiteY4" fmla="*/ 2286036 h 2286596"/>
                <a:gd name="connsiteX5" fmla="*/ 2286026 w 4565431"/>
                <a:gd name="connsiteY5" fmla="*/ 2286036 h 2286596"/>
                <a:gd name="connsiteX6" fmla="*/ 2286026 w 4565431"/>
                <a:gd name="connsiteY6" fmla="*/ 2286596 h 2286596"/>
                <a:gd name="connsiteX7" fmla="*/ 0 w 4565431"/>
                <a:gd name="connsiteY7" fmla="*/ 2286596 h 2286596"/>
                <a:gd name="connsiteX8" fmla="*/ 0 w 4565431"/>
                <a:gd name="connsiteY8" fmla="*/ 570 h 2286596"/>
                <a:gd name="connsiteX9" fmla="*/ 2279394 w 4565431"/>
                <a:gd name="connsiteY9" fmla="*/ 570 h 228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65431" h="2286596">
                  <a:moveTo>
                    <a:pt x="2279394" y="0"/>
                  </a:moveTo>
                  <a:lnTo>
                    <a:pt x="2279964" y="570"/>
                  </a:lnTo>
                  <a:lnTo>
                    <a:pt x="2286026" y="570"/>
                  </a:lnTo>
                  <a:lnTo>
                    <a:pt x="2286026" y="6632"/>
                  </a:lnTo>
                  <a:lnTo>
                    <a:pt x="4565431" y="2286036"/>
                  </a:lnTo>
                  <a:lnTo>
                    <a:pt x="2286026" y="2286036"/>
                  </a:lnTo>
                  <a:lnTo>
                    <a:pt x="2286026" y="2286596"/>
                  </a:lnTo>
                  <a:lnTo>
                    <a:pt x="0" y="2286596"/>
                  </a:lnTo>
                  <a:lnTo>
                    <a:pt x="0" y="570"/>
                  </a:lnTo>
                  <a:lnTo>
                    <a:pt x="2279394" y="570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 dirty="0"/>
            </a:p>
          </p:txBody>
        </p:sp>
        <p:sp>
          <p:nvSpPr>
            <p:cNvPr id="35" name="Vrije vorm: vorm 34">
              <a:extLst>
                <a:ext uri="{FF2B5EF4-FFF2-40B4-BE49-F238E27FC236}">
                  <a16:creationId xmlns:a16="http://schemas.microsoft.com/office/drawing/2014/main" id="{B9542184-1726-825C-0E63-9970ACBF8780}"/>
                </a:ext>
              </a:extLst>
            </p:cNvPr>
            <p:cNvSpPr/>
            <p:nvPr/>
          </p:nvSpPr>
          <p:spPr>
            <a:xfrm>
              <a:off x="9752177" y="0"/>
              <a:ext cx="2439823" cy="2439823"/>
            </a:xfrm>
            <a:custGeom>
              <a:avLst/>
              <a:gdLst>
                <a:gd name="connsiteX0" fmla="*/ 2286037 w 2286036"/>
                <a:gd name="connsiteY0" fmla="*/ 2286036 h 2286036"/>
                <a:gd name="connsiteX1" fmla="*/ 0 w 2286036"/>
                <a:gd name="connsiteY1" fmla="*/ 2286036 h 2286036"/>
                <a:gd name="connsiteX2" fmla="*/ 0 w 2286036"/>
                <a:gd name="connsiteY2" fmla="*/ 0 h 2286036"/>
                <a:gd name="connsiteX3" fmla="*/ 2286037 w 2286036"/>
                <a:gd name="connsiteY3" fmla="*/ 2286036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6" h="2286036">
                  <a:moveTo>
                    <a:pt x="2286037" y="2286036"/>
                  </a:moveTo>
                  <a:lnTo>
                    <a:pt x="0" y="2286036"/>
                  </a:lnTo>
                  <a:lnTo>
                    <a:pt x="0" y="0"/>
                  </a:lnTo>
                  <a:lnTo>
                    <a:pt x="2286037" y="2286036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7" name="Vrije vorm: vorm 36">
              <a:extLst>
                <a:ext uri="{FF2B5EF4-FFF2-40B4-BE49-F238E27FC236}">
                  <a16:creationId xmlns:a16="http://schemas.microsoft.com/office/drawing/2014/main" id="{338163DE-406C-D74C-77C8-EB0938CE5415}"/>
                </a:ext>
              </a:extLst>
            </p:cNvPr>
            <p:cNvSpPr/>
            <p:nvPr/>
          </p:nvSpPr>
          <p:spPr>
            <a:xfrm rot="10800000">
              <a:off x="6092462" y="613"/>
              <a:ext cx="1219906" cy="2439811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8" name="Vrije vorm: vorm 37">
              <a:extLst>
                <a:ext uri="{FF2B5EF4-FFF2-40B4-BE49-F238E27FC236}">
                  <a16:creationId xmlns:a16="http://schemas.microsoft.com/office/drawing/2014/main" id="{D4AA38CC-0CF1-283A-A334-0A47D8A86A74}"/>
                </a:ext>
              </a:extLst>
            </p:cNvPr>
            <p:cNvSpPr/>
            <p:nvPr/>
          </p:nvSpPr>
          <p:spPr>
            <a:xfrm rot="10800000">
              <a:off x="2436503" y="2439818"/>
              <a:ext cx="2439811" cy="2439811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solidFill>
              <a:srgbClr val="123F9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9" name="Vrije vorm: vorm 38">
              <a:extLst>
                <a:ext uri="{FF2B5EF4-FFF2-40B4-BE49-F238E27FC236}">
                  <a16:creationId xmlns:a16="http://schemas.microsoft.com/office/drawing/2014/main" id="{A9CE4EB0-A0FC-4DF3-14C1-33C6C3363551}"/>
                </a:ext>
              </a:extLst>
            </p:cNvPr>
            <p:cNvSpPr/>
            <p:nvPr/>
          </p:nvSpPr>
          <p:spPr>
            <a:xfrm rot="5400000">
              <a:off x="9144314" y="3049175"/>
              <a:ext cx="2439811" cy="1219905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0" name="Vrije vorm: vorm 39">
              <a:extLst>
                <a:ext uri="{FF2B5EF4-FFF2-40B4-BE49-F238E27FC236}">
                  <a16:creationId xmlns:a16="http://schemas.microsoft.com/office/drawing/2014/main" id="{5721DBB0-BD72-473D-5AEA-59403DC4F6B8}"/>
                </a:ext>
              </a:extLst>
            </p:cNvPr>
            <p:cNvSpPr/>
            <p:nvPr/>
          </p:nvSpPr>
          <p:spPr>
            <a:xfrm rot="16200000">
              <a:off x="10364772" y="3049175"/>
              <a:ext cx="2439811" cy="1219905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30467269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nd Slide - Light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ep 8">
            <a:extLst>
              <a:ext uri="{FF2B5EF4-FFF2-40B4-BE49-F238E27FC236}">
                <a16:creationId xmlns:a16="http://schemas.microsoft.com/office/drawing/2014/main" id="{7B919BA6-3D2A-88FF-45AB-AC9063EC3022}"/>
              </a:ext>
            </a:extLst>
          </p:cNvPr>
          <p:cNvGrpSpPr/>
          <p:nvPr/>
        </p:nvGrpSpPr>
        <p:grpSpPr>
          <a:xfrm>
            <a:off x="0" y="0"/>
            <a:ext cx="12192000" cy="3488945"/>
            <a:chOff x="1356" y="0"/>
            <a:chExt cx="12828299" cy="3671033"/>
          </a:xfrm>
        </p:grpSpPr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4A604E13-2276-D5DE-3D58-6EFB8E3967FB}"/>
                </a:ext>
              </a:extLst>
            </p:cNvPr>
            <p:cNvSpPr/>
            <p:nvPr/>
          </p:nvSpPr>
          <p:spPr>
            <a:xfrm>
              <a:off x="3667990" y="3321"/>
              <a:ext cx="1833441" cy="1833440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1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1" y="1774281"/>
                    <a:pt x="1" y="1143013"/>
                  </a:cubicBezTo>
                  <a:cubicBezTo>
                    <a:pt x="1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" name="Vrije vorm: vorm 16">
              <a:extLst>
                <a:ext uri="{FF2B5EF4-FFF2-40B4-BE49-F238E27FC236}">
                  <a16:creationId xmlns:a16="http://schemas.microsoft.com/office/drawing/2014/main" id="{50B16225-2A86-355A-C1EF-3C85ECF0C92D}"/>
                </a:ext>
              </a:extLst>
            </p:cNvPr>
            <p:cNvSpPr/>
            <p:nvPr/>
          </p:nvSpPr>
          <p:spPr>
            <a:xfrm rot="2700000">
              <a:off x="270079" y="264774"/>
              <a:ext cx="1296432" cy="1296432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" name="Vrije vorm: vorm 18">
              <a:extLst>
                <a:ext uri="{FF2B5EF4-FFF2-40B4-BE49-F238E27FC236}">
                  <a16:creationId xmlns:a16="http://schemas.microsoft.com/office/drawing/2014/main" id="{932E4208-D2A2-676D-678E-A1239FD82EAD}"/>
                </a:ext>
              </a:extLst>
            </p:cNvPr>
            <p:cNvSpPr/>
            <p:nvPr/>
          </p:nvSpPr>
          <p:spPr>
            <a:xfrm>
              <a:off x="10996214" y="3321"/>
              <a:ext cx="1833441" cy="1833440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" name="Vrije vorm: vorm 19">
              <a:extLst>
                <a:ext uri="{FF2B5EF4-FFF2-40B4-BE49-F238E27FC236}">
                  <a16:creationId xmlns:a16="http://schemas.microsoft.com/office/drawing/2014/main" id="{3E396590-C55C-AB05-C09C-CBC7682089C4}"/>
                </a:ext>
              </a:extLst>
            </p:cNvPr>
            <p:cNvSpPr/>
            <p:nvPr/>
          </p:nvSpPr>
          <p:spPr>
            <a:xfrm>
              <a:off x="1834784" y="1833442"/>
              <a:ext cx="916721" cy="1833440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AF90BB61-5185-C0DC-63FB-D081F17674B4}"/>
                </a:ext>
              </a:extLst>
            </p:cNvPr>
            <p:cNvSpPr/>
            <p:nvPr/>
          </p:nvSpPr>
          <p:spPr>
            <a:xfrm rot="10800000">
              <a:off x="9157238" y="1837590"/>
              <a:ext cx="1833442" cy="1833443"/>
            </a:xfrm>
            <a:custGeom>
              <a:avLst/>
              <a:gdLst>
                <a:gd name="connsiteX0" fmla="*/ 1 w 2286027"/>
                <a:gd name="connsiteY0" fmla="*/ 2286028 h 2286028"/>
                <a:gd name="connsiteX1" fmla="*/ 1 w 2286027"/>
                <a:gd name="connsiteY1" fmla="*/ 2285457 h 2286028"/>
                <a:gd name="connsiteX2" fmla="*/ 1 w 2286027"/>
                <a:gd name="connsiteY2" fmla="*/ 2 h 2286028"/>
                <a:gd name="connsiteX3" fmla="*/ 285709 w 2286027"/>
                <a:gd name="connsiteY3" fmla="*/ 285709 h 2286028"/>
                <a:gd name="connsiteX4" fmla="*/ 0 w 2286027"/>
                <a:gd name="connsiteY4" fmla="*/ 0 h 2286028"/>
                <a:gd name="connsiteX5" fmla="*/ 2286026 w 2286027"/>
                <a:gd name="connsiteY5" fmla="*/ 0 h 2286028"/>
                <a:gd name="connsiteX6" fmla="*/ 1143300 w 2286027"/>
                <a:gd name="connsiteY6" fmla="*/ 1142728 h 2286028"/>
                <a:gd name="connsiteX7" fmla="*/ 2286027 w 2286027"/>
                <a:gd name="connsiteY7" fmla="*/ 2285457 h 2286028"/>
                <a:gd name="connsiteX8" fmla="*/ 572 w 2286027"/>
                <a:gd name="connsiteY8" fmla="*/ 2285457 h 2286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6027" h="2286028">
                  <a:moveTo>
                    <a:pt x="1" y="2286028"/>
                  </a:moveTo>
                  <a:lnTo>
                    <a:pt x="1" y="2285457"/>
                  </a:lnTo>
                  <a:lnTo>
                    <a:pt x="1" y="2"/>
                  </a:lnTo>
                  <a:lnTo>
                    <a:pt x="285709" y="285709"/>
                  </a:lnTo>
                  <a:lnTo>
                    <a:pt x="0" y="0"/>
                  </a:lnTo>
                  <a:lnTo>
                    <a:pt x="2286026" y="0"/>
                  </a:lnTo>
                  <a:lnTo>
                    <a:pt x="1143300" y="1142728"/>
                  </a:lnTo>
                  <a:lnTo>
                    <a:pt x="2286027" y="2285457"/>
                  </a:lnTo>
                  <a:lnTo>
                    <a:pt x="572" y="2285457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/>
            </a:p>
          </p:txBody>
        </p:sp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ACB0736F-C937-0D79-5740-25E3AEBA6F2D}"/>
                </a:ext>
              </a:extLst>
            </p:cNvPr>
            <p:cNvSpPr/>
            <p:nvPr/>
          </p:nvSpPr>
          <p:spPr>
            <a:xfrm>
              <a:off x="5501203" y="3069"/>
              <a:ext cx="3661573" cy="1833899"/>
            </a:xfrm>
            <a:custGeom>
              <a:avLst/>
              <a:gdLst>
                <a:gd name="connsiteX0" fmla="*/ 2279394 w 4565431"/>
                <a:gd name="connsiteY0" fmla="*/ 0 h 2286596"/>
                <a:gd name="connsiteX1" fmla="*/ 2279964 w 4565431"/>
                <a:gd name="connsiteY1" fmla="*/ 570 h 2286596"/>
                <a:gd name="connsiteX2" fmla="*/ 2286026 w 4565431"/>
                <a:gd name="connsiteY2" fmla="*/ 570 h 2286596"/>
                <a:gd name="connsiteX3" fmla="*/ 2286026 w 4565431"/>
                <a:gd name="connsiteY3" fmla="*/ 6632 h 2286596"/>
                <a:gd name="connsiteX4" fmla="*/ 4565431 w 4565431"/>
                <a:gd name="connsiteY4" fmla="*/ 2286036 h 2286596"/>
                <a:gd name="connsiteX5" fmla="*/ 2286026 w 4565431"/>
                <a:gd name="connsiteY5" fmla="*/ 2286036 h 2286596"/>
                <a:gd name="connsiteX6" fmla="*/ 2286026 w 4565431"/>
                <a:gd name="connsiteY6" fmla="*/ 2286596 h 2286596"/>
                <a:gd name="connsiteX7" fmla="*/ 0 w 4565431"/>
                <a:gd name="connsiteY7" fmla="*/ 2286596 h 2286596"/>
                <a:gd name="connsiteX8" fmla="*/ 0 w 4565431"/>
                <a:gd name="connsiteY8" fmla="*/ 570 h 2286596"/>
                <a:gd name="connsiteX9" fmla="*/ 2279394 w 4565431"/>
                <a:gd name="connsiteY9" fmla="*/ 570 h 228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65431" h="2286596">
                  <a:moveTo>
                    <a:pt x="2279394" y="0"/>
                  </a:moveTo>
                  <a:lnTo>
                    <a:pt x="2279964" y="570"/>
                  </a:lnTo>
                  <a:lnTo>
                    <a:pt x="2286026" y="570"/>
                  </a:lnTo>
                  <a:lnTo>
                    <a:pt x="2286026" y="6632"/>
                  </a:lnTo>
                  <a:lnTo>
                    <a:pt x="4565431" y="2286036"/>
                  </a:lnTo>
                  <a:lnTo>
                    <a:pt x="2286026" y="2286036"/>
                  </a:lnTo>
                  <a:lnTo>
                    <a:pt x="2286026" y="2286596"/>
                  </a:lnTo>
                  <a:lnTo>
                    <a:pt x="0" y="2286596"/>
                  </a:lnTo>
                  <a:lnTo>
                    <a:pt x="0" y="570"/>
                  </a:lnTo>
                  <a:lnTo>
                    <a:pt x="2279394" y="570"/>
                  </a:ln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 dirty="0"/>
            </a:p>
          </p:txBody>
        </p:sp>
        <p:sp>
          <p:nvSpPr>
            <p:cNvPr id="10" name="Vrije vorm: vorm 9">
              <a:extLst>
                <a:ext uri="{FF2B5EF4-FFF2-40B4-BE49-F238E27FC236}">
                  <a16:creationId xmlns:a16="http://schemas.microsoft.com/office/drawing/2014/main" id="{5B3C7FC6-6A7E-E043-68F3-56D53C32BB11}"/>
                </a:ext>
              </a:extLst>
            </p:cNvPr>
            <p:cNvSpPr/>
            <p:nvPr/>
          </p:nvSpPr>
          <p:spPr>
            <a:xfrm>
              <a:off x="1835005" y="0"/>
              <a:ext cx="1833450" cy="1833450"/>
            </a:xfrm>
            <a:custGeom>
              <a:avLst/>
              <a:gdLst>
                <a:gd name="connsiteX0" fmla="*/ 2286037 w 2286036"/>
                <a:gd name="connsiteY0" fmla="*/ 2286036 h 2286036"/>
                <a:gd name="connsiteX1" fmla="*/ 0 w 2286036"/>
                <a:gd name="connsiteY1" fmla="*/ 2286036 h 2286036"/>
                <a:gd name="connsiteX2" fmla="*/ 0 w 2286036"/>
                <a:gd name="connsiteY2" fmla="*/ 0 h 2286036"/>
                <a:gd name="connsiteX3" fmla="*/ 2286037 w 2286036"/>
                <a:gd name="connsiteY3" fmla="*/ 2286036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6" h="2286036">
                  <a:moveTo>
                    <a:pt x="2286037" y="2286036"/>
                  </a:moveTo>
                  <a:lnTo>
                    <a:pt x="0" y="2286036"/>
                  </a:lnTo>
                  <a:lnTo>
                    <a:pt x="0" y="0"/>
                  </a:lnTo>
                  <a:lnTo>
                    <a:pt x="2286037" y="2286036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AFDE8D17-CD25-7646-CC4C-27DFCCFB0280}"/>
                </a:ext>
              </a:extLst>
            </p:cNvPr>
            <p:cNvSpPr/>
            <p:nvPr/>
          </p:nvSpPr>
          <p:spPr>
            <a:xfrm>
              <a:off x="2751503" y="1833442"/>
              <a:ext cx="916721" cy="1833440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A7945D03-EA2E-4FB5-8E42-F59066C61B3E}"/>
                </a:ext>
              </a:extLst>
            </p:cNvPr>
            <p:cNvSpPr/>
            <p:nvPr/>
          </p:nvSpPr>
          <p:spPr>
            <a:xfrm rot="10800000">
              <a:off x="1356" y="1829706"/>
              <a:ext cx="1833441" cy="1833440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solidFill>
              <a:srgbClr val="123F9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B2516F00-7ED7-FE84-D266-6A5DACB99F01}"/>
                </a:ext>
              </a:extLst>
            </p:cNvPr>
            <p:cNvSpPr/>
            <p:nvPr/>
          </p:nvSpPr>
          <p:spPr>
            <a:xfrm rot="10800000">
              <a:off x="3667990" y="1837176"/>
              <a:ext cx="1833440" cy="916720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A1C734B7-E992-C88B-C79D-5443B20BFF34}"/>
                </a:ext>
              </a:extLst>
            </p:cNvPr>
            <p:cNvSpPr/>
            <p:nvPr/>
          </p:nvSpPr>
          <p:spPr>
            <a:xfrm rot="10800000">
              <a:off x="3667990" y="2754312"/>
              <a:ext cx="1833440" cy="916720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" name="Vrije vorm: vorm 3">
              <a:extLst>
                <a:ext uri="{FF2B5EF4-FFF2-40B4-BE49-F238E27FC236}">
                  <a16:creationId xmlns:a16="http://schemas.microsoft.com/office/drawing/2014/main" id="{60FE7206-1049-6B41-788A-BAEC3C020AFA}"/>
                </a:ext>
              </a:extLst>
            </p:cNvPr>
            <p:cNvSpPr/>
            <p:nvPr/>
          </p:nvSpPr>
          <p:spPr>
            <a:xfrm rot="10800000">
              <a:off x="9162776" y="3528"/>
              <a:ext cx="916721" cy="1833440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" name="Vrije vorm: vorm 4">
              <a:extLst>
                <a:ext uri="{FF2B5EF4-FFF2-40B4-BE49-F238E27FC236}">
                  <a16:creationId xmlns:a16="http://schemas.microsoft.com/office/drawing/2014/main" id="{9437E92E-F83D-DC2C-C47E-E48C4727AA40}"/>
                </a:ext>
              </a:extLst>
            </p:cNvPr>
            <p:cNvSpPr/>
            <p:nvPr/>
          </p:nvSpPr>
          <p:spPr>
            <a:xfrm rot="10800000">
              <a:off x="10079495" y="3528"/>
              <a:ext cx="916721" cy="1833440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" name="Vrije vorm: vorm 5">
              <a:extLst>
                <a:ext uri="{FF2B5EF4-FFF2-40B4-BE49-F238E27FC236}">
                  <a16:creationId xmlns:a16="http://schemas.microsoft.com/office/drawing/2014/main" id="{F0FFA529-C256-1DCB-0625-15A90B8D7075}"/>
                </a:ext>
              </a:extLst>
            </p:cNvPr>
            <p:cNvSpPr/>
            <p:nvPr/>
          </p:nvSpPr>
          <p:spPr>
            <a:xfrm>
              <a:off x="5496143" y="1829706"/>
              <a:ext cx="1833441" cy="1833440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" name="Vrije vorm: vorm 6">
              <a:extLst>
                <a:ext uri="{FF2B5EF4-FFF2-40B4-BE49-F238E27FC236}">
                  <a16:creationId xmlns:a16="http://schemas.microsoft.com/office/drawing/2014/main" id="{529262A7-C1B8-3CF7-463A-90C66ED978DA}"/>
                </a:ext>
              </a:extLst>
            </p:cNvPr>
            <p:cNvSpPr/>
            <p:nvPr/>
          </p:nvSpPr>
          <p:spPr>
            <a:xfrm rot="10800000">
              <a:off x="7329335" y="1837593"/>
              <a:ext cx="1833441" cy="1833440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solidFill>
              <a:srgbClr val="123F9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" name="Vrije vorm: vorm 7">
              <a:extLst>
                <a:ext uri="{FF2B5EF4-FFF2-40B4-BE49-F238E27FC236}">
                  <a16:creationId xmlns:a16="http://schemas.microsoft.com/office/drawing/2014/main" id="{DC8F7948-952E-29E1-9A9B-D5BE31C3C9A8}"/>
                </a:ext>
              </a:extLst>
            </p:cNvPr>
            <p:cNvSpPr/>
            <p:nvPr/>
          </p:nvSpPr>
          <p:spPr>
            <a:xfrm rot="2700000">
              <a:off x="11259110" y="2098206"/>
              <a:ext cx="1296432" cy="1296432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14" name="Tijdelijke aanduiding voor titel 1">
            <a:extLst>
              <a:ext uri="{FF2B5EF4-FFF2-40B4-BE49-F238E27FC236}">
                <a16:creationId xmlns:a16="http://schemas.microsoft.com/office/drawing/2014/main" id="{43FB04AE-16F6-AE58-CA2D-5E7F842597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000" y="4272986"/>
            <a:ext cx="5304000" cy="18725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18" name="Tijdelijke aanduiding voor tekst 26">
            <a:extLst>
              <a:ext uri="{FF2B5EF4-FFF2-40B4-BE49-F238E27FC236}">
                <a16:creationId xmlns:a16="http://schemas.microsoft.com/office/drawing/2014/main" id="{1DE097B5-F977-F334-5086-11E8A78C6B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0003" y="4268857"/>
            <a:ext cx="3726472" cy="1296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br>
              <a:rPr lang="nl-NL" dirty="0"/>
            </a:br>
            <a:r>
              <a:rPr lang="nl-NL" dirty="0"/>
              <a:t>contact information</a:t>
            </a:r>
          </a:p>
        </p:txBody>
      </p:sp>
      <p:sp>
        <p:nvSpPr>
          <p:cNvPr id="21" name="Vrije vorm: vorm 20">
            <a:extLst>
              <a:ext uri="{FF2B5EF4-FFF2-40B4-BE49-F238E27FC236}">
                <a16:creationId xmlns:a16="http://schemas.microsoft.com/office/drawing/2014/main" id="{08347D6B-4806-152E-DD72-B44EFF6FE605}"/>
              </a:ext>
            </a:extLst>
          </p:cNvPr>
          <p:cNvSpPr>
            <a:spLocks noChangeAspect="1"/>
          </p:cNvSpPr>
          <p:nvPr/>
        </p:nvSpPr>
        <p:spPr>
          <a:xfrm>
            <a:off x="6964502" y="4268857"/>
            <a:ext cx="487174" cy="485893"/>
          </a:xfrm>
          <a:custGeom>
            <a:avLst/>
            <a:gdLst>
              <a:gd name="connsiteX0" fmla="*/ 1257492 w 2520001"/>
              <a:gd name="connsiteY0" fmla="*/ 0 h 2513375"/>
              <a:gd name="connsiteX1" fmla="*/ 1887492 w 2520001"/>
              <a:gd name="connsiteY1" fmla="*/ 630000 h 2513375"/>
              <a:gd name="connsiteX2" fmla="*/ 1384459 w 2520001"/>
              <a:gd name="connsiteY2" fmla="*/ 1247201 h 2513375"/>
              <a:gd name="connsiteX3" fmla="*/ 1302120 w 2520001"/>
              <a:gd name="connsiteY3" fmla="*/ 1255502 h 2513375"/>
              <a:gd name="connsiteX4" fmla="*/ 1388821 w 2520001"/>
              <a:gd name="connsiteY4" fmla="*/ 1259881 h 2513375"/>
              <a:gd name="connsiteX5" fmla="*/ 2520001 w 2520001"/>
              <a:gd name="connsiteY5" fmla="*/ 2513375 h 2513375"/>
              <a:gd name="connsiteX6" fmla="*/ 0 w 2520001"/>
              <a:gd name="connsiteY6" fmla="*/ 2513375 h 2513375"/>
              <a:gd name="connsiteX7" fmla="*/ 1131180 w 2520001"/>
              <a:gd name="connsiteY7" fmla="*/ 1259881 h 2513375"/>
              <a:gd name="connsiteX8" fmla="*/ 1214539 w 2520001"/>
              <a:gd name="connsiteY8" fmla="*/ 1255671 h 2513375"/>
              <a:gd name="connsiteX9" fmla="*/ 1130525 w 2520001"/>
              <a:gd name="connsiteY9" fmla="*/ 1247201 h 2513375"/>
              <a:gd name="connsiteX10" fmla="*/ 627492 w 2520001"/>
              <a:gd name="connsiteY10" fmla="*/ 630000 h 2513375"/>
              <a:gd name="connsiteX11" fmla="*/ 1257492 w 2520001"/>
              <a:gd name="connsiteY11" fmla="*/ 0 h 251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0001" h="2513375">
                <a:moveTo>
                  <a:pt x="1257492" y="0"/>
                </a:moveTo>
                <a:cubicBezTo>
                  <a:pt x="1605432" y="0"/>
                  <a:pt x="1887492" y="282061"/>
                  <a:pt x="1887492" y="630000"/>
                </a:cubicBezTo>
                <a:cubicBezTo>
                  <a:pt x="1887492" y="934447"/>
                  <a:pt x="1671540" y="1188456"/>
                  <a:pt x="1384459" y="1247201"/>
                </a:cubicBezTo>
                <a:lnTo>
                  <a:pt x="1302120" y="1255502"/>
                </a:lnTo>
                <a:lnTo>
                  <a:pt x="1388821" y="1259881"/>
                </a:lnTo>
                <a:cubicBezTo>
                  <a:pt x="2024152" y="1324410"/>
                  <a:pt x="2520001" y="1861030"/>
                  <a:pt x="2520001" y="2513375"/>
                </a:cubicBezTo>
                <a:lnTo>
                  <a:pt x="0" y="2513375"/>
                </a:lnTo>
                <a:cubicBezTo>
                  <a:pt x="0" y="1861030"/>
                  <a:pt x="495849" y="1324410"/>
                  <a:pt x="1131180" y="1259881"/>
                </a:cubicBezTo>
                <a:lnTo>
                  <a:pt x="1214539" y="1255671"/>
                </a:lnTo>
                <a:lnTo>
                  <a:pt x="1130525" y="1247201"/>
                </a:lnTo>
                <a:cubicBezTo>
                  <a:pt x="843445" y="1188456"/>
                  <a:pt x="627492" y="934447"/>
                  <a:pt x="627492" y="630000"/>
                </a:cubicBezTo>
                <a:cubicBezTo>
                  <a:pt x="627492" y="282061"/>
                  <a:pt x="909553" y="0"/>
                  <a:pt x="1257492" y="0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D344F64-DFA3-C8F2-98AA-971E78FA9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82075" y="5902566"/>
            <a:ext cx="914400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3948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30.xml"/><Relationship Id="rId39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25.xml"/><Relationship Id="rId34" Type="http://schemas.openxmlformats.org/officeDocument/2006/relationships/slideLayout" Target="../slideLayouts/slideLayout38.xml"/><Relationship Id="rId42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9.xml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15.xml"/><Relationship Id="rId24" Type="http://schemas.openxmlformats.org/officeDocument/2006/relationships/slideLayout" Target="../slideLayouts/slideLayout28.xml"/><Relationship Id="rId32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62.xml"/><Relationship Id="rId5" Type="http://schemas.openxmlformats.org/officeDocument/2006/relationships/slideLayout" Target="../slideLayouts/slideLayout9.xml"/><Relationship Id="rId61" Type="http://schemas.openxmlformats.org/officeDocument/2006/relationships/theme" Target="../theme/theme2.xml"/><Relationship Id="rId1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9.xml"/><Relationship Id="rId43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52.xml"/><Relationship Id="rId56" Type="http://schemas.openxmlformats.org/officeDocument/2006/relationships/slideLayout" Target="../slideLayouts/slideLayout60.xml"/><Relationship Id="rId8" Type="http://schemas.openxmlformats.org/officeDocument/2006/relationships/slideLayout" Target="../slideLayouts/slideLayout12.xml"/><Relationship Id="rId51" Type="http://schemas.openxmlformats.org/officeDocument/2006/relationships/slideLayout" Target="../slideLayouts/slideLayout55.xml"/><Relationship Id="rId3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5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50.xml"/><Relationship Id="rId59" Type="http://schemas.openxmlformats.org/officeDocument/2006/relationships/slideLayout" Target="../slideLayouts/slideLayout63.xml"/><Relationship Id="rId20" Type="http://schemas.openxmlformats.org/officeDocument/2006/relationships/slideLayout" Target="../slideLayouts/slideLayout24.xml"/><Relationship Id="rId41" Type="http://schemas.openxmlformats.org/officeDocument/2006/relationships/slideLayout" Target="../slideLayouts/slideLayout45.xml"/><Relationship Id="rId54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9.xml"/><Relationship Id="rId23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32.xml"/><Relationship Id="rId36" Type="http://schemas.openxmlformats.org/officeDocument/2006/relationships/slideLayout" Target="../slideLayouts/slideLayout40.xml"/><Relationship Id="rId49" Type="http://schemas.openxmlformats.org/officeDocument/2006/relationships/slideLayout" Target="../slideLayouts/slideLayout53.xml"/><Relationship Id="rId57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14.xml"/><Relationship Id="rId31" Type="http://schemas.openxmlformats.org/officeDocument/2006/relationships/slideLayout" Target="../slideLayouts/slideLayout35.xml"/><Relationship Id="rId44" Type="http://schemas.openxmlformats.org/officeDocument/2006/relationships/slideLayout" Target="../slideLayouts/slideLayout48.xml"/><Relationship Id="rId52" Type="http://schemas.openxmlformats.org/officeDocument/2006/relationships/slideLayout" Target="../slideLayouts/slideLayout56.xml"/><Relationship Id="rId6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7.xml"/><Relationship Id="rId18" Type="http://schemas.openxmlformats.org/officeDocument/2006/relationships/slideLayout" Target="../slideLayouts/slideLayout82.xml"/><Relationship Id="rId26" Type="http://schemas.openxmlformats.org/officeDocument/2006/relationships/slideLayout" Target="../slideLayouts/slideLayout90.xml"/><Relationship Id="rId39" Type="http://schemas.openxmlformats.org/officeDocument/2006/relationships/slideLayout" Target="../slideLayouts/slideLayout103.xml"/><Relationship Id="rId21" Type="http://schemas.openxmlformats.org/officeDocument/2006/relationships/slideLayout" Target="../slideLayouts/slideLayout85.xml"/><Relationship Id="rId34" Type="http://schemas.openxmlformats.org/officeDocument/2006/relationships/slideLayout" Target="../slideLayouts/slideLayout98.xml"/><Relationship Id="rId42" Type="http://schemas.openxmlformats.org/officeDocument/2006/relationships/slideLayout" Target="../slideLayouts/slideLayout106.xml"/><Relationship Id="rId47" Type="http://schemas.openxmlformats.org/officeDocument/2006/relationships/slideLayout" Target="../slideLayouts/slideLayout111.xml"/><Relationship Id="rId50" Type="http://schemas.openxmlformats.org/officeDocument/2006/relationships/slideLayout" Target="../slideLayouts/slideLayout114.xml"/><Relationship Id="rId55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71.xml"/><Relationship Id="rId2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88.xml"/><Relationship Id="rId32" Type="http://schemas.openxmlformats.org/officeDocument/2006/relationships/slideLayout" Target="../slideLayouts/slideLayout96.xml"/><Relationship Id="rId37" Type="http://schemas.openxmlformats.org/officeDocument/2006/relationships/slideLayout" Target="../slideLayouts/slideLayout101.xml"/><Relationship Id="rId40" Type="http://schemas.openxmlformats.org/officeDocument/2006/relationships/slideLayout" Target="../slideLayouts/slideLayout104.xml"/><Relationship Id="rId45" Type="http://schemas.openxmlformats.org/officeDocument/2006/relationships/slideLayout" Target="../slideLayouts/slideLayout109.xml"/><Relationship Id="rId53" Type="http://schemas.openxmlformats.org/officeDocument/2006/relationships/slideLayout" Target="../slideLayouts/slideLayout117.xml"/><Relationship Id="rId58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69.xml"/><Relationship Id="rId19" Type="http://schemas.openxmlformats.org/officeDocument/2006/relationships/slideLayout" Target="../slideLayouts/slideLayout83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slideLayout" Target="../slideLayouts/slideLayout78.xml"/><Relationship Id="rId22" Type="http://schemas.openxmlformats.org/officeDocument/2006/relationships/slideLayout" Target="../slideLayouts/slideLayout86.xml"/><Relationship Id="rId27" Type="http://schemas.openxmlformats.org/officeDocument/2006/relationships/slideLayout" Target="../slideLayouts/slideLayout91.xml"/><Relationship Id="rId30" Type="http://schemas.openxmlformats.org/officeDocument/2006/relationships/slideLayout" Target="../slideLayouts/slideLayout94.xml"/><Relationship Id="rId35" Type="http://schemas.openxmlformats.org/officeDocument/2006/relationships/slideLayout" Target="../slideLayouts/slideLayout99.xml"/><Relationship Id="rId43" Type="http://schemas.openxmlformats.org/officeDocument/2006/relationships/slideLayout" Target="../slideLayouts/slideLayout107.xml"/><Relationship Id="rId48" Type="http://schemas.openxmlformats.org/officeDocument/2006/relationships/slideLayout" Target="../slideLayouts/slideLayout112.xml"/><Relationship Id="rId56" Type="http://schemas.openxmlformats.org/officeDocument/2006/relationships/slideLayout" Target="../slideLayouts/slideLayout120.xml"/><Relationship Id="rId8" Type="http://schemas.openxmlformats.org/officeDocument/2006/relationships/slideLayout" Target="../slideLayouts/slideLayout72.xml"/><Relationship Id="rId51" Type="http://schemas.openxmlformats.org/officeDocument/2006/relationships/slideLayout" Target="../slideLayouts/slideLayout115.xml"/><Relationship Id="rId3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6.xml"/><Relationship Id="rId17" Type="http://schemas.openxmlformats.org/officeDocument/2006/relationships/slideLayout" Target="../slideLayouts/slideLayout81.xml"/><Relationship Id="rId25" Type="http://schemas.openxmlformats.org/officeDocument/2006/relationships/slideLayout" Target="../slideLayouts/slideLayout89.xml"/><Relationship Id="rId33" Type="http://schemas.openxmlformats.org/officeDocument/2006/relationships/slideLayout" Target="../slideLayouts/slideLayout97.xml"/><Relationship Id="rId38" Type="http://schemas.openxmlformats.org/officeDocument/2006/relationships/slideLayout" Target="../slideLayouts/slideLayout102.xml"/><Relationship Id="rId46" Type="http://schemas.openxmlformats.org/officeDocument/2006/relationships/slideLayout" Target="../slideLayouts/slideLayout110.xml"/><Relationship Id="rId59" Type="http://schemas.openxmlformats.org/officeDocument/2006/relationships/theme" Target="../theme/theme3.xml"/><Relationship Id="rId20" Type="http://schemas.openxmlformats.org/officeDocument/2006/relationships/slideLayout" Target="../slideLayouts/slideLayout84.xml"/><Relationship Id="rId41" Type="http://schemas.openxmlformats.org/officeDocument/2006/relationships/slideLayout" Target="../slideLayouts/slideLayout105.xml"/><Relationship Id="rId54" Type="http://schemas.openxmlformats.org/officeDocument/2006/relationships/slideLayout" Target="../slideLayouts/slideLayout118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5" Type="http://schemas.openxmlformats.org/officeDocument/2006/relationships/slideLayout" Target="../slideLayouts/slideLayout79.xml"/><Relationship Id="rId23" Type="http://schemas.openxmlformats.org/officeDocument/2006/relationships/slideLayout" Target="../slideLayouts/slideLayout87.xml"/><Relationship Id="rId28" Type="http://schemas.openxmlformats.org/officeDocument/2006/relationships/slideLayout" Target="../slideLayouts/slideLayout92.xml"/><Relationship Id="rId36" Type="http://schemas.openxmlformats.org/officeDocument/2006/relationships/slideLayout" Target="../slideLayouts/slideLayout100.xml"/><Relationship Id="rId49" Type="http://schemas.openxmlformats.org/officeDocument/2006/relationships/slideLayout" Target="../slideLayouts/slideLayout113.xml"/><Relationship Id="rId57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74.xml"/><Relationship Id="rId31" Type="http://schemas.openxmlformats.org/officeDocument/2006/relationships/slideLayout" Target="../slideLayouts/slideLayout95.xml"/><Relationship Id="rId44" Type="http://schemas.openxmlformats.org/officeDocument/2006/relationships/slideLayout" Target="../slideLayouts/slideLayout108.xml"/><Relationship Id="rId52" Type="http://schemas.openxmlformats.org/officeDocument/2006/relationships/slideLayout" Target="../slideLayouts/slideLayout11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0.xml"/><Relationship Id="rId13" Type="http://schemas.openxmlformats.org/officeDocument/2006/relationships/slideLayout" Target="../slideLayouts/slideLayout135.xml"/><Relationship Id="rId3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9.xml"/><Relationship Id="rId12" Type="http://schemas.openxmlformats.org/officeDocument/2006/relationships/slideLayout" Target="../slideLayouts/slideLayout134.xml"/><Relationship Id="rId2" Type="http://schemas.openxmlformats.org/officeDocument/2006/relationships/slideLayout" Target="../slideLayouts/slideLayout124.xml"/><Relationship Id="rId1" Type="http://schemas.openxmlformats.org/officeDocument/2006/relationships/slideLayout" Target="../slideLayouts/slideLayout123.xml"/><Relationship Id="rId6" Type="http://schemas.openxmlformats.org/officeDocument/2006/relationships/slideLayout" Target="../slideLayouts/slideLayout128.xml"/><Relationship Id="rId11" Type="http://schemas.openxmlformats.org/officeDocument/2006/relationships/slideLayout" Target="../slideLayouts/slideLayout133.xml"/><Relationship Id="rId5" Type="http://schemas.openxmlformats.org/officeDocument/2006/relationships/slideLayout" Target="../slideLayouts/slideLayout127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132.xml"/><Relationship Id="rId4" Type="http://schemas.openxmlformats.org/officeDocument/2006/relationships/slideLayout" Target="../slideLayouts/slideLayout126.xml"/><Relationship Id="rId9" Type="http://schemas.openxmlformats.org/officeDocument/2006/relationships/slideLayout" Target="../slideLayouts/slideLayout131.xml"/><Relationship Id="rId14" Type="http://schemas.openxmlformats.org/officeDocument/2006/relationships/slideLayout" Target="../slideLayouts/slideLayout13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9.xml"/><Relationship Id="rId2" Type="http://schemas.openxmlformats.org/officeDocument/2006/relationships/slideLayout" Target="../slideLayouts/slideLayout138.xml"/><Relationship Id="rId1" Type="http://schemas.openxmlformats.org/officeDocument/2006/relationships/slideLayout" Target="../slideLayouts/slideLayout137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1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jdelijke aanduiding voor titel 1">
            <a:extLst>
              <a:ext uri="{FF2B5EF4-FFF2-40B4-BE49-F238E27FC236}">
                <a16:creationId xmlns:a16="http://schemas.microsoft.com/office/drawing/2014/main" id="{0135801F-38EE-3E7C-195F-B3EE586C7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48000"/>
            <a:ext cx="10608000" cy="10066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  <p:sp>
        <p:nvSpPr>
          <p:cNvPr id="17" name="Tijdelijke aanduiding voor tekst 2">
            <a:extLst>
              <a:ext uri="{FF2B5EF4-FFF2-40B4-BE49-F238E27FC236}">
                <a16:creationId xmlns:a16="http://schemas.microsoft.com/office/drawing/2014/main" id="{1E12AF20-16B0-3094-B519-E95550D5C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000" y="1776549"/>
            <a:ext cx="10608000" cy="44334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821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14000"/>
        </a:lnSpc>
        <a:spcBef>
          <a:spcPts val="10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14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914400" rtl="0" eaLnBrk="1" latinLnBrk="0" hangingPunct="1">
        <a:lnSpc>
          <a:spcPct val="114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114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114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itel 1">
            <a:extLst>
              <a:ext uri="{FF2B5EF4-FFF2-40B4-BE49-F238E27FC236}">
                <a16:creationId xmlns:a16="http://schemas.microsoft.com/office/drawing/2014/main" id="{04F46AEE-9850-8D1E-364E-FC25E5D51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10608000" cy="715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  <p:sp>
        <p:nvSpPr>
          <p:cNvPr id="5" name="Tijdelijke aanduiding voor tekst 2">
            <a:extLst>
              <a:ext uri="{FF2B5EF4-FFF2-40B4-BE49-F238E27FC236}">
                <a16:creationId xmlns:a16="http://schemas.microsoft.com/office/drawing/2014/main" id="{BCEE348B-7A0D-D930-FA33-E274FEB6A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000" y="1941197"/>
            <a:ext cx="10608000" cy="46056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FF431124-AD73-F52B-FCEE-1CD8B89D0E6A}"/>
              </a:ext>
            </a:extLst>
          </p:cNvPr>
          <p:cNvSpPr/>
          <p:nvPr/>
        </p:nvSpPr>
        <p:spPr>
          <a:xfrm>
            <a:off x="0" y="7005915"/>
            <a:ext cx="2880000" cy="3294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Rechthoek 14">
            <a:extLst>
              <a:ext uri="{FF2B5EF4-FFF2-40B4-BE49-F238E27FC236}">
                <a16:creationId xmlns:a16="http://schemas.microsoft.com/office/drawing/2014/main" id="{954776D0-C85A-6231-FED0-0AA5B60A5211}"/>
              </a:ext>
            </a:extLst>
          </p:cNvPr>
          <p:cNvSpPr/>
          <p:nvPr/>
        </p:nvSpPr>
        <p:spPr>
          <a:xfrm>
            <a:off x="9312000" y="7005915"/>
            <a:ext cx="2880000" cy="329453"/>
          </a:xfrm>
          <a:prstGeom prst="rect">
            <a:avLst/>
          </a:prstGeom>
          <a:solidFill>
            <a:srgbClr val="D1E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86244DC5-8FFD-57D4-6FCD-CDEFFDAFB84D}"/>
              </a:ext>
            </a:extLst>
          </p:cNvPr>
          <p:cNvSpPr/>
          <p:nvPr/>
        </p:nvSpPr>
        <p:spPr>
          <a:xfrm>
            <a:off x="6208000" y="7005914"/>
            <a:ext cx="2880000" cy="329453"/>
          </a:xfrm>
          <a:prstGeom prst="rect">
            <a:avLst/>
          </a:prstGeom>
          <a:solidFill>
            <a:srgbClr val="507A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0A1B04A1-F768-79BB-588E-A0DB63509D24}"/>
              </a:ext>
            </a:extLst>
          </p:cNvPr>
          <p:cNvSpPr/>
          <p:nvPr/>
        </p:nvSpPr>
        <p:spPr>
          <a:xfrm>
            <a:off x="3104000" y="7005913"/>
            <a:ext cx="2880000" cy="329453"/>
          </a:xfrm>
          <a:prstGeom prst="rect">
            <a:avLst/>
          </a:prstGeom>
          <a:solidFill>
            <a:srgbClr val="2D4C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18131E-F7FC-5AB9-69D1-60E292286E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197357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  <p:sldLayoutId id="2147483769" r:id="rId17"/>
    <p:sldLayoutId id="2147483770" r:id="rId18"/>
    <p:sldLayoutId id="2147483771" r:id="rId19"/>
    <p:sldLayoutId id="2147483772" r:id="rId20"/>
    <p:sldLayoutId id="2147483773" r:id="rId21"/>
    <p:sldLayoutId id="2147483774" r:id="rId22"/>
    <p:sldLayoutId id="2147483775" r:id="rId23"/>
    <p:sldLayoutId id="2147483776" r:id="rId24"/>
    <p:sldLayoutId id="2147483777" r:id="rId25"/>
    <p:sldLayoutId id="2147483778" r:id="rId26"/>
    <p:sldLayoutId id="2147483779" r:id="rId27"/>
    <p:sldLayoutId id="2147483780" r:id="rId28"/>
    <p:sldLayoutId id="2147483781" r:id="rId29"/>
    <p:sldLayoutId id="2147483782" r:id="rId30"/>
    <p:sldLayoutId id="2147483783" r:id="rId31"/>
    <p:sldLayoutId id="2147483784" r:id="rId32"/>
    <p:sldLayoutId id="2147483785" r:id="rId33"/>
    <p:sldLayoutId id="2147483786" r:id="rId34"/>
    <p:sldLayoutId id="2147483787" r:id="rId35"/>
    <p:sldLayoutId id="2147483788" r:id="rId36"/>
    <p:sldLayoutId id="2147483789" r:id="rId37"/>
    <p:sldLayoutId id="2147483790" r:id="rId38"/>
    <p:sldLayoutId id="2147483791" r:id="rId39"/>
    <p:sldLayoutId id="2147483792" r:id="rId40"/>
    <p:sldLayoutId id="2147483793" r:id="rId41"/>
    <p:sldLayoutId id="2147483794" r:id="rId42"/>
    <p:sldLayoutId id="2147483795" r:id="rId43"/>
    <p:sldLayoutId id="2147483796" r:id="rId44"/>
    <p:sldLayoutId id="2147483798" r:id="rId45"/>
    <p:sldLayoutId id="2147483799" r:id="rId46"/>
    <p:sldLayoutId id="2147483800" r:id="rId47"/>
    <p:sldLayoutId id="2147483801" r:id="rId48"/>
    <p:sldLayoutId id="2147483802" r:id="rId49"/>
    <p:sldLayoutId id="2147483803" r:id="rId50"/>
    <p:sldLayoutId id="2147483804" r:id="rId51"/>
    <p:sldLayoutId id="2147483805" r:id="rId52"/>
    <p:sldLayoutId id="2147483806" r:id="rId53"/>
    <p:sldLayoutId id="2147483807" r:id="rId54"/>
    <p:sldLayoutId id="2147483808" r:id="rId55"/>
    <p:sldLayoutId id="2147483809" r:id="rId56"/>
    <p:sldLayoutId id="2147483797" r:id="rId57"/>
    <p:sldLayoutId id="2147483813" r:id="rId58"/>
    <p:sldLayoutId id="2147483814" r:id="rId59"/>
    <p:sldLayoutId id="2147483816" r:id="rId6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Clr>
          <a:srgbClr val="507AC2"/>
        </a:buClr>
        <a:buFont typeface="Wingdings" panose="05000000000000000000" pitchFamily="2" charset="2"/>
        <a:buChar char="§"/>
        <a:defRPr sz="16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6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6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4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4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itel 1">
            <a:extLst>
              <a:ext uri="{FF2B5EF4-FFF2-40B4-BE49-F238E27FC236}">
                <a16:creationId xmlns:a16="http://schemas.microsoft.com/office/drawing/2014/main" id="{04F46AEE-9850-8D1E-364E-FC25E5D51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757382"/>
            <a:ext cx="10608000" cy="382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  <p:sp>
        <p:nvSpPr>
          <p:cNvPr id="5" name="Tijdelijke aanduiding voor tekst 2">
            <a:extLst>
              <a:ext uri="{FF2B5EF4-FFF2-40B4-BE49-F238E27FC236}">
                <a16:creationId xmlns:a16="http://schemas.microsoft.com/office/drawing/2014/main" id="{BCEE348B-7A0D-D930-FA33-E274FEB6A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000" y="1801091"/>
            <a:ext cx="10608000" cy="4745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FF431124-AD73-F52B-FCEE-1CD8B89D0E6A}"/>
              </a:ext>
            </a:extLst>
          </p:cNvPr>
          <p:cNvSpPr/>
          <p:nvPr/>
        </p:nvSpPr>
        <p:spPr>
          <a:xfrm>
            <a:off x="0" y="7005915"/>
            <a:ext cx="2880000" cy="3294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Rechthoek 14">
            <a:extLst>
              <a:ext uri="{FF2B5EF4-FFF2-40B4-BE49-F238E27FC236}">
                <a16:creationId xmlns:a16="http://schemas.microsoft.com/office/drawing/2014/main" id="{954776D0-C85A-6231-FED0-0AA5B60A5211}"/>
              </a:ext>
            </a:extLst>
          </p:cNvPr>
          <p:cNvSpPr/>
          <p:nvPr/>
        </p:nvSpPr>
        <p:spPr>
          <a:xfrm>
            <a:off x="9312000" y="7005915"/>
            <a:ext cx="2880000" cy="329453"/>
          </a:xfrm>
          <a:prstGeom prst="rect">
            <a:avLst/>
          </a:prstGeom>
          <a:solidFill>
            <a:srgbClr val="D1E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86244DC5-8FFD-57D4-6FCD-CDEFFDAFB84D}"/>
              </a:ext>
            </a:extLst>
          </p:cNvPr>
          <p:cNvSpPr/>
          <p:nvPr/>
        </p:nvSpPr>
        <p:spPr>
          <a:xfrm>
            <a:off x="6208000" y="7005914"/>
            <a:ext cx="2880000" cy="329453"/>
          </a:xfrm>
          <a:prstGeom prst="rect">
            <a:avLst/>
          </a:prstGeom>
          <a:solidFill>
            <a:srgbClr val="507A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0A1B04A1-F768-79BB-588E-A0DB63509D24}"/>
              </a:ext>
            </a:extLst>
          </p:cNvPr>
          <p:cNvSpPr/>
          <p:nvPr/>
        </p:nvSpPr>
        <p:spPr>
          <a:xfrm>
            <a:off x="3104000" y="7005913"/>
            <a:ext cx="2880000" cy="329453"/>
          </a:xfrm>
          <a:prstGeom prst="rect">
            <a:avLst/>
          </a:prstGeom>
          <a:solidFill>
            <a:srgbClr val="2D4C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5F569896-0B1C-0BEF-2C72-F48484564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81898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16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  <p:sldLayoutId id="2147483683" r:id="rId18"/>
    <p:sldLayoutId id="2147483684" r:id="rId19"/>
    <p:sldLayoutId id="2147483685" r:id="rId20"/>
    <p:sldLayoutId id="2147483686" r:id="rId21"/>
    <p:sldLayoutId id="2147483687" r:id="rId22"/>
    <p:sldLayoutId id="2147483688" r:id="rId23"/>
    <p:sldLayoutId id="2147483689" r:id="rId24"/>
    <p:sldLayoutId id="2147483690" r:id="rId25"/>
    <p:sldLayoutId id="2147483691" r:id="rId26"/>
    <p:sldLayoutId id="2147483692" r:id="rId27"/>
    <p:sldLayoutId id="2147483693" r:id="rId28"/>
    <p:sldLayoutId id="2147483694" r:id="rId29"/>
    <p:sldLayoutId id="2147483695" r:id="rId30"/>
    <p:sldLayoutId id="2147483696" r:id="rId31"/>
    <p:sldLayoutId id="2147483697" r:id="rId32"/>
    <p:sldLayoutId id="2147483698" r:id="rId33"/>
    <p:sldLayoutId id="2147483699" r:id="rId34"/>
    <p:sldLayoutId id="2147483700" r:id="rId35"/>
    <p:sldLayoutId id="2147483701" r:id="rId36"/>
    <p:sldLayoutId id="2147483702" r:id="rId37"/>
    <p:sldLayoutId id="2147483703" r:id="rId38"/>
    <p:sldLayoutId id="2147483704" r:id="rId39"/>
    <p:sldLayoutId id="2147483705" r:id="rId40"/>
    <p:sldLayoutId id="2147483706" r:id="rId41"/>
    <p:sldLayoutId id="2147483707" r:id="rId42"/>
    <p:sldLayoutId id="2147483708" r:id="rId43"/>
    <p:sldLayoutId id="2147483709" r:id="rId44"/>
    <p:sldLayoutId id="2147483728" r:id="rId45"/>
    <p:sldLayoutId id="2147483729" r:id="rId46"/>
    <p:sldLayoutId id="2147483730" r:id="rId47"/>
    <p:sldLayoutId id="2147483732" r:id="rId48"/>
    <p:sldLayoutId id="2147483734" r:id="rId49"/>
    <p:sldLayoutId id="2147483733" r:id="rId50"/>
    <p:sldLayoutId id="2147483725" r:id="rId51"/>
    <p:sldLayoutId id="2147483722" r:id="rId52"/>
    <p:sldLayoutId id="2147483726" r:id="rId53"/>
    <p:sldLayoutId id="2147483720" r:id="rId54"/>
    <p:sldLayoutId id="2147483727" r:id="rId55"/>
    <p:sldLayoutId id="2147483724" r:id="rId56"/>
    <p:sldLayoutId id="2147483710" r:id="rId57"/>
    <p:sldLayoutId id="2147483810" r:id="rId5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Clr>
          <a:srgbClr val="507AC2"/>
        </a:buClr>
        <a:buFont typeface="Wingdings" panose="05000000000000000000" pitchFamily="2" charset="2"/>
        <a:buChar char="§"/>
        <a:defRPr sz="1200" kern="1200">
          <a:solidFill>
            <a:schemeClr val="tx1">
              <a:alpha val="8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100" kern="1200">
          <a:solidFill>
            <a:schemeClr val="tx1">
              <a:alpha val="8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100" kern="1200">
          <a:solidFill>
            <a:schemeClr val="tx1">
              <a:alpha val="8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100" kern="1200">
          <a:solidFill>
            <a:schemeClr val="tx1">
              <a:alpha val="8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100" kern="1200">
          <a:solidFill>
            <a:schemeClr val="tx1">
              <a:alpha val="8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5A544-96BA-939C-8DE5-BC706C496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Trebuchet MS" panose="020B0703020202090204" pitchFamily="34" charset="0"/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D2273-E3FF-A7BD-06D2-472D521F27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Trebuchet MS" panose="020B0703020202090204" pitchFamily="34" charset="0"/>
              </a:defRPr>
            </a:lvl1pPr>
          </a:lstStyle>
          <a:p>
            <a:fld id="{DE8C616B-0842-F943-ABDB-00B741DDA2D5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D2A74D4B-86CC-D0A8-9772-6CFEF8A1E3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9000" y="6611782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5" name="Tijdelijke aanduiding voor titel 1">
            <a:extLst>
              <a:ext uri="{FF2B5EF4-FFF2-40B4-BE49-F238E27FC236}">
                <a16:creationId xmlns:a16="http://schemas.microsoft.com/office/drawing/2014/main" id="{F49FED6E-4E9F-ACB5-46FE-C4292C2F4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10608000" cy="715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6176C9D7-F0DC-BC10-C391-145E68AE7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000" y="1941197"/>
            <a:ext cx="10608000" cy="43118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527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7" r:id="rId2"/>
    <p:sldLayoutId id="2147483748" r:id="rId3"/>
    <p:sldLayoutId id="2147483747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50" r:id="rId10"/>
    <p:sldLayoutId id="2147483744" r:id="rId11"/>
    <p:sldLayoutId id="2147483749" r:id="rId12"/>
    <p:sldLayoutId id="2147483751" r:id="rId13"/>
    <p:sldLayoutId id="2147483811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bg1"/>
          </a:solidFill>
          <a:latin typeface="Trebuchet MS" panose="020B070302020209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Font typeface="Wingdings" pitchFamily="2" charset="2"/>
        <a:buChar char="§"/>
        <a:defRPr sz="1600" kern="1200">
          <a:solidFill>
            <a:schemeClr val="bg1"/>
          </a:solidFill>
          <a:latin typeface="Trebuchet MS" panose="020B070302020209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Font typeface="Wingdings" pitchFamily="2" charset="2"/>
        <a:buChar char="§"/>
        <a:defRPr sz="1600" kern="1200">
          <a:solidFill>
            <a:schemeClr val="bg1"/>
          </a:solidFill>
          <a:latin typeface="Trebuchet MS" panose="020B070302020209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Font typeface="Wingdings" pitchFamily="2" charset="2"/>
        <a:buChar char="§"/>
        <a:defRPr sz="1600" kern="1200">
          <a:solidFill>
            <a:schemeClr val="bg1"/>
          </a:solidFill>
          <a:latin typeface="Trebuchet MS" panose="020B070302020209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buFont typeface="Wingdings" pitchFamily="2" charset="2"/>
        <a:buChar char="§"/>
        <a:defRPr sz="1400" kern="1200">
          <a:solidFill>
            <a:schemeClr val="bg1"/>
          </a:solidFill>
          <a:latin typeface="Trebuchet MS" panose="020B070302020209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buFont typeface="Wingdings" pitchFamily="2" charset="2"/>
        <a:buChar char="§"/>
        <a:defRPr sz="1400" kern="1200">
          <a:solidFill>
            <a:schemeClr val="bg1"/>
          </a:solidFill>
          <a:latin typeface="Trebuchet MS" panose="020B070302020209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jdelijke aanduiding voor titel 1">
            <a:extLst>
              <a:ext uri="{FF2B5EF4-FFF2-40B4-BE49-F238E27FC236}">
                <a16:creationId xmlns:a16="http://schemas.microsoft.com/office/drawing/2014/main" id="{0135801F-38EE-3E7C-195F-B3EE586C7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48000"/>
            <a:ext cx="1060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  <p:sp>
        <p:nvSpPr>
          <p:cNvPr id="17" name="Tijdelijke aanduiding voor tekst 2">
            <a:extLst>
              <a:ext uri="{FF2B5EF4-FFF2-40B4-BE49-F238E27FC236}">
                <a16:creationId xmlns:a16="http://schemas.microsoft.com/office/drawing/2014/main" id="{1E12AF20-16B0-3094-B519-E95550D5C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000" y="2126751"/>
            <a:ext cx="10608000" cy="40832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593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doi.org/10.5281/zenodo.3469953" TargetMode="Externa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doi.org/10.5281/zenodo.3469953" TargetMode="Externa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30.png"/><Relationship Id="rId3" Type="http://schemas.microsoft.com/office/2018/10/relationships/comments" Target="../comments/modernComment_507_734C9090.xml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hyperlink" Target="https://onderzoektips.ugent.be/en/tips/00002193/" TargetMode="External"/><Relationship Id="rId10" Type="http://schemas.openxmlformats.org/officeDocument/2006/relationships/image" Target="../media/image27.sv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zenodo.org/records/17025558" TargetMode="External"/><Relationship Id="rId2" Type="http://schemas.openxmlformats.org/officeDocument/2006/relationships/hyperlink" Target="https://www.frdn.be/topics/flemish-data-management-plan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hyperlink" Target="https://zenodo.org/records/16918375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zenodo.org/records/17025558" TargetMode="External"/><Relationship Id="rId2" Type="http://schemas.openxmlformats.org/officeDocument/2006/relationships/hyperlink" Target="https://www.frdn.be/topics/flemish-data-management-plan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hyperlink" Target="https://zenodo.org/records/16918375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mp.sites.vib.be/en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elearning.vib.be/courses/writing-a-data-management-plan/lessons/the-data-management-plan-dmp/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5U9_DDdBzYk" TargetMode="External"/><Relationship Id="rId5" Type="http://schemas.openxmlformats.org/officeDocument/2006/relationships/hyperlink" Target="https://onderzoektips.ugent.be/en/tips/00001281/" TargetMode="External"/><Relationship Id="rId4" Type="http://schemas.openxmlformats.org/officeDocument/2006/relationships/hyperlink" Target="https://www.youtube.com/watch?v=5U9_DDdBzYk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elixir-belgium.dsw.elixir-europe.org/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ixir-belgium.org/research_data_management" TargetMode="External"/><Relationship Id="rId7" Type="http://schemas.openxmlformats.org/officeDocument/2006/relationships/hyperlink" Target="https://elearning.vib.be/courses/writing-a-data-management-plan/lessons/the-data-management-plan-dmp/" TargetMode="External"/><Relationship Id="rId2" Type="http://schemas.openxmlformats.org/officeDocument/2006/relationships/hyperlink" Target="https://rdm.elixir-belgium.org/about_DMP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lixir-belgium.dsw.elixir-europe.org/" TargetMode="External"/><Relationship Id="rId5" Type="http://schemas.openxmlformats.org/officeDocument/2006/relationships/hyperlink" Target="https://www.dmponline.be/" TargetMode="External"/><Relationship Id="rId4" Type="http://schemas.openxmlformats.org/officeDocument/2006/relationships/hyperlink" Target="https://www.frdn.be/topics/flemish-data-management-plan/" TargetMode="Externa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7A19F74E-5D1D-731E-BB7F-BB59EB713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Data management planning for efficient research</a:t>
            </a:r>
            <a:endParaRPr lang="en-BE" sz="44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0E2DCD-593A-6DB6-51EC-C0AA34418F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10000"/>
          </a:bodyPr>
          <a:lstStyle/>
          <a:p>
            <a:endParaRPr lang="en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ECEDD1-324A-8CC4-EEAB-A8BAFC1EA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Niels Geudens, PhD – Data Steward at VIB</a:t>
            </a:r>
          </a:p>
        </p:txBody>
      </p:sp>
    </p:spTree>
    <p:extLst>
      <p:ext uri="{BB962C8B-B14F-4D97-AF65-F5344CB8AC3E}">
        <p14:creationId xmlns:p14="http://schemas.microsoft.com/office/powerpoint/2010/main" val="4193907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9FA0B87B-1CFF-546C-5291-BF5F0DC59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000" y="1941197"/>
            <a:ext cx="5040000" cy="460568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28600" marR="0" lvl="0" indent="-228600" fontAlgn="base">
              <a:lnSpc>
                <a:spcPct val="114000"/>
              </a:lnSpc>
              <a:spcBef>
                <a:spcPts val="1000"/>
              </a:spcBef>
              <a:spcAft>
                <a:spcPct val="0"/>
              </a:spcAft>
              <a:buClr>
                <a:srgbClr val="507AC2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BE" sz="1600" b="0" i="0" u="none" strike="noStrike" cap="none" normalizeH="0" baseline="0" dirty="0">
                <a:ln>
                  <a:noFill/>
                </a:ln>
                <a:solidFill>
                  <a:srgbClr val="00205F">
                    <a:alpha val="85000"/>
                  </a:srgbClr>
                </a:solidFill>
                <a:effectLst/>
              </a:rPr>
              <a:t>Europe’s distributed infrastructure for life-science data.</a:t>
            </a:r>
          </a:p>
          <a:p>
            <a:pPr marL="228600" marR="0" lvl="0" indent="-228600" fontAlgn="base">
              <a:lnSpc>
                <a:spcPct val="114000"/>
              </a:lnSpc>
              <a:spcBef>
                <a:spcPts val="1000"/>
              </a:spcBef>
              <a:spcAft>
                <a:spcPct val="0"/>
              </a:spcAft>
              <a:buClr>
                <a:srgbClr val="507AC2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BE" sz="1600" b="0" i="0" u="none" strike="noStrike" cap="none" normalizeH="0" baseline="0" dirty="0">
                <a:ln>
                  <a:noFill/>
                </a:ln>
                <a:solidFill>
                  <a:srgbClr val="00205F">
                    <a:alpha val="85000"/>
                  </a:srgbClr>
                </a:solidFill>
                <a:effectLst/>
              </a:rPr>
              <a:t>Connects national nodes + EMBL-EBI to make data, tools, training, and compute Findable, Accessible, Interoperable, Reusable (FAIR).</a:t>
            </a:r>
          </a:p>
          <a:p>
            <a:pPr marL="228600" marR="0" lvl="0" indent="-228600" fontAlgn="base">
              <a:lnSpc>
                <a:spcPct val="114000"/>
              </a:lnSpc>
              <a:spcBef>
                <a:spcPts val="1000"/>
              </a:spcBef>
              <a:spcAft>
                <a:spcPct val="0"/>
              </a:spcAft>
              <a:buClr>
                <a:srgbClr val="507AC2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BE" sz="1600" b="0" i="0" u="none" strike="noStrike" cap="none" normalizeH="0" baseline="0" dirty="0">
                <a:ln>
                  <a:noFill/>
                </a:ln>
                <a:solidFill>
                  <a:srgbClr val="00205F">
                    <a:alpha val="85000"/>
                  </a:srgbClr>
                </a:solidFill>
                <a:effectLst/>
              </a:rPr>
              <a:t>Focus areas include data deposition, standards/metadata, cloud/compute, interoperability, and training.</a:t>
            </a:r>
          </a:p>
          <a:p>
            <a:pPr marL="228600" marR="0" lvl="0" indent="-228600" fontAlgn="base">
              <a:lnSpc>
                <a:spcPct val="114000"/>
              </a:lnSpc>
              <a:spcBef>
                <a:spcPts val="1000"/>
              </a:spcBef>
              <a:spcAft>
                <a:spcPct val="0"/>
              </a:spcAft>
              <a:buClr>
                <a:srgbClr val="507AC2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BE" sz="1600" b="0" i="0" u="none" strike="noStrike" cap="none" normalizeH="0" baseline="0" dirty="0">
                <a:ln>
                  <a:noFill/>
                </a:ln>
                <a:solidFill>
                  <a:srgbClr val="00205F">
                    <a:alpha val="85000"/>
                  </a:srgbClr>
                </a:solidFill>
                <a:effectLst/>
              </a:rPr>
              <a:t>The Belgian node coordinated by VIB with partners across Flemish and French-speaking universities &amp; institutes.</a:t>
            </a:r>
          </a:p>
        </p:txBody>
      </p:sp>
      <p:pic>
        <p:nvPicPr>
          <p:cNvPr id="1026" name="Picture 2" descr="A map of europe with orange and white colors&#10;&#10;Description automatically generated">
            <a:extLst>
              <a:ext uri="{FF2B5EF4-FFF2-40B4-BE49-F238E27FC236}">
                <a16:creationId xmlns:a16="http://schemas.microsoft.com/office/drawing/2014/main" id="{A7D8C1CF-FE52-DA3A-6F85-80625343B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1"/>
          <a:stretch>
            <a:fillRect/>
          </a:stretch>
        </p:blipFill>
        <p:spPr bwMode="auto">
          <a:xfrm>
            <a:off x="6360002" y="1941197"/>
            <a:ext cx="5040000" cy="4605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1" name="Title 3">
            <a:extLst>
              <a:ext uri="{FF2B5EF4-FFF2-40B4-BE49-F238E27FC236}">
                <a16:creationId xmlns:a16="http://schemas.microsoft.com/office/drawing/2014/main" id="{3EC4A6B1-2D09-5B70-A5CE-E2432875A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10608000" cy="71507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ELIXIR Europe and Elixir Belgium</a:t>
            </a:r>
          </a:p>
        </p:txBody>
      </p:sp>
    </p:spTree>
    <p:extLst>
      <p:ext uri="{BB962C8B-B14F-4D97-AF65-F5344CB8AC3E}">
        <p14:creationId xmlns:p14="http://schemas.microsoft.com/office/powerpoint/2010/main" val="3843192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2546E-988C-5F1D-2769-DA7092423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10608000" cy="709135"/>
          </a:xfrm>
        </p:spPr>
        <p:txBody>
          <a:bodyPr anchor="ctr">
            <a:normAutofit/>
          </a:bodyPr>
          <a:lstStyle/>
          <a:p>
            <a:r>
              <a:rPr lang="en-US" dirty="0"/>
              <a:t>Research Data Management (RDM)</a:t>
            </a:r>
            <a:endParaRPr lang="en-BE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BFF7BE-5F5A-1192-CC60-140259FC9C7A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06699630"/>
              </p:ext>
            </p:extLst>
          </p:nvPr>
        </p:nvGraphicFramePr>
        <p:xfrm>
          <a:off x="792000" y="1941197"/>
          <a:ext cx="10608000" cy="38804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11781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2CD7A-96E3-1D45-5337-4D851134C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DMPs help make RDM tangible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E36A0-CC6F-B778-C6AC-D0017D02B78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DMPs make research data management less abstract by making you think about all aspects related to your data</a:t>
            </a:r>
          </a:p>
          <a:p>
            <a:r>
              <a:rPr lang="en-US" dirty="0"/>
              <a:t>Questions about: </a:t>
            </a:r>
          </a:p>
          <a:p>
            <a:pPr lvl="1"/>
            <a:r>
              <a:rPr lang="en-US" dirty="0"/>
              <a:t>the description of data and their associated explanatory metadata;</a:t>
            </a:r>
          </a:p>
          <a:p>
            <a:pPr lvl="1"/>
            <a:r>
              <a:rPr lang="en-US" dirty="0"/>
              <a:t>the storage and long-term preservation of the data;</a:t>
            </a:r>
          </a:p>
          <a:p>
            <a:pPr lvl="1"/>
            <a:r>
              <a:rPr lang="en-US" dirty="0"/>
              <a:t>the designation of responsible persons;</a:t>
            </a:r>
          </a:p>
          <a:p>
            <a:pPr lvl="1"/>
            <a:r>
              <a:rPr lang="en-US" dirty="0"/>
              <a:t>the indication of costs involved;</a:t>
            </a:r>
          </a:p>
          <a:p>
            <a:pPr lvl="1"/>
            <a:r>
              <a:rPr lang="en-US" dirty="0"/>
              <a:t>the handling of sensitive data;</a:t>
            </a:r>
          </a:p>
          <a:p>
            <a:pPr lvl="1"/>
            <a:r>
              <a:rPr lang="en-US" dirty="0"/>
              <a:t>the open access to and sharing of research data.</a:t>
            </a:r>
          </a:p>
          <a:p>
            <a:r>
              <a:rPr lang="en-US" dirty="0"/>
              <a:t>Aligning plans with FAIR principles maximizes data findability, accessibility, interoperability, and reuse.</a:t>
            </a:r>
          </a:p>
          <a:p>
            <a:r>
              <a:rPr lang="en-US" dirty="0"/>
              <a:t>Starting the data management plan early improves planning and resource allocation throughout the project.​</a:t>
            </a:r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062525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3C4B1-B8EA-386C-5D0D-90836386C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Without planning…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878E5-D1C8-C843-0318-4AB440DE0D3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92000" y="1941197"/>
            <a:ext cx="5987172" cy="4605686"/>
          </a:xfrm>
        </p:spPr>
        <p:txBody>
          <a:bodyPr/>
          <a:lstStyle/>
          <a:p>
            <a:r>
              <a:rPr lang="en-US" dirty="0">
                <a:solidFill>
                  <a:srgbClr val="00205F"/>
                </a:solidFill>
              </a:rPr>
              <a:t>Teams/labs often lose data when researchers leave</a:t>
            </a:r>
          </a:p>
          <a:p>
            <a:r>
              <a:rPr lang="en-US" dirty="0">
                <a:solidFill>
                  <a:srgbClr val="00205F"/>
                </a:solidFill>
              </a:rPr>
              <a:t>Working with data from collaborators can be problematic </a:t>
            </a:r>
          </a:p>
          <a:p>
            <a:r>
              <a:rPr lang="en-US" dirty="0">
                <a:solidFill>
                  <a:srgbClr val="00205F"/>
                </a:solidFill>
              </a:rPr>
              <a:t>There often is no budget allocated to maintaining data(bases) beyond a project’s end</a:t>
            </a:r>
          </a:p>
          <a:p>
            <a:r>
              <a:rPr lang="en-US" dirty="0">
                <a:solidFill>
                  <a:srgbClr val="00205F"/>
                </a:solidFill>
              </a:rPr>
              <a:t>Gaining consent for archiving and sharing data is often forgotten</a:t>
            </a:r>
          </a:p>
          <a:p>
            <a:r>
              <a:rPr lang="en-US" dirty="0">
                <a:solidFill>
                  <a:srgbClr val="00205F"/>
                </a:solidFill>
              </a:rPr>
              <a:t>…</a:t>
            </a:r>
          </a:p>
          <a:p>
            <a:endParaRPr lang="en-US" dirty="0">
              <a:solidFill>
                <a:srgbClr val="00205F"/>
              </a:solidFill>
            </a:endParaRPr>
          </a:p>
          <a:p>
            <a:r>
              <a:rPr lang="en-US" dirty="0">
                <a:solidFill>
                  <a:srgbClr val="00205F"/>
                </a:solidFill>
              </a:rPr>
              <a:t> DMPs take some time &amp; effort upfront but can save you headaches later on!</a:t>
            </a:r>
          </a:p>
          <a:p>
            <a:endParaRPr lang="en-US" dirty="0">
              <a:solidFill>
                <a:srgbClr val="00205F"/>
              </a:solidFill>
            </a:endParaRPr>
          </a:p>
          <a:p>
            <a:endParaRPr lang="en-US" dirty="0">
              <a:solidFill>
                <a:srgbClr val="00205F"/>
              </a:solidFill>
            </a:endParaRPr>
          </a:p>
        </p:txBody>
      </p:sp>
      <p:pic>
        <p:nvPicPr>
          <p:cNvPr id="1026" name="Picture 2" descr="future self | Agent-X Comics">
            <a:extLst>
              <a:ext uri="{FF2B5EF4-FFF2-40B4-BE49-F238E27FC236}">
                <a16:creationId xmlns:a16="http://schemas.microsoft.com/office/drawing/2014/main" id="{485C898A-2C3E-ABCE-2146-70D9B1D16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9172" y="1177272"/>
            <a:ext cx="5065987" cy="4899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9752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269F5FB2-D2A1-D611-25C8-E94724C6D3B1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565371089"/>
              </p:ext>
            </p:extLst>
          </p:nvPr>
        </p:nvGraphicFramePr>
        <p:xfrm>
          <a:off x="792000" y="3003571"/>
          <a:ext cx="10130000" cy="340883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532500">
                  <a:extLst>
                    <a:ext uri="{9D8B030D-6E8A-4147-A177-3AD203B41FA5}">
                      <a16:colId xmlns:a16="http://schemas.microsoft.com/office/drawing/2014/main" val="2589949992"/>
                    </a:ext>
                  </a:extLst>
                </a:gridCol>
                <a:gridCol w="2532500">
                  <a:extLst>
                    <a:ext uri="{9D8B030D-6E8A-4147-A177-3AD203B41FA5}">
                      <a16:colId xmlns:a16="http://schemas.microsoft.com/office/drawing/2014/main" val="2367187470"/>
                    </a:ext>
                  </a:extLst>
                </a:gridCol>
                <a:gridCol w="2532500">
                  <a:extLst>
                    <a:ext uri="{9D8B030D-6E8A-4147-A177-3AD203B41FA5}">
                      <a16:colId xmlns:a16="http://schemas.microsoft.com/office/drawing/2014/main" val="770013766"/>
                    </a:ext>
                  </a:extLst>
                </a:gridCol>
                <a:gridCol w="2532500">
                  <a:extLst>
                    <a:ext uri="{9D8B030D-6E8A-4147-A177-3AD203B41FA5}">
                      <a16:colId xmlns:a16="http://schemas.microsoft.com/office/drawing/2014/main" val="416139784"/>
                    </a:ext>
                  </a:extLst>
                </a:gridCol>
              </a:tblGrid>
              <a:tr h="435439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u="non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Funder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u="non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Proposal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u="non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Initial DMP</a:t>
                      </a:r>
                      <a:br>
                        <a:rPr lang="en-GB" sz="1200" b="0" u="non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</a:br>
                      <a:r>
                        <a:rPr lang="en-GB" sz="1200" b="0" u="non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(month 6)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Final DMP</a:t>
                      </a:r>
                      <a:br>
                        <a:rPr lang="en-US" sz="1200" b="0" u="non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200" b="0" u="non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(end of project)</a:t>
                      </a:r>
                    </a:p>
                  </a:txBody>
                  <a:tcPr marL="38100" marR="38100" marT="60960" marB="60960" anchor="ctr"/>
                </a:tc>
                <a:extLst>
                  <a:ext uri="{0D108BD9-81ED-4DB2-BD59-A6C34878D82A}">
                    <a16:rowId xmlns:a16="http://schemas.microsoft.com/office/drawing/2014/main" val="430809741"/>
                  </a:ext>
                </a:extLst>
              </a:tr>
              <a:tr h="403832"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u="none" dirty="0">
                          <a:solidFill>
                            <a:srgbClr val="004070"/>
                          </a:solidFill>
                          <a:effectLst/>
                          <a:latin typeface="+mn-lt"/>
                        </a:rPr>
                        <a:t>FWO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200" b="0" u="none" dirty="0">
                          <a:solidFill>
                            <a:srgbClr val="004070"/>
                          </a:solidFill>
                          <a:effectLst/>
                          <a:latin typeface="+mn-lt"/>
                        </a:rPr>
                        <a:t>Answer 6 RDM questions</a:t>
                      </a:r>
                      <a:endParaRPr lang="en-GB" sz="1200" b="0" u="none" dirty="0">
                        <a:effectLst/>
                        <a:latin typeface="+mn-lt"/>
                      </a:endParaRP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fontAlgn="t"/>
                      <a:endParaRPr lang="en-US" sz="1200" b="0" u="none" dirty="0">
                        <a:effectLst/>
                        <a:latin typeface="+mn-lt"/>
                      </a:endParaRP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fontAlgn="t"/>
                      <a:endParaRPr lang="en-GB" sz="1200" b="0" u="none" dirty="0">
                        <a:effectLst/>
                        <a:latin typeface="+mn-lt"/>
                      </a:endParaRPr>
                    </a:p>
                  </a:txBody>
                  <a:tcPr marL="38100" marR="38100" marT="60960" marB="60960" anchor="ctr"/>
                </a:tc>
                <a:extLst>
                  <a:ext uri="{0D108BD9-81ED-4DB2-BD59-A6C34878D82A}">
                    <a16:rowId xmlns:a16="http://schemas.microsoft.com/office/drawing/2014/main" val="46806225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u="none" dirty="0">
                          <a:solidFill>
                            <a:srgbClr val="004070"/>
                          </a:solidFill>
                          <a:effectLst/>
                          <a:latin typeface="+mn-lt"/>
                        </a:rPr>
                        <a:t>EOS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200" b="0" u="none" dirty="0">
                          <a:solidFill>
                            <a:srgbClr val="004070"/>
                          </a:solidFill>
                          <a:effectLst/>
                          <a:latin typeface="+mn-lt"/>
                        </a:rPr>
                        <a:t>Answer 6 RDM questions</a:t>
                      </a:r>
                      <a:endParaRPr lang="en-GB" sz="1200" b="0" u="none" dirty="0">
                        <a:effectLst/>
                        <a:latin typeface="+mn-lt"/>
                      </a:endParaRP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fontAlgn="t"/>
                      <a:endParaRPr lang="en-US" sz="1200" b="0" u="none" dirty="0">
                        <a:effectLst/>
                        <a:latin typeface="+mn-lt"/>
                      </a:endParaRP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fontAlgn="t"/>
                      <a:endParaRPr lang="en-GB" sz="1200" b="0" u="none" dirty="0">
                        <a:effectLst/>
                        <a:latin typeface="+mn-lt"/>
                      </a:endParaRPr>
                    </a:p>
                  </a:txBody>
                  <a:tcPr marL="38100" marR="38100" marT="60960" marB="60960" anchor="ctr"/>
                </a:tc>
                <a:extLst>
                  <a:ext uri="{0D108BD9-81ED-4DB2-BD59-A6C34878D82A}">
                    <a16:rowId xmlns:a16="http://schemas.microsoft.com/office/drawing/2014/main" val="1747822229"/>
                  </a:ext>
                </a:extLst>
              </a:tr>
              <a:tr h="525531"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u="none" dirty="0">
                          <a:solidFill>
                            <a:srgbClr val="004070"/>
                          </a:solidFill>
                          <a:effectLst/>
                          <a:latin typeface="+mn-lt"/>
                        </a:rPr>
                        <a:t>BOF/IOF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fontAlgn="t"/>
                      <a:endParaRPr lang="en-GB" sz="1200" b="0" u="none" dirty="0">
                        <a:effectLst/>
                        <a:latin typeface="+mn-lt"/>
                      </a:endParaRP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fontAlgn="t"/>
                      <a:endParaRPr lang="en-GB" sz="1200" b="0" u="none" dirty="0">
                        <a:effectLst/>
                        <a:latin typeface="+mn-lt"/>
                      </a:endParaRP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fontAlgn="t"/>
                      <a:endParaRPr lang="en-GB" sz="1200" b="0" u="none" dirty="0">
                        <a:effectLst/>
                        <a:latin typeface="+mn-lt"/>
                      </a:endParaRPr>
                    </a:p>
                  </a:txBody>
                  <a:tcPr marL="38100" marR="38100" marT="60960" marB="60960" anchor="ctr"/>
                </a:tc>
                <a:extLst>
                  <a:ext uri="{0D108BD9-81ED-4DB2-BD59-A6C34878D82A}">
                    <a16:rowId xmlns:a16="http://schemas.microsoft.com/office/drawing/2014/main" val="586416114"/>
                  </a:ext>
                </a:extLst>
              </a:tr>
              <a:tr h="525531"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u="none" dirty="0">
                          <a:solidFill>
                            <a:srgbClr val="004070"/>
                          </a:solidFill>
                          <a:effectLst/>
                          <a:latin typeface="+mn-lt"/>
                        </a:rPr>
                        <a:t>BELSPO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200" b="0" u="none" dirty="0">
                          <a:effectLst/>
                          <a:latin typeface="+mn-lt"/>
                        </a:rPr>
                        <a:t>Provisional DMP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fontAlgn="t"/>
                      <a:endParaRPr lang="en-GB" sz="1200" b="0" u="none" dirty="0">
                        <a:effectLst/>
                        <a:latin typeface="+mn-lt"/>
                      </a:endParaRP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fontAlgn="t"/>
                      <a:endParaRPr lang="en-GB" sz="1200" b="0" u="none" dirty="0">
                        <a:effectLst/>
                        <a:latin typeface="+mn-lt"/>
                      </a:endParaRPr>
                    </a:p>
                  </a:txBody>
                  <a:tcPr marL="38100" marR="38100" marT="60960" marB="60960" anchor="ctr"/>
                </a:tc>
                <a:extLst>
                  <a:ext uri="{0D108BD9-81ED-4DB2-BD59-A6C34878D82A}">
                    <a16:rowId xmlns:a16="http://schemas.microsoft.com/office/drawing/2014/main" val="3916947677"/>
                  </a:ext>
                </a:extLst>
              </a:tr>
              <a:tr h="525531"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u="none" dirty="0">
                          <a:solidFill>
                            <a:srgbClr val="004070"/>
                          </a:solidFill>
                          <a:effectLst/>
                          <a:latin typeface="+mn-lt"/>
                        </a:rPr>
                        <a:t>Horizon Europe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0" u="none" dirty="0">
                          <a:effectLst/>
                          <a:latin typeface="+mn-lt"/>
                        </a:rPr>
                        <a:t>RDM for </a:t>
                      </a:r>
                      <a:r>
                        <a:rPr lang="en-US" sz="1200" b="0" u="none" dirty="0">
                          <a:solidFill>
                            <a:srgbClr val="004070"/>
                          </a:solidFill>
                          <a:effectLst/>
                          <a:latin typeface="+mn-lt"/>
                        </a:rPr>
                        <a:t>FAIR data</a:t>
                      </a:r>
                      <a:r>
                        <a:rPr lang="en-US" sz="1200" b="0" u="none" dirty="0">
                          <a:effectLst/>
                          <a:latin typeface="+mn-lt"/>
                        </a:rPr>
                        <a:t> and Open Science practices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fontAlgn="t"/>
                      <a:endParaRPr lang="en-GB" sz="1200" b="0" u="none">
                        <a:effectLst/>
                        <a:latin typeface="+mn-lt"/>
                      </a:endParaRP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fontAlgn="t"/>
                      <a:endParaRPr lang="en-GB" sz="1200" b="0" u="none" dirty="0">
                        <a:effectLst/>
                        <a:latin typeface="+mn-lt"/>
                      </a:endParaRPr>
                    </a:p>
                  </a:txBody>
                  <a:tcPr marL="38100" marR="38100" marT="60960" marB="60960" anchor="ctr"/>
                </a:tc>
                <a:extLst>
                  <a:ext uri="{0D108BD9-81ED-4DB2-BD59-A6C34878D82A}">
                    <a16:rowId xmlns:a16="http://schemas.microsoft.com/office/drawing/2014/main" val="2749553685"/>
                  </a:ext>
                </a:extLst>
              </a:tr>
              <a:tr h="390394"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u="none" dirty="0">
                          <a:solidFill>
                            <a:srgbClr val="004070"/>
                          </a:solidFill>
                          <a:effectLst/>
                          <a:latin typeface="+mn-lt"/>
                        </a:rPr>
                        <a:t>H2020</a:t>
                      </a: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200" b="0" u="none" dirty="0">
                          <a:effectLst/>
                          <a:latin typeface="+mn-lt"/>
                        </a:rPr>
                        <a:t>RDM for </a:t>
                      </a:r>
                      <a:r>
                        <a:rPr lang="en-GB" sz="1200" b="0" u="none" dirty="0">
                          <a:solidFill>
                            <a:srgbClr val="004070"/>
                          </a:solidFill>
                          <a:effectLst/>
                          <a:latin typeface="+mn-lt"/>
                        </a:rPr>
                        <a:t>FAIR data</a:t>
                      </a:r>
                      <a:endParaRPr lang="en-GB" sz="1200" b="0" u="none" dirty="0">
                        <a:effectLst/>
                        <a:latin typeface="+mn-lt"/>
                      </a:endParaRP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fontAlgn="t"/>
                      <a:endParaRPr lang="en-GB" sz="1200" b="0" u="none" dirty="0">
                        <a:effectLst/>
                        <a:latin typeface="+mn-lt"/>
                      </a:endParaRPr>
                    </a:p>
                  </a:txBody>
                  <a:tcPr marL="38100" marR="38100" marT="60960" marB="60960" anchor="ctr"/>
                </a:tc>
                <a:tc>
                  <a:txBody>
                    <a:bodyPr/>
                    <a:lstStyle/>
                    <a:p>
                      <a:pPr fontAlgn="t"/>
                      <a:endParaRPr lang="en-GB" sz="1200" b="0" u="none" dirty="0">
                        <a:effectLst/>
                        <a:latin typeface="+mn-lt"/>
                      </a:endParaRPr>
                    </a:p>
                  </a:txBody>
                  <a:tcPr marL="38100" marR="38100" marT="60960" marB="60960" anchor="ctr"/>
                </a:tc>
                <a:extLst>
                  <a:ext uri="{0D108BD9-81ED-4DB2-BD59-A6C34878D82A}">
                    <a16:rowId xmlns:a16="http://schemas.microsoft.com/office/drawing/2014/main" val="1530199137"/>
                  </a:ext>
                </a:extLst>
              </a:tr>
            </a:tbl>
          </a:graphicData>
        </a:graphic>
      </p:graphicFrame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D5208D7-9062-FF09-C623-848DDABAE5CA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B6E21BB-23ED-FD28-981E-46E1A5192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DMP funder policies</a:t>
            </a:r>
            <a:endParaRPr lang="en-BE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B24E5A00-5C74-9EC0-FB64-6FFD7F36B671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92000" y="1941197"/>
            <a:ext cx="10608000" cy="46056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lnSpc>
                <a:spcPct val="120000"/>
              </a:lnSpc>
            </a:pPr>
            <a:r>
              <a:rPr lang="en-US" dirty="0"/>
              <a:t>Typically, the requirement of having a DMP originates from the funding body</a:t>
            </a:r>
          </a:p>
          <a:p>
            <a:pPr marL="285750" lvl="1" indent="-285750">
              <a:lnSpc>
                <a:spcPct val="120000"/>
              </a:lnSpc>
            </a:pPr>
            <a:r>
              <a:rPr lang="en-US" dirty="0"/>
              <a:t>Host institution can impose additional requirements e.g., mid-term version of DMP. </a:t>
            </a:r>
          </a:p>
        </p:txBody>
      </p:sp>
      <p:pic>
        <p:nvPicPr>
          <p:cNvPr id="4" name="Graphic 3" descr="Checkbox Checked with solid fill">
            <a:extLst>
              <a:ext uri="{FF2B5EF4-FFF2-40B4-BE49-F238E27FC236}">
                <a16:creationId xmlns:a16="http://schemas.microsoft.com/office/drawing/2014/main" id="{33DFB2FE-2F8C-C5C7-075D-4536E6264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76640" y="3507858"/>
            <a:ext cx="396240" cy="396240"/>
          </a:xfrm>
          <a:prstGeom prst="rect">
            <a:avLst/>
          </a:prstGeom>
        </p:spPr>
      </p:pic>
      <p:pic>
        <p:nvPicPr>
          <p:cNvPr id="5" name="Graphic 4" descr="Checkbox Checked with solid fill">
            <a:extLst>
              <a:ext uri="{FF2B5EF4-FFF2-40B4-BE49-F238E27FC236}">
                <a16:creationId xmlns:a16="http://schemas.microsoft.com/office/drawing/2014/main" id="{DD8BABBA-9B05-62A5-8E64-B4D3D2746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76640" y="4495502"/>
            <a:ext cx="396240" cy="396240"/>
          </a:xfrm>
          <a:prstGeom prst="rect">
            <a:avLst/>
          </a:prstGeom>
        </p:spPr>
      </p:pic>
      <p:pic>
        <p:nvPicPr>
          <p:cNvPr id="6" name="Graphic 5" descr="Checkbox Checked with solid fill">
            <a:extLst>
              <a:ext uri="{FF2B5EF4-FFF2-40B4-BE49-F238E27FC236}">
                <a16:creationId xmlns:a16="http://schemas.microsoft.com/office/drawing/2014/main" id="{C603EA93-754B-F6F0-125C-E8C3A1C405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76640" y="5009644"/>
            <a:ext cx="396240" cy="396240"/>
          </a:xfrm>
          <a:prstGeom prst="rect">
            <a:avLst/>
          </a:prstGeom>
        </p:spPr>
      </p:pic>
      <p:pic>
        <p:nvPicPr>
          <p:cNvPr id="8" name="Graphic 7" descr="Checkbox Checked with solid fill">
            <a:extLst>
              <a:ext uri="{FF2B5EF4-FFF2-40B4-BE49-F238E27FC236}">
                <a16:creationId xmlns:a16="http://schemas.microsoft.com/office/drawing/2014/main" id="{FE341318-7FA3-5350-EB61-BC6977742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76640" y="5523786"/>
            <a:ext cx="396240" cy="396240"/>
          </a:xfrm>
          <a:prstGeom prst="rect">
            <a:avLst/>
          </a:prstGeom>
        </p:spPr>
      </p:pic>
      <p:pic>
        <p:nvPicPr>
          <p:cNvPr id="11" name="Graphic 10" descr="Checkbox Checked with solid fill">
            <a:extLst>
              <a:ext uri="{FF2B5EF4-FFF2-40B4-BE49-F238E27FC236}">
                <a16:creationId xmlns:a16="http://schemas.microsoft.com/office/drawing/2014/main" id="{D43F9531-4F99-A347-3E66-6C47D493F7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76640" y="6037926"/>
            <a:ext cx="396240" cy="396240"/>
          </a:xfrm>
          <a:prstGeom prst="rect">
            <a:avLst/>
          </a:prstGeom>
        </p:spPr>
      </p:pic>
      <p:pic>
        <p:nvPicPr>
          <p:cNvPr id="12" name="Graphic 11" descr="Checkbox Checked with solid fill">
            <a:extLst>
              <a:ext uri="{FF2B5EF4-FFF2-40B4-BE49-F238E27FC236}">
                <a16:creationId xmlns:a16="http://schemas.microsoft.com/office/drawing/2014/main" id="{5CF5A5CB-4136-052E-56F6-2678310467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5920" y="6024880"/>
            <a:ext cx="396240" cy="396240"/>
          </a:xfrm>
          <a:prstGeom prst="rect">
            <a:avLst/>
          </a:prstGeom>
        </p:spPr>
      </p:pic>
      <p:pic>
        <p:nvPicPr>
          <p:cNvPr id="13" name="Graphic 12" descr="Checkbox Checked with solid fill">
            <a:extLst>
              <a:ext uri="{FF2B5EF4-FFF2-40B4-BE49-F238E27FC236}">
                <a16:creationId xmlns:a16="http://schemas.microsoft.com/office/drawing/2014/main" id="{0D2F30DE-6995-E7D5-F79D-B46C854865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5920" y="5015234"/>
            <a:ext cx="396240" cy="396240"/>
          </a:xfrm>
          <a:prstGeom prst="rect">
            <a:avLst/>
          </a:prstGeom>
        </p:spPr>
      </p:pic>
      <p:pic>
        <p:nvPicPr>
          <p:cNvPr id="14" name="Graphic 13" descr="Checkbox Checked with solid fill">
            <a:extLst>
              <a:ext uri="{FF2B5EF4-FFF2-40B4-BE49-F238E27FC236}">
                <a16:creationId xmlns:a16="http://schemas.microsoft.com/office/drawing/2014/main" id="{F2BD7210-2EA7-BF4C-D2C4-475DC13129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5920" y="5520056"/>
            <a:ext cx="396240" cy="396240"/>
          </a:xfrm>
          <a:prstGeom prst="rect">
            <a:avLst/>
          </a:prstGeom>
        </p:spPr>
      </p:pic>
      <p:pic>
        <p:nvPicPr>
          <p:cNvPr id="15" name="Graphic 14" descr="Checkbox Checked with solid fill">
            <a:extLst>
              <a:ext uri="{FF2B5EF4-FFF2-40B4-BE49-F238E27FC236}">
                <a16:creationId xmlns:a16="http://schemas.microsoft.com/office/drawing/2014/main" id="{95E7EF41-4D7A-E29C-581B-9D76647D90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5920" y="3500768"/>
            <a:ext cx="396240" cy="396240"/>
          </a:xfrm>
          <a:prstGeom prst="rect">
            <a:avLst/>
          </a:prstGeom>
        </p:spPr>
      </p:pic>
      <p:pic>
        <p:nvPicPr>
          <p:cNvPr id="16" name="Graphic 15" descr="Checkbox Checked with solid fill">
            <a:extLst>
              <a:ext uri="{FF2B5EF4-FFF2-40B4-BE49-F238E27FC236}">
                <a16:creationId xmlns:a16="http://schemas.microsoft.com/office/drawing/2014/main" id="{58CDBEF5-D421-A427-310A-4413CF5DEE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5920" y="4005590"/>
            <a:ext cx="396240" cy="396240"/>
          </a:xfrm>
          <a:prstGeom prst="rect">
            <a:avLst/>
          </a:prstGeom>
        </p:spPr>
      </p:pic>
      <p:pic>
        <p:nvPicPr>
          <p:cNvPr id="17" name="Graphic 16" descr="Checkbox Checked with solid fill">
            <a:extLst>
              <a:ext uri="{FF2B5EF4-FFF2-40B4-BE49-F238E27FC236}">
                <a16:creationId xmlns:a16="http://schemas.microsoft.com/office/drawing/2014/main" id="{B12555B2-8DBF-31B1-77EB-A59E5412D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5920" y="4510412"/>
            <a:ext cx="396240" cy="396240"/>
          </a:xfrm>
          <a:prstGeom prst="rect">
            <a:avLst/>
          </a:prstGeom>
        </p:spPr>
      </p:pic>
      <p:pic>
        <p:nvPicPr>
          <p:cNvPr id="18" name="Graphic 17" descr="Checkbox Checked with solid fill">
            <a:extLst>
              <a:ext uri="{FF2B5EF4-FFF2-40B4-BE49-F238E27FC236}">
                <a16:creationId xmlns:a16="http://schemas.microsoft.com/office/drawing/2014/main" id="{9281A1BD-2A75-5FAD-A8C8-BCDD53398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76640" y="3981360"/>
            <a:ext cx="396240" cy="396240"/>
          </a:xfrm>
          <a:prstGeom prst="rect">
            <a:avLst/>
          </a:prstGeom>
        </p:spPr>
      </p:pic>
      <p:pic>
        <p:nvPicPr>
          <p:cNvPr id="20" name="Graphic 19" descr="Checkbox Crossed with solid fill">
            <a:extLst>
              <a:ext uri="{FF2B5EF4-FFF2-40B4-BE49-F238E27FC236}">
                <a16:creationId xmlns:a16="http://schemas.microsoft.com/office/drawing/2014/main" id="{66578DA6-562F-8E43-B6D7-40024D0027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73440" y="4509987"/>
            <a:ext cx="39600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677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D6CBF3-EFDA-388A-D5D9-67F46446216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Proposal Stage Input​</a:t>
            </a:r>
          </a:p>
          <a:p>
            <a:pPr lvl="1"/>
            <a:r>
              <a:rPr lang="en-US" dirty="0"/>
              <a:t>Researchers answer preliminary data management questions to outline initial data handling plans. This helps funders assess project feasibility and responsibility.​</a:t>
            </a:r>
          </a:p>
          <a:p>
            <a:r>
              <a:rPr lang="en-US" dirty="0"/>
              <a:t>Initial DMP Submission​</a:t>
            </a:r>
          </a:p>
          <a:p>
            <a:pPr lvl="1"/>
            <a:r>
              <a:rPr lang="en-US" dirty="0"/>
              <a:t>Within six months, researchers submit detailed plans covering data types, formats, storage, metadata, and ethical compliance such as GDPR.​</a:t>
            </a:r>
          </a:p>
          <a:p>
            <a:r>
              <a:rPr lang="en-US" dirty="0"/>
              <a:t>Mid-Term Updates​</a:t>
            </a:r>
          </a:p>
          <a:p>
            <a:pPr lvl="1"/>
            <a:r>
              <a:rPr lang="en-US" dirty="0"/>
              <a:t>DMP is updated to reflect changes in data collection, collaborations, or sharing strategies, keeping the plan responsive and current.​</a:t>
            </a:r>
          </a:p>
          <a:p>
            <a:r>
              <a:rPr lang="en-US" dirty="0"/>
              <a:t>Final DMP Submission​</a:t>
            </a:r>
          </a:p>
          <a:p>
            <a:pPr lvl="1"/>
            <a:r>
              <a:rPr lang="en-US" dirty="0"/>
              <a:t>At project end, a final DMP confirms data management, preservation, and accessibility, ensuring long-term stewardship and open science compliance.​</a:t>
            </a:r>
            <a:endParaRPr lang="en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5CC8F-854B-97A6-A01E-12BC2B85ADCB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CADABF2-4C25-3496-8FFB-F917FC90E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Lifecycle of DMPs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131791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A7C8D-3EB4-99DD-375E-AC77E4DAB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82FC71E-9126-8B0F-5105-7EBA9E908497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US" dirty="0"/>
              <a:t>Data Management Plan First submission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043BA-2014-06AA-FEFA-800BE21131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 anchorCtr="0">
            <a:noAutofit/>
          </a:bodyPr>
          <a:lstStyle/>
          <a:p>
            <a:pPr>
              <a:lnSpc>
                <a:spcPct val="100000"/>
              </a:lnSpc>
              <a:spcAft>
                <a:spcPts val="281"/>
              </a:spcAft>
            </a:pPr>
            <a:r>
              <a:rPr lang="en-US" dirty="0"/>
              <a:t>First scope of reusability.</a:t>
            </a:r>
          </a:p>
          <a:p>
            <a:pPr>
              <a:lnSpc>
                <a:spcPct val="100000"/>
              </a:lnSpc>
              <a:spcAft>
                <a:spcPts val="281"/>
              </a:spcAft>
            </a:pPr>
            <a:r>
              <a:rPr lang="en-US" dirty="0"/>
              <a:t>Basic information about your data.</a:t>
            </a:r>
          </a:p>
          <a:p>
            <a:pPr>
              <a:lnSpc>
                <a:spcPct val="100000"/>
              </a:lnSpc>
              <a:spcAft>
                <a:spcPts val="281"/>
              </a:spcAft>
            </a:pPr>
            <a:r>
              <a:rPr lang="en-US" dirty="0"/>
              <a:t>Data storage and back up vs. long term preservation.</a:t>
            </a:r>
          </a:p>
          <a:p>
            <a:pPr>
              <a:lnSpc>
                <a:spcPct val="100000"/>
              </a:lnSpc>
              <a:spcAft>
                <a:spcPts val="281"/>
              </a:spcAft>
            </a:pPr>
            <a:r>
              <a:rPr lang="en-US" dirty="0"/>
              <a:t>Initial idea about metadata standards and dedicated archive / repository.</a:t>
            </a:r>
          </a:p>
          <a:p>
            <a:pPr>
              <a:lnSpc>
                <a:spcPct val="100000"/>
              </a:lnSpc>
              <a:spcAft>
                <a:spcPts val="281"/>
              </a:spcAft>
            </a:pPr>
            <a:r>
              <a:rPr lang="en-US" dirty="0"/>
              <a:t>Identification of legal and/or ethical issues. </a:t>
            </a:r>
          </a:p>
          <a:p>
            <a:pPr>
              <a:lnSpc>
                <a:spcPct val="100000"/>
              </a:lnSpc>
              <a:spcAft>
                <a:spcPts val="281"/>
              </a:spcAft>
            </a:pPr>
            <a:r>
              <a:rPr lang="en-US" dirty="0"/>
              <a:t>Establishing responsibilities.</a:t>
            </a:r>
          </a:p>
          <a:p>
            <a:pPr>
              <a:lnSpc>
                <a:spcPct val="100000"/>
              </a:lnSpc>
              <a:spcAft>
                <a:spcPts val="281"/>
              </a:spcAft>
            </a:pPr>
            <a:endParaRPr lang="en-US" sz="1400" dirty="0">
              <a:latin typeface="UGent Panno Text" panose="02000506040000040003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6BFFFA-55AF-D021-E586-98BB74F1D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UGent Panno Text" panose="02000506040000040003" pitchFamily="2" charset="0"/>
              </a:rPr>
              <a:t>DMP: first version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C7BBF-7D8F-D643-E0B2-8E6A93133B9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8</a:t>
            </a:fld>
            <a:endParaRPr lang="en-GB" noProof="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BCDF42B-CDD4-4164-CF0F-C8C85AA54EE7}"/>
              </a:ext>
            </a:extLst>
          </p:cNvPr>
          <p:cNvSpPr txBox="1">
            <a:spLocks/>
          </p:cNvSpPr>
          <p:nvPr/>
        </p:nvSpPr>
        <p:spPr>
          <a:xfrm>
            <a:off x="4827202" y="3820840"/>
            <a:ext cx="6799624" cy="1650526"/>
          </a:xfrm>
          <a:prstGeom prst="rect">
            <a:avLst/>
          </a:prstGeom>
        </p:spPr>
        <p:txBody>
          <a:bodyPr vert="horz" lIns="64294" tIns="32147" rIns="64294" bIns="32147" rtlCol="0" anchor="ctr">
            <a:noAutofit/>
          </a:bodyPr>
          <a:lstStyle>
            <a:lvl1pPr marL="536575" indent="-45085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̶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1pPr>
            <a:lvl2pPr marL="1169988" indent="-45085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̶"/>
              <a:tabLst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2pPr>
            <a:lvl3pPr marL="1755775" indent="-4500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3pPr>
            <a:lvl4pPr marL="2328863" indent="-550863" algn="l" defTabSz="1912938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–"/>
              <a:tabLst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4pPr>
            <a:lvl5pPr marL="2962275" indent="-442913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̶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5pPr>
            <a:lvl6pPr marL="3576013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197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381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565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281"/>
              </a:spcAft>
            </a:pPr>
            <a:endParaRPr lang="en-US" sz="1969" dirty="0">
              <a:latin typeface="UGent Panno Text" panose="02000506040000040003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E47970-27DF-81DA-F8CF-01448058F28D}"/>
              </a:ext>
            </a:extLst>
          </p:cNvPr>
          <p:cNvSpPr txBox="1"/>
          <p:nvPr/>
        </p:nvSpPr>
        <p:spPr>
          <a:xfrm>
            <a:off x="477521" y="6121505"/>
            <a:ext cx="10884614" cy="515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/>
              <a:t>Adapted from: Jasmin </a:t>
            </a:r>
            <a:r>
              <a:rPr lang="en-US" sz="1200" dirty="0" err="1"/>
              <a:t>Böhmer</a:t>
            </a:r>
            <a:r>
              <a:rPr lang="en-US" sz="1200" dirty="0"/>
              <a:t>. (2019, September). UBC RDM Workshop 1 - Data Management Planning (Version V2). </a:t>
            </a:r>
            <a:r>
              <a:rPr lang="en-US" sz="1200" dirty="0" err="1"/>
              <a:t>Zenodo</a:t>
            </a:r>
            <a:r>
              <a:rPr lang="en-US" sz="1200" dirty="0"/>
              <a:t>. </a:t>
            </a:r>
            <a:r>
              <a:rPr lang="en-US" sz="1200" dirty="0">
                <a:hlinkClick r:id="rId2"/>
              </a:rPr>
              <a:t>http://doi.org/10.5281/zenodo.3469953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2040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469D3-1EAB-8E62-5F16-CF2983FE2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48843E9-D59D-0EAA-2294-50AA14646025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US" dirty="0"/>
              <a:t>Data Management Plan First submission</a:t>
            </a:r>
            <a:endParaRPr lang="en-B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C825825-2C10-C702-D8E9-415EF5F34473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en-US" dirty="0"/>
              <a:t>Data Management Plan Final submission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D82D2-9014-AC66-B765-ACEF17B12D7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 anchorCtr="0">
            <a:noAutofit/>
          </a:bodyPr>
          <a:lstStyle/>
          <a:p>
            <a:pPr>
              <a:lnSpc>
                <a:spcPct val="100000"/>
              </a:lnSpc>
              <a:spcAft>
                <a:spcPts val="281"/>
              </a:spcAft>
            </a:pPr>
            <a:r>
              <a:rPr lang="en-US" dirty="0"/>
              <a:t>First scope of reusability.</a:t>
            </a:r>
          </a:p>
          <a:p>
            <a:pPr>
              <a:lnSpc>
                <a:spcPct val="100000"/>
              </a:lnSpc>
              <a:spcAft>
                <a:spcPts val="281"/>
              </a:spcAft>
            </a:pPr>
            <a:r>
              <a:rPr lang="en-US" dirty="0"/>
              <a:t>Basic information about your data.</a:t>
            </a:r>
          </a:p>
          <a:p>
            <a:pPr>
              <a:lnSpc>
                <a:spcPct val="100000"/>
              </a:lnSpc>
              <a:spcAft>
                <a:spcPts val="281"/>
              </a:spcAft>
            </a:pPr>
            <a:r>
              <a:rPr lang="en-US" dirty="0"/>
              <a:t>Data storage and back up vs. long term preservation.</a:t>
            </a:r>
          </a:p>
          <a:p>
            <a:pPr>
              <a:lnSpc>
                <a:spcPct val="100000"/>
              </a:lnSpc>
              <a:spcAft>
                <a:spcPts val="281"/>
              </a:spcAft>
            </a:pPr>
            <a:r>
              <a:rPr lang="en-US" dirty="0"/>
              <a:t>Initial idea about metadata standards and dedicated archive / repository.</a:t>
            </a:r>
          </a:p>
          <a:p>
            <a:pPr>
              <a:lnSpc>
                <a:spcPct val="100000"/>
              </a:lnSpc>
              <a:spcAft>
                <a:spcPts val="281"/>
              </a:spcAft>
            </a:pPr>
            <a:r>
              <a:rPr lang="en-US" dirty="0"/>
              <a:t>Identification of legal and/or ethical issues. </a:t>
            </a:r>
          </a:p>
          <a:p>
            <a:pPr>
              <a:lnSpc>
                <a:spcPct val="100000"/>
              </a:lnSpc>
              <a:spcAft>
                <a:spcPts val="281"/>
              </a:spcAft>
            </a:pPr>
            <a:r>
              <a:rPr lang="en-US" dirty="0"/>
              <a:t>Establishing responsibilities.</a:t>
            </a:r>
          </a:p>
          <a:p>
            <a:pPr>
              <a:lnSpc>
                <a:spcPct val="100000"/>
              </a:lnSpc>
              <a:spcAft>
                <a:spcPts val="281"/>
              </a:spcAft>
            </a:pPr>
            <a:endParaRPr lang="en-US" sz="1400" dirty="0">
              <a:latin typeface="UGent Panno Text" panose="02000506040000040003" pitchFamily="2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4AD286D-D00F-044E-3D2B-EEFD47C821F7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Definite selection of reusable outputs.</a:t>
            </a:r>
          </a:p>
          <a:p>
            <a:r>
              <a:rPr lang="en-US" dirty="0"/>
              <a:t>Precise description of all data types.</a:t>
            </a:r>
          </a:p>
          <a:p>
            <a:r>
              <a:rPr lang="en-US" dirty="0"/>
              <a:t>Clear long-term preservation strategy: selected data archive(s) and/or repository(</a:t>
            </a:r>
            <a:r>
              <a:rPr lang="en-US" dirty="0" err="1"/>
              <a:t>ies</a:t>
            </a:r>
            <a:r>
              <a:rPr lang="en-US" dirty="0"/>
              <a:t>).</a:t>
            </a:r>
          </a:p>
          <a:p>
            <a:r>
              <a:rPr lang="en-US" dirty="0"/>
              <a:t>FAIR data and open data (“As open as possible, as closed as necessary”).</a:t>
            </a:r>
          </a:p>
          <a:p>
            <a:endParaRPr lang="en-B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CE9A48-4A1B-E46E-A4E2-EBC28B37D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UGent Panno Text" panose="02000506040000040003" pitchFamily="2" charset="0"/>
              </a:rPr>
              <a:t>DMP: first version vs. last version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79C92-C1EB-B59B-176A-D067F54AA02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9</a:t>
            </a:fld>
            <a:endParaRPr lang="en-GB" noProof="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800BEF4-5F28-59A3-4489-C02D56002533}"/>
              </a:ext>
            </a:extLst>
          </p:cNvPr>
          <p:cNvSpPr txBox="1">
            <a:spLocks/>
          </p:cNvSpPr>
          <p:nvPr/>
        </p:nvSpPr>
        <p:spPr>
          <a:xfrm>
            <a:off x="4827202" y="3820840"/>
            <a:ext cx="6799624" cy="1650526"/>
          </a:xfrm>
          <a:prstGeom prst="rect">
            <a:avLst/>
          </a:prstGeom>
        </p:spPr>
        <p:txBody>
          <a:bodyPr vert="horz" lIns="64294" tIns="32147" rIns="64294" bIns="32147" rtlCol="0" anchor="ctr">
            <a:noAutofit/>
          </a:bodyPr>
          <a:lstStyle>
            <a:lvl1pPr marL="536575" indent="-45085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̶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1pPr>
            <a:lvl2pPr marL="1169988" indent="-45085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̶"/>
              <a:tabLst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2pPr>
            <a:lvl3pPr marL="1755775" indent="-4500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3pPr>
            <a:lvl4pPr marL="2328863" indent="-550863" algn="l" defTabSz="1912938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–"/>
              <a:tabLst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4pPr>
            <a:lvl5pPr marL="2962275" indent="-442913" algn="l" defTabSz="4572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̶"/>
              <a:defRPr sz="4800" kern="1200">
                <a:solidFill>
                  <a:schemeClr val="tx1"/>
                </a:solidFill>
                <a:latin typeface="UGent Panno Text SemiLight" panose="02000406040000040003" pitchFamily="50" charset="0"/>
                <a:ea typeface="+mn-ea"/>
                <a:cs typeface="+mn-cs"/>
              </a:defRPr>
            </a:lvl5pPr>
            <a:lvl6pPr marL="3576013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197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381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565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281"/>
              </a:spcAft>
            </a:pPr>
            <a:endParaRPr lang="en-US" sz="1969" dirty="0">
              <a:latin typeface="UGent Panno Text" panose="02000506040000040003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85A65A-828C-9FD8-AB5A-41CEA4CF9019}"/>
              </a:ext>
            </a:extLst>
          </p:cNvPr>
          <p:cNvSpPr txBox="1"/>
          <p:nvPr/>
        </p:nvSpPr>
        <p:spPr>
          <a:xfrm>
            <a:off x="1919589" y="6121505"/>
            <a:ext cx="9442545" cy="30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66" dirty="0">
                <a:latin typeface="UGent Panno Text SemiLight" panose="02000406040000040003" pitchFamily="50" charset="0"/>
              </a:rPr>
              <a:t>Adapted from: Jasmin </a:t>
            </a:r>
            <a:r>
              <a:rPr lang="en-US" sz="1266" dirty="0" err="1">
                <a:latin typeface="UGent Panno Text SemiLight" panose="02000406040000040003" pitchFamily="50" charset="0"/>
              </a:rPr>
              <a:t>Böhmer</a:t>
            </a:r>
            <a:r>
              <a:rPr lang="en-US" sz="1266" dirty="0">
                <a:latin typeface="UGent Panno Text SemiLight" panose="02000406040000040003" pitchFamily="50" charset="0"/>
              </a:rPr>
              <a:t>. (2019, September). UBC RDM Workshop 1 - Data Management Planning (Version V2). </a:t>
            </a:r>
            <a:r>
              <a:rPr lang="en-US" sz="1266" dirty="0" err="1">
                <a:latin typeface="UGent Panno Text SemiLight" panose="02000406040000040003" pitchFamily="50" charset="0"/>
              </a:rPr>
              <a:t>Zenodo</a:t>
            </a:r>
            <a:r>
              <a:rPr lang="en-US" sz="1266" dirty="0">
                <a:latin typeface="UGent Panno Text SemiLight" panose="02000406040000040003" pitchFamily="50" charset="0"/>
              </a:rPr>
              <a:t>. </a:t>
            </a:r>
            <a:r>
              <a:rPr lang="en-US" sz="1266" dirty="0">
                <a:latin typeface="UGent Panno Text SemiLight" panose="02000406040000040003" pitchFamily="50" charset="0"/>
                <a:hlinkClick r:id="rId2"/>
              </a:rPr>
              <a:t>http://doi.org/10.5281/zenodo.3469953</a:t>
            </a:r>
            <a:r>
              <a:rPr lang="en-US" sz="1266" dirty="0">
                <a:latin typeface="UGent Panno Text SemiLight" panose="02000406040000040003" pitchFamily="50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69481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DB01ACB-7C8B-C6B2-6F9E-69143FA27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94D3C2C-EFF5-E7B7-ACD2-6EAD00F65643}"/>
              </a:ext>
            </a:extLst>
          </p:cNvPr>
          <p:cNvSpPr/>
          <p:nvPr/>
        </p:nvSpPr>
        <p:spPr>
          <a:xfrm>
            <a:off x="564352" y="5678646"/>
            <a:ext cx="1304511" cy="978536"/>
          </a:xfrm>
          <a:prstGeom prst="rect">
            <a:avLst/>
          </a:prstGeom>
          <a:solidFill>
            <a:schemeClr val="bg1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289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44" algn="l" defTabSz="914289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89" algn="l" defTabSz="914289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33" algn="l" defTabSz="914289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77" algn="l" defTabSz="914289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23" algn="l" defTabSz="914289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67" algn="l" defTabSz="914289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11" algn="l" defTabSz="914289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56" algn="l" defTabSz="914289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266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608DBE-FF9C-7953-EBBC-9F0ECA86A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466974"/>
            <a:ext cx="10608000" cy="715072"/>
          </a:xfrm>
        </p:spPr>
        <p:txBody>
          <a:bodyPr/>
          <a:lstStyle>
            <a:defPPr>
              <a:defRPr lang="en-US"/>
            </a:defPPr>
            <a:lvl1pPr marL="0" algn="l" defTabSz="914289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44" algn="l" defTabSz="914289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89" algn="l" defTabSz="914289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33" algn="l" defTabSz="914289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77" algn="l" defTabSz="914289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23" algn="l" defTabSz="914289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67" algn="l" defTabSz="914289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11" algn="l" defTabSz="914289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56" algn="l" defTabSz="914289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Submitting a </a:t>
            </a:r>
            <a:r>
              <a:rPr lang="en-US" err="1"/>
              <a:t>dmp</a:t>
            </a:r>
            <a:r>
              <a:rPr lang="en-US"/>
              <a:t>: WHEN &amp; HOW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6564F20-D308-205B-0898-347824B203AD}"/>
              </a:ext>
            </a:extLst>
          </p:cNvPr>
          <p:cNvGrpSpPr/>
          <p:nvPr/>
        </p:nvGrpSpPr>
        <p:grpSpPr>
          <a:xfrm>
            <a:off x="256013" y="1002400"/>
            <a:ext cx="11580462" cy="5557898"/>
            <a:chOff x="363577" y="1425636"/>
            <a:chExt cx="16469991" cy="7904566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0E9BBFD-8AB7-6DC9-AA0F-E733A58E4EE0}"/>
                </a:ext>
              </a:extLst>
            </p:cNvPr>
            <p:cNvSpPr/>
            <p:nvPr/>
          </p:nvSpPr>
          <p:spPr>
            <a:xfrm>
              <a:off x="3266830" y="8514950"/>
              <a:ext cx="12911441" cy="815252"/>
            </a:xfrm>
            <a:prstGeom prst="rect">
              <a:avLst/>
            </a:prstGeom>
            <a:solidFill>
              <a:schemeClr val="bg2"/>
            </a:solidFill>
            <a:ln w="317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44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89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3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7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72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6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011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156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66" err="1">
                <a:solidFill>
                  <a:schemeClr val="tx1"/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D0B0033-0EB9-C72F-7AC5-832BB15E23E8}"/>
                </a:ext>
              </a:extLst>
            </p:cNvPr>
            <p:cNvSpPr/>
            <p:nvPr/>
          </p:nvSpPr>
          <p:spPr>
            <a:xfrm>
              <a:off x="3266830" y="6837446"/>
              <a:ext cx="12911441" cy="1424119"/>
            </a:xfrm>
            <a:prstGeom prst="rect">
              <a:avLst/>
            </a:prstGeom>
            <a:solidFill>
              <a:schemeClr val="bg2"/>
            </a:solidFill>
            <a:ln w="317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44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89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3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7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72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6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011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156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66" err="1">
                <a:solidFill>
                  <a:schemeClr val="tx1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AA37F9B6-1FF7-627D-CC3E-311E05817DC6}"/>
                </a:ext>
              </a:extLst>
            </p:cNvPr>
            <p:cNvSpPr/>
            <p:nvPr/>
          </p:nvSpPr>
          <p:spPr>
            <a:xfrm>
              <a:off x="3267168" y="3398084"/>
              <a:ext cx="12911441" cy="2179308"/>
            </a:xfrm>
            <a:prstGeom prst="rect">
              <a:avLst/>
            </a:prstGeom>
            <a:solidFill>
              <a:schemeClr val="bg2"/>
            </a:solidFill>
            <a:ln w="317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44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89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3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7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72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6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011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156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66" err="1">
                <a:solidFill>
                  <a:schemeClr val="tx1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AE3901D-6E53-2367-FE8F-924A66C14BE8}"/>
                </a:ext>
              </a:extLst>
            </p:cNvPr>
            <p:cNvSpPr/>
            <p:nvPr/>
          </p:nvSpPr>
          <p:spPr>
            <a:xfrm>
              <a:off x="3266830" y="5769789"/>
              <a:ext cx="12911441" cy="815252"/>
            </a:xfrm>
            <a:prstGeom prst="rect">
              <a:avLst/>
            </a:prstGeom>
            <a:solidFill>
              <a:schemeClr val="bg2"/>
            </a:solidFill>
            <a:ln w="317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44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89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3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7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72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6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011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156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66" err="1">
                <a:solidFill>
                  <a:schemeClr val="tx1"/>
                </a:solidFill>
              </a:endParaRP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84BDC04-1172-A32F-205A-9075D542C241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>
              <a:off x="7691673" y="2247270"/>
              <a:ext cx="0" cy="6588000"/>
            </a:xfrm>
            <a:prstGeom prst="line">
              <a:avLst/>
            </a:prstGeom>
            <a:ln w="38100">
              <a:prstDash val="sysDot"/>
              <a:headEnd type="none" w="lg" len="lg"/>
              <a:tailEnd type="none" w="lg" len="lg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2C96A89-BE10-B784-FB2F-E143313778C1}"/>
                </a:ext>
              </a:extLst>
            </p:cNvPr>
            <p:cNvSpPr/>
            <p:nvPr/>
          </p:nvSpPr>
          <p:spPr>
            <a:xfrm>
              <a:off x="3267169" y="1955722"/>
              <a:ext cx="2005069" cy="58309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44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89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3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7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72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6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011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156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266">
                  <a:solidFill>
                    <a:schemeClr val="tx1"/>
                  </a:solidFill>
                  <a:latin typeface="UGent Panno Text" panose="02000506040000040003" pitchFamily="2" charset="0"/>
                </a:rPr>
                <a:t>Proposal stage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8BF077C-A066-15DE-20CE-4C5A6C2121B0}"/>
                </a:ext>
              </a:extLst>
            </p:cNvPr>
            <p:cNvSpPr/>
            <p:nvPr/>
          </p:nvSpPr>
          <p:spPr>
            <a:xfrm>
              <a:off x="5296936" y="1955722"/>
              <a:ext cx="2394737" cy="58309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44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89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3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7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72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6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011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156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266">
                  <a:solidFill>
                    <a:schemeClr val="tx1"/>
                  </a:solidFill>
                  <a:latin typeface="UGent Panno Text" panose="02000506040000040003" pitchFamily="2" charset="0"/>
                </a:rPr>
                <a:t>Post-award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9407275-85EC-F00B-F687-8C4D30CA149C}"/>
                </a:ext>
              </a:extLst>
            </p:cNvPr>
            <p:cNvSpPr/>
            <p:nvPr/>
          </p:nvSpPr>
          <p:spPr>
            <a:xfrm>
              <a:off x="7691673" y="1955722"/>
              <a:ext cx="7000941" cy="58309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17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44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89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3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7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72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6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011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156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266">
                  <a:solidFill>
                    <a:schemeClr val="tx1"/>
                  </a:solidFill>
                  <a:latin typeface="UGent Panno Text" panose="02000506040000040003" pitchFamily="2" charset="0"/>
                </a:rPr>
                <a:t>Updated versions of the DMP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8884F80-4E8F-3405-6975-B9924CFA1592}"/>
                </a:ext>
              </a:extLst>
            </p:cNvPr>
            <p:cNvSpPr/>
            <p:nvPr/>
          </p:nvSpPr>
          <p:spPr>
            <a:xfrm>
              <a:off x="14606317" y="1955722"/>
              <a:ext cx="1572293" cy="583096"/>
            </a:xfrm>
            <a:prstGeom prst="rect">
              <a:avLst/>
            </a:prstGeom>
            <a:solidFill>
              <a:schemeClr val="accent2"/>
            </a:solidFill>
            <a:ln w="317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44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89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3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7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72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6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011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156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66" err="1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B7D364A-86A5-0688-63D5-EC2D9CC0AC3E}"/>
                </a:ext>
              </a:extLst>
            </p:cNvPr>
            <p:cNvSpPr/>
            <p:nvPr/>
          </p:nvSpPr>
          <p:spPr>
            <a:xfrm>
              <a:off x="1394966" y="3487827"/>
              <a:ext cx="1656000" cy="648000"/>
            </a:xfrm>
            <a:prstGeom prst="rect">
              <a:avLst/>
            </a:prstGeom>
            <a:solidFill>
              <a:schemeClr val="tx2"/>
            </a:solidFill>
            <a:ln w="317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313" tIns="25313" rIns="25313" bIns="25313" rtlCol="0" anchor="ctr"/>
            <a:lstStyle>
              <a:defPPr>
                <a:defRPr lang="en-US"/>
              </a:defPPr>
              <a:lvl1pPr marL="0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44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89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3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7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72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6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011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156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969">
                  <a:solidFill>
                    <a:schemeClr val="bg1"/>
                  </a:solidFill>
                  <a:latin typeface="UGent Panno Text" panose="02000506040000040003" pitchFamily="2" charset="0"/>
                </a:rPr>
                <a:t>FWO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2D3F1FD-3B9B-93D1-6392-A2D61299389B}"/>
                </a:ext>
              </a:extLst>
            </p:cNvPr>
            <p:cNvSpPr/>
            <p:nvPr/>
          </p:nvSpPr>
          <p:spPr>
            <a:xfrm>
              <a:off x="1394966" y="4196819"/>
              <a:ext cx="1656000" cy="648000"/>
            </a:xfrm>
            <a:prstGeom prst="rect">
              <a:avLst/>
            </a:prstGeom>
            <a:solidFill>
              <a:schemeClr val="tx2"/>
            </a:solidFill>
            <a:ln w="317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313" tIns="25313" rIns="25313" bIns="25313" rtlCol="0" anchor="ctr"/>
            <a:lstStyle>
              <a:defPPr>
                <a:defRPr lang="en-US"/>
              </a:defPPr>
              <a:lvl1pPr marL="0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44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89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3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7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72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6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011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156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969">
                  <a:solidFill>
                    <a:schemeClr val="bg1"/>
                  </a:solidFill>
                  <a:latin typeface="UGent Panno Text" panose="02000506040000040003" pitchFamily="2" charset="0"/>
                </a:rPr>
                <a:t>BOF/IOF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30EF3B2-7E9B-73F2-8844-8378AFE7D68E}"/>
                </a:ext>
              </a:extLst>
            </p:cNvPr>
            <p:cNvSpPr/>
            <p:nvPr/>
          </p:nvSpPr>
          <p:spPr>
            <a:xfrm>
              <a:off x="1394966" y="4905812"/>
              <a:ext cx="1656000" cy="648000"/>
            </a:xfrm>
            <a:prstGeom prst="rect">
              <a:avLst/>
            </a:prstGeom>
            <a:solidFill>
              <a:schemeClr val="tx2"/>
            </a:solidFill>
            <a:ln w="317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313" tIns="25313" rIns="25313" bIns="25313" rtlCol="0" anchor="ctr"/>
            <a:lstStyle>
              <a:defPPr>
                <a:defRPr lang="en-US"/>
              </a:defPPr>
              <a:lvl1pPr marL="0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44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89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3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7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72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6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011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156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969">
                  <a:solidFill>
                    <a:schemeClr val="bg1"/>
                  </a:solidFill>
                  <a:latin typeface="UGent Panno Text"/>
                </a:rPr>
                <a:t>VLAIO </a:t>
              </a:r>
              <a:r>
                <a:rPr lang="en-GB" sz="1969" err="1">
                  <a:solidFill>
                    <a:schemeClr val="bg1"/>
                  </a:solidFill>
                  <a:latin typeface="UGent Panno Text"/>
                </a:rPr>
                <a:t>cSBO</a:t>
              </a:r>
              <a:endParaRPr lang="en-GB" sz="1969">
                <a:solidFill>
                  <a:schemeClr val="bg1"/>
                </a:solidFill>
                <a:latin typeface="UGent Panno Text" panose="02000506040000040003" pitchFamily="2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95C2428-F1AD-348F-104C-F4DC84533034}"/>
                </a:ext>
              </a:extLst>
            </p:cNvPr>
            <p:cNvSpPr/>
            <p:nvPr/>
          </p:nvSpPr>
          <p:spPr>
            <a:xfrm>
              <a:off x="1394966" y="5894705"/>
              <a:ext cx="1656000" cy="648000"/>
            </a:xfrm>
            <a:prstGeom prst="rect">
              <a:avLst/>
            </a:prstGeom>
            <a:solidFill>
              <a:schemeClr val="tx2"/>
            </a:solidFill>
            <a:ln w="317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313" tIns="25313" rIns="25313" bIns="25313" rtlCol="0" anchor="ctr"/>
            <a:lstStyle>
              <a:defPPr>
                <a:defRPr lang="en-US"/>
              </a:defPPr>
              <a:lvl1pPr marL="0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44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89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3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7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72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6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011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156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969">
                  <a:solidFill>
                    <a:schemeClr val="bg1"/>
                  </a:solidFill>
                  <a:latin typeface="UGent Panno Text" panose="02000506040000040003" pitchFamily="2" charset="0"/>
                </a:rPr>
                <a:t>BELSPO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CFFC3D8-02A9-0A62-6D4A-9D75E6FE1C51}"/>
                </a:ext>
              </a:extLst>
            </p:cNvPr>
            <p:cNvSpPr/>
            <p:nvPr/>
          </p:nvSpPr>
          <p:spPr>
            <a:xfrm>
              <a:off x="1394966" y="6884387"/>
              <a:ext cx="1656000" cy="648000"/>
            </a:xfrm>
            <a:prstGeom prst="rect">
              <a:avLst/>
            </a:prstGeom>
            <a:solidFill>
              <a:schemeClr val="tx2"/>
            </a:solidFill>
            <a:ln w="317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313" tIns="25313" rIns="25313" bIns="25313" rtlCol="0" anchor="ctr"/>
            <a:lstStyle>
              <a:defPPr>
                <a:defRPr lang="en-US"/>
              </a:defPPr>
              <a:lvl1pPr marL="0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44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89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3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7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72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6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011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156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969">
                  <a:solidFill>
                    <a:schemeClr val="bg1"/>
                  </a:solidFill>
                  <a:latin typeface="UGent Panno Text" panose="02000506040000040003" pitchFamily="2" charset="0"/>
                </a:rPr>
                <a:t>HEUROPE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2F19676-79D4-7189-81B4-8664FBA33B53}"/>
                </a:ext>
              </a:extLst>
            </p:cNvPr>
            <p:cNvSpPr/>
            <p:nvPr/>
          </p:nvSpPr>
          <p:spPr>
            <a:xfrm>
              <a:off x="4880096" y="1425636"/>
              <a:ext cx="11298514" cy="4032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44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89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3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7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72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6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011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156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266">
                  <a:solidFill>
                    <a:schemeClr val="tx1"/>
                  </a:solidFill>
                  <a:latin typeface="UGent Panno Text" panose="02000506040000040003" pitchFamily="2" charset="0"/>
                </a:rPr>
                <a:t>Project lifetime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05833A73-3B16-1322-F20C-1D2BF3F9EE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2235" t="4637" r="31641"/>
            <a:stretch/>
          </p:blipFill>
          <p:spPr>
            <a:xfrm>
              <a:off x="471908" y="7068555"/>
              <a:ext cx="660389" cy="95415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F4AB758-C02E-4C61-7457-F8E5175CDC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6627" r="16500"/>
            <a:stretch/>
          </p:blipFill>
          <p:spPr>
            <a:xfrm>
              <a:off x="363577" y="4210071"/>
              <a:ext cx="877053" cy="71780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8D1C28C4-CF72-14F7-AD19-947890BABC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6625" r="16499"/>
            <a:stretch/>
          </p:blipFill>
          <p:spPr>
            <a:xfrm>
              <a:off x="363577" y="5866982"/>
              <a:ext cx="877391" cy="718059"/>
            </a:xfrm>
            <a:prstGeom prst="rect">
              <a:avLst/>
            </a:prstGeom>
            <a:ln>
              <a:noFill/>
            </a:ln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A4DD59A-C16D-68BE-08A0-B70C2BDE1462}"/>
                </a:ext>
              </a:extLst>
            </p:cNvPr>
            <p:cNvSpPr/>
            <p:nvPr/>
          </p:nvSpPr>
          <p:spPr>
            <a:xfrm>
              <a:off x="1394966" y="7586755"/>
              <a:ext cx="1656000" cy="648000"/>
            </a:xfrm>
            <a:prstGeom prst="rect">
              <a:avLst/>
            </a:prstGeom>
            <a:solidFill>
              <a:schemeClr val="tx2"/>
            </a:solidFill>
            <a:ln w="317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313" tIns="25313" rIns="25313" bIns="25313" rtlCol="0" anchor="ctr"/>
            <a:lstStyle>
              <a:defPPr>
                <a:defRPr lang="en-US"/>
              </a:defPPr>
              <a:lvl1pPr marL="0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44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89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3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7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72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6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011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156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969">
                  <a:solidFill>
                    <a:schemeClr val="bg1"/>
                  </a:solidFill>
                  <a:latin typeface="UGent Panno Text" panose="02000506040000040003" pitchFamily="2" charset="0"/>
                </a:rPr>
                <a:t>ERC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8F2967-0B15-67D5-0E0A-6F9CEB4A8E69}"/>
                </a:ext>
              </a:extLst>
            </p:cNvPr>
            <p:cNvSpPr txBox="1"/>
            <p:nvPr/>
          </p:nvSpPr>
          <p:spPr>
            <a:xfrm>
              <a:off x="3271348" y="2686472"/>
              <a:ext cx="1945629" cy="4001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44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89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3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7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72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6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011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156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406">
                  <a:latin typeface="UGent Panno Text" panose="02000506040000040003" pitchFamily="2" charset="0"/>
                </a:rPr>
                <a:t>Light DMP</a:t>
              </a:r>
            </a:p>
          </p:txBody>
        </p:sp>
        <p:pic>
          <p:nvPicPr>
            <p:cNvPr id="28" name="Graphic 27" descr="Checkbox Crossed with solid fill">
              <a:extLst>
                <a:ext uri="{FF2B5EF4-FFF2-40B4-BE49-F238E27FC236}">
                  <a16:creationId xmlns:a16="http://schemas.microsoft.com/office/drawing/2014/main" id="{BB76260F-C3AF-7A92-0B8B-00C0E065B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877618" y="4106819"/>
              <a:ext cx="720000" cy="720000"/>
            </a:xfrm>
            <a:prstGeom prst="rect">
              <a:avLst/>
            </a:prstGeom>
          </p:spPr>
        </p:pic>
        <p:pic>
          <p:nvPicPr>
            <p:cNvPr id="35" name="Graphic 34" descr="Checkbox Crossed with solid fill">
              <a:extLst>
                <a:ext uri="{FF2B5EF4-FFF2-40B4-BE49-F238E27FC236}">
                  <a16:creationId xmlns:a16="http://schemas.microsoft.com/office/drawing/2014/main" id="{7939CE74-5C2B-6134-44F4-185808EF7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877618" y="4857288"/>
              <a:ext cx="720000" cy="720000"/>
            </a:xfrm>
            <a:prstGeom prst="rect">
              <a:avLst/>
            </a:prstGeom>
          </p:spPr>
        </p:pic>
        <p:pic>
          <p:nvPicPr>
            <p:cNvPr id="37" name="Graphic 36" descr="Checkbox Checked with solid fill">
              <a:extLst>
                <a:ext uri="{FF2B5EF4-FFF2-40B4-BE49-F238E27FC236}">
                  <a16:creationId xmlns:a16="http://schemas.microsoft.com/office/drawing/2014/main" id="{66EF2824-C72E-B5F2-A31E-16CF079E8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877618" y="3356350"/>
              <a:ext cx="720000" cy="720000"/>
            </a:xfrm>
            <a:prstGeom prst="rect">
              <a:avLst/>
            </a:prstGeom>
          </p:spPr>
        </p:pic>
        <p:pic>
          <p:nvPicPr>
            <p:cNvPr id="38" name="Graphic 37" descr="Checkbox Checked with solid fill">
              <a:extLst>
                <a:ext uri="{FF2B5EF4-FFF2-40B4-BE49-F238E27FC236}">
                  <a16:creationId xmlns:a16="http://schemas.microsoft.com/office/drawing/2014/main" id="{91599D15-8D74-164F-B477-5D7DD604D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877618" y="5822705"/>
              <a:ext cx="720000" cy="720000"/>
            </a:xfrm>
            <a:prstGeom prst="rect">
              <a:avLst/>
            </a:prstGeom>
          </p:spPr>
        </p:pic>
        <p:pic>
          <p:nvPicPr>
            <p:cNvPr id="41" name="Graphic 40" descr="Checkbox Checked with solid fill">
              <a:extLst>
                <a:ext uri="{FF2B5EF4-FFF2-40B4-BE49-F238E27FC236}">
                  <a16:creationId xmlns:a16="http://schemas.microsoft.com/office/drawing/2014/main" id="{C613A88D-5398-EB95-EEB7-2B52C0C306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877618" y="7516006"/>
              <a:ext cx="720000" cy="720000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D1996F5-D901-FBB6-737B-CED836138513}"/>
                </a:ext>
              </a:extLst>
            </p:cNvPr>
            <p:cNvSpPr txBox="1"/>
            <p:nvPr/>
          </p:nvSpPr>
          <p:spPr>
            <a:xfrm>
              <a:off x="4483230" y="7571548"/>
              <a:ext cx="173463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44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89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3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7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72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6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011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156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406">
                  <a:solidFill>
                    <a:schemeClr val="tx2"/>
                  </a:solidFill>
                  <a:latin typeface="UGent Panno Text" panose="02000506040000040003" pitchFamily="2" charset="0"/>
                </a:rPr>
                <a:t>* ERC WP25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64AC5C5-4C4B-EC65-D82D-5DC3524C695A}"/>
                </a:ext>
              </a:extLst>
            </p:cNvPr>
            <p:cNvSpPr txBox="1"/>
            <p:nvPr/>
          </p:nvSpPr>
          <p:spPr>
            <a:xfrm>
              <a:off x="7036378" y="2692912"/>
              <a:ext cx="1310590" cy="40011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44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89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3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7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72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6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011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156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406">
                  <a:latin typeface="UGent Panno Text" panose="02000506040000040003" pitchFamily="2" charset="0"/>
                </a:rPr>
                <a:t>Month 6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11C5812-09E1-7AAC-F73F-B32E516A87C5}"/>
                </a:ext>
              </a:extLst>
            </p:cNvPr>
            <p:cNvGrpSpPr/>
            <p:nvPr/>
          </p:nvGrpSpPr>
          <p:grpSpPr>
            <a:xfrm>
              <a:off x="7395547" y="4170839"/>
              <a:ext cx="612000" cy="612000"/>
              <a:chOff x="13416267" y="6464880"/>
              <a:chExt cx="707886" cy="707886"/>
            </a:xfrm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458958F3-B17B-0B8F-3D45-D1276749FE47}"/>
                  </a:ext>
                </a:extLst>
              </p:cNvPr>
              <p:cNvSpPr/>
              <p:nvPr/>
            </p:nvSpPr>
            <p:spPr>
              <a:xfrm>
                <a:off x="13416267" y="6464880"/>
                <a:ext cx="707886" cy="707886"/>
              </a:xfrm>
              <a:prstGeom prst="ellipse">
                <a:avLst/>
              </a:prstGeom>
              <a:solidFill>
                <a:schemeClr val="tx2"/>
              </a:solidFill>
              <a:ln w="31750">
                <a:solidFill>
                  <a:srgbClr val="1E64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44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289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433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577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723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2867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011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156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1266" err="1">
                  <a:solidFill>
                    <a:schemeClr val="tx1"/>
                  </a:solidFill>
                </a:endParaRPr>
              </a:p>
            </p:txBody>
          </p:sp>
          <p:pic>
            <p:nvPicPr>
              <p:cNvPr id="34" name="Graphic 33" descr="Upload with solid fill">
                <a:extLst>
                  <a:ext uri="{FF2B5EF4-FFF2-40B4-BE49-F238E27FC236}">
                    <a16:creationId xmlns:a16="http://schemas.microsoft.com/office/drawing/2014/main" id="{48791628-E1CE-0D3A-181B-0C6C1E90C9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3464210" y="6512823"/>
                <a:ext cx="612000" cy="612000"/>
              </a:xfrm>
              <a:prstGeom prst="rect">
                <a:avLst/>
              </a:prstGeom>
            </p:spPr>
          </p:pic>
        </p:grp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0CCB379-1712-4C0C-AD78-1A615860CB38}"/>
                </a:ext>
              </a:extLst>
            </p:cNvPr>
            <p:cNvSpPr/>
            <p:nvPr/>
          </p:nvSpPr>
          <p:spPr>
            <a:xfrm>
              <a:off x="1389773" y="8612514"/>
              <a:ext cx="1656000" cy="648000"/>
            </a:xfrm>
            <a:prstGeom prst="rect">
              <a:avLst/>
            </a:prstGeom>
            <a:solidFill>
              <a:schemeClr val="tx2"/>
            </a:solidFill>
            <a:ln w="317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313" tIns="25313" rIns="25313" bIns="25313" rtlCol="0" anchor="ctr"/>
            <a:lstStyle>
              <a:defPPr>
                <a:defRPr lang="en-US"/>
              </a:defPPr>
              <a:lvl1pPr marL="0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44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89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3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7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72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6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011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156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969">
                  <a:solidFill>
                    <a:schemeClr val="bg1"/>
                  </a:solidFill>
                  <a:latin typeface="UGent Panno Text" panose="02000506040000040003" pitchFamily="2" charset="0"/>
                </a:rPr>
                <a:t>PhD &amp; OTHER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FC522E0-1E79-16C3-2A9E-6AC06672FED3}"/>
                </a:ext>
              </a:extLst>
            </p:cNvPr>
            <p:cNvSpPr txBox="1"/>
            <p:nvPr/>
          </p:nvSpPr>
          <p:spPr>
            <a:xfrm>
              <a:off x="8149487" y="4266764"/>
              <a:ext cx="2087312" cy="400110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44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89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3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7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72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6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011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156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406">
                  <a:solidFill>
                    <a:schemeClr val="bg1"/>
                  </a:solidFill>
                  <a:latin typeface="UGent Panno Text" panose="02000506040000040003" pitchFamily="2" charset="0"/>
                </a:rPr>
                <a:t>GISMO</a:t>
              </a: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79984925-6328-93E4-90FA-43EFF7D72E9B}"/>
                </a:ext>
              </a:extLst>
            </p:cNvPr>
            <p:cNvGrpSpPr/>
            <p:nvPr/>
          </p:nvGrpSpPr>
          <p:grpSpPr>
            <a:xfrm>
              <a:off x="7396322" y="7189359"/>
              <a:ext cx="612000" cy="612000"/>
              <a:chOff x="13416267" y="6464880"/>
              <a:chExt cx="707886" cy="707886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E84FE540-2A4D-C1EB-E5D8-21C4CB893D07}"/>
                  </a:ext>
                </a:extLst>
              </p:cNvPr>
              <p:cNvSpPr/>
              <p:nvPr/>
            </p:nvSpPr>
            <p:spPr>
              <a:xfrm>
                <a:off x="13416267" y="6464880"/>
                <a:ext cx="707886" cy="707886"/>
              </a:xfrm>
              <a:prstGeom prst="ellipse">
                <a:avLst/>
              </a:prstGeom>
              <a:solidFill>
                <a:schemeClr val="tx2"/>
              </a:solidFill>
              <a:ln w="31750">
                <a:solidFill>
                  <a:srgbClr val="1E64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44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289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433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577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723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2867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011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156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1266" err="1">
                  <a:solidFill>
                    <a:schemeClr val="tx1"/>
                  </a:solidFill>
                </a:endParaRPr>
              </a:p>
            </p:txBody>
          </p:sp>
          <p:pic>
            <p:nvPicPr>
              <p:cNvPr id="55" name="Graphic 54" descr="Upload with solid fill">
                <a:extLst>
                  <a:ext uri="{FF2B5EF4-FFF2-40B4-BE49-F238E27FC236}">
                    <a16:creationId xmlns:a16="http://schemas.microsoft.com/office/drawing/2014/main" id="{294BCB66-E91E-E5E9-C382-2DD5FDCFFD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3464210" y="6512823"/>
                <a:ext cx="612000" cy="612000"/>
              </a:xfrm>
              <a:prstGeom prst="rect">
                <a:avLst/>
              </a:prstGeom>
            </p:spPr>
          </p:pic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A2B570A7-10A2-F641-F64F-8BE97FAFEEAD}"/>
                </a:ext>
              </a:extLst>
            </p:cNvPr>
            <p:cNvGrpSpPr/>
            <p:nvPr/>
          </p:nvGrpSpPr>
          <p:grpSpPr>
            <a:xfrm>
              <a:off x="7396322" y="5874203"/>
              <a:ext cx="612000" cy="612000"/>
              <a:chOff x="13351656" y="7676467"/>
              <a:chExt cx="707886" cy="707886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2FF2814A-FCAE-1393-67A9-88D5899C2BEA}"/>
                  </a:ext>
                </a:extLst>
              </p:cNvPr>
              <p:cNvSpPr/>
              <p:nvPr/>
            </p:nvSpPr>
            <p:spPr>
              <a:xfrm>
                <a:off x="13351656" y="7676467"/>
                <a:ext cx="707886" cy="707886"/>
              </a:xfrm>
              <a:prstGeom prst="ellipse">
                <a:avLst/>
              </a:prstGeom>
              <a:solidFill>
                <a:schemeClr val="tx2"/>
              </a:solidFill>
              <a:ln w="31750">
                <a:solidFill>
                  <a:srgbClr val="1E64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44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289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433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577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723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2867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011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156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1266" err="1">
                  <a:solidFill>
                    <a:schemeClr val="tx1"/>
                  </a:solidFill>
                </a:endParaRPr>
              </a:p>
            </p:txBody>
          </p:sp>
          <p:pic>
            <p:nvPicPr>
              <p:cNvPr id="30" name="Graphic 29" descr="Email with solid fill">
                <a:extLst>
                  <a:ext uri="{FF2B5EF4-FFF2-40B4-BE49-F238E27FC236}">
                    <a16:creationId xmlns:a16="http://schemas.microsoft.com/office/drawing/2014/main" id="{3FB8B0D9-75D0-4474-5313-615220EEE9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3435599" y="7760410"/>
                <a:ext cx="540000" cy="540000"/>
              </a:xfrm>
              <a:prstGeom prst="rect">
                <a:avLst/>
              </a:prstGeom>
            </p:spPr>
          </p:pic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6D12932-AC37-621A-256E-22667F40B67C}"/>
                </a:ext>
              </a:extLst>
            </p:cNvPr>
            <p:cNvSpPr txBox="1"/>
            <p:nvPr/>
          </p:nvSpPr>
          <p:spPr>
            <a:xfrm>
              <a:off x="8131386" y="5818031"/>
              <a:ext cx="2105413" cy="707886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44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89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3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7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72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6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011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156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6">
                  <a:solidFill>
                    <a:schemeClr val="bg1"/>
                  </a:solidFill>
                  <a:latin typeface="UGent Panno Text"/>
                </a:rPr>
                <a:t>BELSPO </a:t>
              </a:r>
              <a:r>
                <a:rPr lang="en-US" sz="1406" err="1">
                  <a:solidFill>
                    <a:schemeClr val="bg1"/>
                  </a:solidFill>
                  <a:latin typeface="UGent Panno Text"/>
                </a:rPr>
                <a:t>programme</a:t>
              </a:r>
              <a:r>
                <a:rPr lang="en-US" sz="1406">
                  <a:solidFill>
                    <a:schemeClr val="bg1"/>
                  </a:solidFill>
                  <a:latin typeface="UGent Panno Text"/>
                </a:rPr>
                <a:t> administrator</a:t>
              </a:r>
              <a:endParaRPr lang="en-GB" sz="1406">
                <a:solidFill>
                  <a:schemeClr val="bg1"/>
                </a:solidFill>
                <a:latin typeface="UGent Panno Text" panose="02000506040000040003" pitchFamily="2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85957BB-DC5D-BF7C-2598-D121FF41BEF8}"/>
                </a:ext>
              </a:extLst>
            </p:cNvPr>
            <p:cNvSpPr txBox="1"/>
            <p:nvPr/>
          </p:nvSpPr>
          <p:spPr>
            <a:xfrm>
              <a:off x="8149486" y="7153876"/>
              <a:ext cx="2087318" cy="707886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44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89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3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7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72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6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011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156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6">
                  <a:solidFill>
                    <a:schemeClr val="bg1"/>
                  </a:solidFill>
                  <a:latin typeface="UGent Panno Text"/>
                </a:rPr>
                <a:t>Funding &amp; Tenders portal</a:t>
              </a:r>
              <a:endParaRPr lang="en-GB" sz="1406">
                <a:solidFill>
                  <a:schemeClr val="bg1"/>
                </a:solidFill>
                <a:latin typeface="UGent Panno Text" panose="02000506040000040003" pitchFamily="2" charset="0"/>
              </a:endParaRP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DD1CA98F-E928-B6A1-422D-E3B70815E4B2}"/>
                </a:ext>
              </a:extLst>
            </p:cNvPr>
            <p:cNvGrpSpPr/>
            <p:nvPr/>
          </p:nvGrpSpPr>
          <p:grpSpPr>
            <a:xfrm>
              <a:off x="7388548" y="8619916"/>
              <a:ext cx="612000" cy="612000"/>
              <a:chOff x="13351656" y="7676467"/>
              <a:chExt cx="707886" cy="707886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8B5AAAB0-69B0-01FF-C2A4-E5AE91CCCB1B}"/>
                  </a:ext>
                </a:extLst>
              </p:cNvPr>
              <p:cNvSpPr/>
              <p:nvPr/>
            </p:nvSpPr>
            <p:spPr>
              <a:xfrm>
                <a:off x="13351656" y="7676467"/>
                <a:ext cx="707886" cy="707886"/>
              </a:xfrm>
              <a:prstGeom prst="ellipse">
                <a:avLst/>
              </a:prstGeom>
              <a:solidFill>
                <a:schemeClr val="tx2"/>
              </a:solidFill>
              <a:ln w="31750">
                <a:solidFill>
                  <a:srgbClr val="1E64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44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289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433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577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723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2867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011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156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GB" sz="1266" err="1">
                  <a:solidFill>
                    <a:schemeClr val="tx1"/>
                  </a:solidFill>
                </a:endParaRPr>
              </a:p>
            </p:txBody>
          </p:sp>
          <p:pic>
            <p:nvPicPr>
              <p:cNvPr id="66" name="Graphic 65" descr="Email with solid fill">
                <a:extLst>
                  <a:ext uri="{FF2B5EF4-FFF2-40B4-BE49-F238E27FC236}">
                    <a16:creationId xmlns:a16="http://schemas.microsoft.com/office/drawing/2014/main" id="{E0203E74-9151-0535-8118-C98A20AEBD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3435599" y="7760410"/>
                <a:ext cx="540000" cy="540000"/>
              </a:xfrm>
              <a:prstGeom prst="rect">
                <a:avLst/>
              </a:prstGeom>
            </p:spPr>
          </p:pic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8CCEC9E-1992-B61D-559C-BC2413D3FBF5}"/>
                </a:ext>
              </a:extLst>
            </p:cNvPr>
            <p:cNvSpPr txBox="1"/>
            <p:nvPr/>
          </p:nvSpPr>
          <p:spPr>
            <a:xfrm>
              <a:off x="8140440" y="8737019"/>
              <a:ext cx="2096366" cy="400110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44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89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3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7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72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6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011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156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406">
                  <a:solidFill>
                    <a:schemeClr val="bg1"/>
                  </a:solidFill>
                  <a:latin typeface="UGent Panno Text" panose="02000506040000040003" pitchFamily="2" charset="0"/>
                </a:rPr>
                <a:t>dmp.admin@ugent.be</a:t>
              </a:r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112751F-3368-68F0-A3AC-E7909807362B}"/>
                </a:ext>
              </a:extLst>
            </p:cNvPr>
            <p:cNvCxnSpPr>
              <a:cxnSpLocks/>
            </p:cNvCxnSpPr>
            <p:nvPr/>
          </p:nvCxnSpPr>
          <p:spPr>
            <a:xfrm>
              <a:off x="16178272" y="2299429"/>
              <a:ext cx="0" cy="6660000"/>
            </a:xfrm>
            <a:prstGeom prst="line">
              <a:avLst/>
            </a:prstGeom>
            <a:ln w="38100">
              <a:prstDash val="sysDot"/>
              <a:headEnd type="none" w="lg" len="lg"/>
              <a:tailEnd type="none" w="lg" len="lg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BC8D446-FC53-34E9-E38B-8544C8FB8C5D}"/>
                </a:ext>
              </a:extLst>
            </p:cNvPr>
            <p:cNvSpPr txBox="1"/>
            <p:nvPr/>
          </p:nvSpPr>
          <p:spPr>
            <a:xfrm>
              <a:off x="15522978" y="2731423"/>
              <a:ext cx="1310590" cy="400110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44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89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3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7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72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6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011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156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406">
                  <a:latin typeface="UGent Panno Text" panose="02000506040000040003" pitchFamily="2" charset="0"/>
                </a:rPr>
                <a:t>Final DMP</a:t>
              </a:r>
            </a:p>
          </p:txBody>
        </p:sp>
        <p:pic>
          <p:nvPicPr>
            <p:cNvPr id="83" name="Graphic 82" descr="Checkbox Crossed with solid fill">
              <a:extLst>
                <a:ext uri="{FF2B5EF4-FFF2-40B4-BE49-F238E27FC236}">
                  <a16:creationId xmlns:a16="http://schemas.microsoft.com/office/drawing/2014/main" id="{32AFE11D-A97E-5527-17BD-36505BCB3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871815" y="8578972"/>
              <a:ext cx="720000" cy="720000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7B1BB25-6F57-C7FE-55C6-6B3F60CB7CE1}"/>
                </a:ext>
              </a:extLst>
            </p:cNvPr>
            <p:cNvGrpSpPr/>
            <p:nvPr/>
          </p:nvGrpSpPr>
          <p:grpSpPr>
            <a:xfrm>
              <a:off x="13627958" y="3436595"/>
              <a:ext cx="2837072" cy="5728033"/>
              <a:chOff x="13627958" y="3436595"/>
              <a:chExt cx="2837072" cy="5728033"/>
            </a:xfrm>
          </p:grpSpPr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9247CD0E-2319-33AC-E85A-3995DBD0A6EC}"/>
                  </a:ext>
                </a:extLst>
              </p:cNvPr>
              <p:cNvGrpSpPr/>
              <p:nvPr/>
            </p:nvGrpSpPr>
            <p:grpSpPr>
              <a:xfrm>
                <a:off x="15827514" y="3436595"/>
                <a:ext cx="612000" cy="612000"/>
                <a:chOff x="13416267" y="6464880"/>
                <a:chExt cx="707886" cy="707886"/>
              </a:xfrm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CFF7C5A9-4BC6-76E2-1C3E-4EE61FFFD169}"/>
                    </a:ext>
                  </a:extLst>
                </p:cNvPr>
                <p:cNvSpPr/>
                <p:nvPr/>
              </p:nvSpPr>
              <p:spPr>
                <a:xfrm>
                  <a:off x="13416267" y="6464880"/>
                  <a:ext cx="707886" cy="707886"/>
                </a:xfrm>
                <a:prstGeom prst="ellipse">
                  <a:avLst/>
                </a:prstGeom>
                <a:solidFill>
                  <a:schemeClr val="tx2"/>
                </a:solidFill>
                <a:ln w="31750">
                  <a:solidFill>
                    <a:srgbClr val="1E64C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144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289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433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577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5723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2867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011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156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GB" sz="1266" err="1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73" name="Graphic 72" descr="Upload with solid fill">
                  <a:extLst>
                    <a:ext uri="{FF2B5EF4-FFF2-40B4-BE49-F238E27FC236}">
                      <a16:creationId xmlns:a16="http://schemas.microsoft.com/office/drawing/2014/main" id="{59BC6B93-31E1-89E1-24A8-C304F5514A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464210" y="6512823"/>
                  <a:ext cx="612000" cy="612000"/>
                </a:xfrm>
                <a:prstGeom prst="rect">
                  <a:avLst/>
                </a:prstGeom>
              </p:spPr>
            </p:pic>
          </p:grp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9287353-C17D-7510-28A2-D81280A9B6F1}"/>
                  </a:ext>
                </a:extLst>
              </p:cNvPr>
              <p:cNvSpPr txBox="1"/>
              <p:nvPr/>
            </p:nvSpPr>
            <p:spPr>
              <a:xfrm>
                <a:off x="13648958" y="3611772"/>
                <a:ext cx="2087312" cy="400110"/>
              </a:xfrm>
              <a:prstGeom prst="rect">
                <a:avLst/>
              </a:prstGeom>
              <a:solidFill>
                <a:schemeClr val="tx2"/>
              </a:solidFill>
            </p:spPr>
            <p:txBody>
              <a:bodyPr wrap="square" lIns="64294" tIns="32147" rIns="64294" bIns="32147" anchor="t">
                <a:spAutoFit/>
              </a:bodyPr>
              <a:lstStyle>
                <a:defPPr>
                  <a:defRPr lang="en-US"/>
                </a:defPPr>
                <a:lvl1pPr marL="0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44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289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433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577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723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2867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011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156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GB" sz="1406">
                    <a:solidFill>
                      <a:schemeClr val="bg1"/>
                    </a:solidFill>
                    <a:latin typeface="UGent Panno Text"/>
                  </a:rPr>
                  <a:t>FWO e-loket</a:t>
                </a:r>
                <a:endParaRPr lang="en-GB" sz="1406">
                  <a:solidFill>
                    <a:schemeClr val="bg1"/>
                  </a:solidFill>
                  <a:latin typeface="UGent Panno Text" panose="02000506040000040003" pitchFamily="2" charset="0"/>
                </a:endParaRPr>
              </a:p>
            </p:txBody>
          </p: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D651D14F-E44E-FD15-02A3-A63BACACA2DD}"/>
                  </a:ext>
                </a:extLst>
              </p:cNvPr>
              <p:cNvGrpSpPr/>
              <p:nvPr/>
            </p:nvGrpSpPr>
            <p:grpSpPr>
              <a:xfrm>
                <a:off x="15829214" y="7153876"/>
                <a:ext cx="612000" cy="612000"/>
                <a:chOff x="13416267" y="6464880"/>
                <a:chExt cx="707886" cy="707886"/>
              </a:xfrm>
            </p:grpSpPr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CE3AD2B1-3728-D250-1633-1D94ADECB046}"/>
                    </a:ext>
                  </a:extLst>
                </p:cNvPr>
                <p:cNvSpPr/>
                <p:nvPr/>
              </p:nvSpPr>
              <p:spPr>
                <a:xfrm>
                  <a:off x="13416267" y="6464880"/>
                  <a:ext cx="707886" cy="707886"/>
                </a:xfrm>
                <a:prstGeom prst="ellipse">
                  <a:avLst/>
                </a:prstGeom>
                <a:solidFill>
                  <a:schemeClr val="tx2"/>
                </a:solidFill>
                <a:ln w="31750">
                  <a:solidFill>
                    <a:srgbClr val="1E64C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144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289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433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577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5723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2867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011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156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GB" sz="1266" err="1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77" name="Graphic 76" descr="Upload with solid fill">
                  <a:extLst>
                    <a:ext uri="{FF2B5EF4-FFF2-40B4-BE49-F238E27FC236}">
                      <a16:creationId xmlns:a16="http://schemas.microsoft.com/office/drawing/2014/main" id="{2777D6A9-5346-4079-CBCA-412BD11042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464210" y="6512823"/>
                  <a:ext cx="612000" cy="612000"/>
                </a:xfrm>
                <a:prstGeom prst="rect">
                  <a:avLst/>
                </a:prstGeom>
              </p:spPr>
            </p:pic>
          </p:grp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083FBAE5-F17E-49A1-6DA9-29AEB2D2D84F}"/>
                  </a:ext>
                </a:extLst>
              </p:cNvPr>
              <p:cNvGrpSpPr/>
              <p:nvPr/>
            </p:nvGrpSpPr>
            <p:grpSpPr>
              <a:xfrm>
                <a:off x="15832610" y="5822705"/>
                <a:ext cx="612000" cy="612000"/>
                <a:chOff x="13351656" y="7676467"/>
                <a:chExt cx="707886" cy="707886"/>
              </a:xfrm>
            </p:grpSpPr>
            <p:sp>
              <p:nvSpPr>
                <p:cNvPr id="79" name="Oval 78">
                  <a:extLst>
                    <a:ext uri="{FF2B5EF4-FFF2-40B4-BE49-F238E27FC236}">
                      <a16:creationId xmlns:a16="http://schemas.microsoft.com/office/drawing/2014/main" id="{24DE926D-D3BE-6025-CE3B-570F01B521EA}"/>
                    </a:ext>
                  </a:extLst>
                </p:cNvPr>
                <p:cNvSpPr/>
                <p:nvPr/>
              </p:nvSpPr>
              <p:spPr>
                <a:xfrm>
                  <a:off x="13351656" y="7676467"/>
                  <a:ext cx="707886" cy="707886"/>
                </a:xfrm>
                <a:prstGeom prst="ellipse">
                  <a:avLst/>
                </a:prstGeom>
                <a:solidFill>
                  <a:schemeClr val="tx2"/>
                </a:solidFill>
                <a:ln w="31750">
                  <a:solidFill>
                    <a:srgbClr val="1E64C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144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289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433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577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5723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2867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011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156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GB" sz="1266" err="1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80" name="Graphic 79" descr="Email with solid fill">
                  <a:extLst>
                    <a:ext uri="{FF2B5EF4-FFF2-40B4-BE49-F238E27FC236}">
                      <a16:creationId xmlns:a16="http://schemas.microsoft.com/office/drawing/2014/main" id="{1A6749F7-5258-80AA-61BA-935FFF3BAC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435599" y="7760410"/>
                  <a:ext cx="540000" cy="540000"/>
                </a:xfrm>
                <a:prstGeom prst="rect">
                  <a:avLst/>
                </a:prstGeom>
              </p:spPr>
            </p:pic>
          </p:grp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6D39CF5-D355-F1E5-3014-3C4634BC9BA9}"/>
                  </a:ext>
                </a:extLst>
              </p:cNvPr>
              <p:cNvSpPr txBox="1"/>
              <p:nvPr/>
            </p:nvSpPr>
            <p:spPr>
              <a:xfrm>
                <a:off x="13633142" y="5814740"/>
                <a:ext cx="2105413" cy="707886"/>
              </a:xfrm>
              <a:prstGeom prst="rect">
                <a:avLst/>
              </a:prstGeom>
              <a:solidFill>
                <a:schemeClr val="tx2"/>
              </a:solidFill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44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289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433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577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723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2867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011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156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406">
                    <a:solidFill>
                      <a:schemeClr val="bg1"/>
                    </a:solidFill>
                    <a:latin typeface="UGent Panno Text"/>
                  </a:rPr>
                  <a:t>BELSPO </a:t>
                </a:r>
                <a:r>
                  <a:rPr lang="en-US" sz="1406" err="1">
                    <a:solidFill>
                      <a:schemeClr val="bg1"/>
                    </a:solidFill>
                    <a:latin typeface="UGent Panno Text"/>
                  </a:rPr>
                  <a:t>programme</a:t>
                </a:r>
                <a:r>
                  <a:rPr lang="en-US" sz="1406">
                    <a:solidFill>
                      <a:schemeClr val="bg1"/>
                    </a:solidFill>
                    <a:latin typeface="UGent Panno Text"/>
                  </a:rPr>
                  <a:t> administrator</a:t>
                </a:r>
                <a:endParaRPr lang="en-GB" sz="1406">
                  <a:solidFill>
                    <a:schemeClr val="bg1"/>
                  </a:solidFill>
                  <a:latin typeface="UGent Panno Text" panose="02000506040000040003" pitchFamily="2" charset="0"/>
                </a:endParaRP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9280263-8038-8DC9-56DA-F42B0BA27F98}"/>
                  </a:ext>
                </a:extLst>
              </p:cNvPr>
              <p:cNvSpPr txBox="1"/>
              <p:nvPr/>
            </p:nvSpPr>
            <p:spPr>
              <a:xfrm>
                <a:off x="13648958" y="7141594"/>
                <a:ext cx="2087318" cy="707886"/>
              </a:xfrm>
              <a:prstGeom prst="rect">
                <a:avLst/>
              </a:prstGeom>
              <a:solidFill>
                <a:schemeClr val="tx2"/>
              </a:solidFill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44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289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433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577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723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2867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011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156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406">
                    <a:solidFill>
                      <a:schemeClr val="bg1"/>
                    </a:solidFill>
                    <a:latin typeface="UGent Panno Text"/>
                  </a:rPr>
                  <a:t>Funding &amp; Tenders portal</a:t>
                </a:r>
                <a:endParaRPr lang="en-GB" sz="1406">
                  <a:solidFill>
                    <a:schemeClr val="bg1"/>
                  </a:solidFill>
                  <a:latin typeface="UGent Panno Text" panose="02000506040000040003" pitchFamily="2" charset="0"/>
                </a:endParaRPr>
              </a:p>
            </p:txBody>
          </p:sp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6F0B6FC2-2C79-6019-9841-B92877C1ABB1}"/>
                  </a:ext>
                </a:extLst>
              </p:cNvPr>
              <p:cNvGrpSpPr/>
              <p:nvPr/>
            </p:nvGrpSpPr>
            <p:grpSpPr>
              <a:xfrm>
                <a:off x="15853030" y="4803177"/>
                <a:ext cx="612000" cy="612000"/>
                <a:chOff x="13416267" y="6464880"/>
                <a:chExt cx="707886" cy="707886"/>
              </a:xfrm>
            </p:grpSpPr>
            <p:sp>
              <p:nvSpPr>
                <p:cNvPr id="85" name="Oval 84">
                  <a:extLst>
                    <a:ext uri="{FF2B5EF4-FFF2-40B4-BE49-F238E27FC236}">
                      <a16:creationId xmlns:a16="http://schemas.microsoft.com/office/drawing/2014/main" id="{61571820-B271-E5EC-A56C-C52886ED5C9B}"/>
                    </a:ext>
                  </a:extLst>
                </p:cNvPr>
                <p:cNvSpPr/>
                <p:nvPr/>
              </p:nvSpPr>
              <p:spPr>
                <a:xfrm>
                  <a:off x="13416267" y="6464880"/>
                  <a:ext cx="707886" cy="707886"/>
                </a:xfrm>
                <a:prstGeom prst="ellipse">
                  <a:avLst/>
                </a:prstGeom>
                <a:solidFill>
                  <a:schemeClr val="tx2"/>
                </a:solidFill>
                <a:ln w="31750">
                  <a:solidFill>
                    <a:srgbClr val="1E64C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144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289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433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577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5723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2867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011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156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GB" sz="1266" err="1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86" name="Graphic 85" descr="Upload with solid fill">
                  <a:extLst>
                    <a:ext uri="{FF2B5EF4-FFF2-40B4-BE49-F238E27FC236}">
                      <a16:creationId xmlns:a16="http://schemas.microsoft.com/office/drawing/2014/main" id="{A2E67BE8-F796-031E-91C5-2C233CF279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464210" y="6512823"/>
                  <a:ext cx="612000" cy="612000"/>
                </a:xfrm>
                <a:prstGeom prst="rect">
                  <a:avLst/>
                </a:prstGeom>
              </p:spPr>
            </p:pic>
          </p:grp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CDC247B-5737-9B33-56B7-4B0A06708336}"/>
                  </a:ext>
                </a:extLst>
              </p:cNvPr>
              <p:cNvSpPr txBox="1"/>
              <p:nvPr/>
            </p:nvSpPr>
            <p:spPr>
              <a:xfrm>
                <a:off x="13674474" y="4978354"/>
                <a:ext cx="2087312" cy="400110"/>
              </a:xfrm>
              <a:prstGeom prst="rect">
                <a:avLst/>
              </a:prstGeom>
              <a:solidFill>
                <a:schemeClr val="tx2"/>
              </a:solidFill>
            </p:spPr>
            <p:txBody>
              <a:bodyPr wrap="square" lIns="64294" tIns="32147" rIns="64294" bIns="32147" anchor="t">
                <a:spAutoFit/>
              </a:bodyPr>
              <a:lstStyle>
                <a:defPPr>
                  <a:defRPr lang="en-US"/>
                </a:defPPr>
                <a:lvl1pPr marL="0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44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289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433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577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723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2867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011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156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GB" sz="1406" dirty="0">
                    <a:solidFill>
                      <a:schemeClr val="bg1"/>
                    </a:solidFill>
                    <a:latin typeface="UGent Panno Text"/>
                  </a:rPr>
                  <a:t>VLAIO e-portal</a:t>
                </a:r>
              </a:p>
            </p:txBody>
          </p: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F70C6DBE-059E-0270-7563-BF82C4891A82}"/>
                  </a:ext>
                </a:extLst>
              </p:cNvPr>
              <p:cNvGrpSpPr/>
              <p:nvPr/>
            </p:nvGrpSpPr>
            <p:grpSpPr>
              <a:xfrm>
                <a:off x="15842416" y="4116566"/>
                <a:ext cx="612000" cy="612000"/>
                <a:chOff x="13351656" y="7676467"/>
                <a:chExt cx="707886" cy="707886"/>
              </a:xfrm>
            </p:grpSpPr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158C3DE2-23C8-5E01-7CB4-30C47D9E0482}"/>
                    </a:ext>
                  </a:extLst>
                </p:cNvPr>
                <p:cNvSpPr/>
                <p:nvPr/>
              </p:nvSpPr>
              <p:spPr>
                <a:xfrm>
                  <a:off x="13351656" y="7676467"/>
                  <a:ext cx="707886" cy="707886"/>
                </a:xfrm>
                <a:prstGeom prst="ellipse">
                  <a:avLst/>
                </a:prstGeom>
                <a:solidFill>
                  <a:schemeClr val="tx2"/>
                </a:solidFill>
                <a:ln w="31750">
                  <a:solidFill>
                    <a:srgbClr val="1E64C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144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289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433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577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5723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2867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011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156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GB" sz="1266" err="1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7" name="Graphic 6" descr="Email with solid fill">
                  <a:extLst>
                    <a:ext uri="{FF2B5EF4-FFF2-40B4-BE49-F238E27FC236}">
                      <a16:creationId xmlns:a16="http://schemas.microsoft.com/office/drawing/2014/main" id="{335E563D-D284-8B58-F000-79358A997E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435599" y="7760410"/>
                  <a:ext cx="540000" cy="540000"/>
                </a:xfrm>
                <a:prstGeom prst="rect">
                  <a:avLst/>
                </a:prstGeom>
              </p:spPr>
            </p:pic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ED356FB-AC0D-A9D7-49FA-F23C867837EC}"/>
                  </a:ext>
                </a:extLst>
              </p:cNvPr>
              <p:cNvSpPr txBox="1"/>
              <p:nvPr/>
            </p:nvSpPr>
            <p:spPr>
              <a:xfrm>
                <a:off x="13654614" y="4286167"/>
                <a:ext cx="2096366" cy="400110"/>
              </a:xfrm>
              <a:prstGeom prst="rect">
                <a:avLst/>
              </a:prstGeom>
              <a:solidFill>
                <a:schemeClr val="tx2"/>
              </a:solidFill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44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289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433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577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723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2867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011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156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GB" sz="1406">
                    <a:solidFill>
                      <a:schemeClr val="bg1"/>
                    </a:solidFill>
                    <a:latin typeface="UGent Panno Text" panose="02000506040000040003" pitchFamily="2" charset="0"/>
                  </a:rPr>
                  <a:t>dmp.admin@ugent.be</a:t>
                </a: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5907981-9B72-DBF8-D256-E11A35EBB188}"/>
                  </a:ext>
                </a:extLst>
              </p:cNvPr>
              <p:cNvGrpSpPr/>
              <p:nvPr/>
            </p:nvGrpSpPr>
            <p:grpSpPr>
              <a:xfrm>
                <a:off x="15816692" y="8552628"/>
                <a:ext cx="612000" cy="612000"/>
                <a:chOff x="13351656" y="7676467"/>
                <a:chExt cx="707886" cy="707886"/>
              </a:xfrm>
            </p:grpSpPr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4519EB45-746C-3083-5619-55DD3540338D}"/>
                    </a:ext>
                  </a:extLst>
                </p:cNvPr>
                <p:cNvSpPr/>
                <p:nvPr/>
              </p:nvSpPr>
              <p:spPr>
                <a:xfrm>
                  <a:off x="13351656" y="7676467"/>
                  <a:ext cx="707886" cy="707886"/>
                </a:xfrm>
                <a:prstGeom prst="ellipse">
                  <a:avLst/>
                </a:prstGeom>
                <a:solidFill>
                  <a:schemeClr val="tx2"/>
                </a:solidFill>
                <a:ln w="31750">
                  <a:solidFill>
                    <a:srgbClr val="1E64C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144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289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433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577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5723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2867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011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156" algn="l" defTabSz="914289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GB" sz="1266" err="1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6" name="Graphic 25" descr="Email with solid fill">
                  <a:extLst>
                    <a:ext uri="{FF2B5EF4-FFF2-40B4-BE49-F238E27FC236}">
                      <a16:creationId xmlns:a16="http://schemas.microsoft.com/office/drawing/2014/main" id="{253CDB20-5F5C-4BB8-D6FA-0E5923A0AF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435599" y="7760410"/>
                  <a:ext cx="540000" cy="540000"/>
                </a:xfrm>
                <a:prstGeom prst="rect">
                  <a:avLst/>
                </a:prstGeom>
              </p:spPr>
            </p:pic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77ED4D7-B265-7503-4C2E-5C5640815EF6}"/>
                  </a:ext>
                </a:extLst>
              </p:cNvPr>
              <p:cNvSpPr txBox="1"/>
              <p:nvPr/>
            </p:nvSpPr>
            <p:spPr>
              <a:xfrm>
                <a:off x="13627958" y="8706516"/>
                <a:ext cx="2096366" cy="400110"/>
              </a:xfrm>
              <a:prstGeom prst="rect">
                <a:avLst/>
              </a:prstGeom>
              <a:solidFill>
                <a:schemeClr val="tx2"/>
              </a:solidFill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44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289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433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577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723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2867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011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156" algn="l" defTabSz="914289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GB" sz="1406">
                    <a:solidFill>
                      <a:schemeClr val="bg1"/>
                    </a:solidFill>
                    <a:latin typeface="UGent Panno Text" panose="02000506040000040003" pitchFamily="2" charset="0"/>
                  </a:rPr>
                  <a:t>dmp.admin@ugent.be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D1E46CC-693B-45D5-D8A5-A054D9ABB074}"/>
                </a:ext>
              </a:extLst>
            </p:cNvPr>
            <p:cNvSpPr txBox="1"/>
            <p:nvPr/>
          </p:nvSpPr>
          <p:spPr>
            <a:xfrm>
              <a:off x="10254896" y="5728595"/>
              <a:ext cx="173463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44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89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3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7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72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6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011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156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406">
                  <a:solidFill>
                    <a:schemeClr val="tx2"/>
                  </a:solidFill>
                  <a:latin typeface="UGent Panno Text" panose="02000506040000040003" pitchFamily="2" charset="0"/>
                </a:rPr>
                <a:t>* Project DMP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CB3EC4B-DC69-3256-D1A7-26762D032F8F}"/>
                </a:ext>
              </a:extLst>
            </p:cNvPr>
            <p:cNvSpPr txBox="1"/>
            <p:nvPr/>
          </p:nvSpPr>
          <p:spPr>
            <a:xfrm>
              <a:off x="10260304" y="7030753"/>
              <a:ext cx="173463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44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89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3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7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723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67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011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156" algn="l" defTabSz="914289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406">
                  <a:solidFill>
                    <a:schemeClr val="tx2"/>
                  </a:solidFill>
                  <a:latin typeface="UGent Panno Text" panose="02000506040000040003" pitchFamily="2" charset="0"/>
                </a:rPr>
                <a:t>* Project DMP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C17CD238-2675-20B0-E373-5D3F3FDAB80B}"/>
              </a:ext>
            </a:extLst>
          </p:cNvPr>
          <p:cNvSpPr txBox="1"/>
          <p:nvPr/>
        </p:nvSpPr>
        <p:spPr>
          <a:xfrm>
            <a:off x="3951177" y="6537464"/>
            <a:ext cx="6093928" cy="3086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289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44" algn="l" defTabSz="914289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89" algn="l" defTabSz="914289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33" algn="l" defTabSz="914289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77" algn="l" defTabSz="914289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23" algn="l" defTabSz="914289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67" algn="l" defTabSz="914289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11" algn="l" defTabSz="914289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56" algn="l" defTabSz="914289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6" dirty="0">
                <a:latin typeface="UGent Panno Text" panose="02000506040000040003" pitchFamily="2" charset="0"/>
                <a:hlinkClick r:id="rId15"/>
              </a:rPr>
              <a:t>https://onderzoektips.ugent.be/en/tips/00002193/</a:t>
            </a:r>
            <a:r>
              <a:rPr lang="en-US" sz="1406" dirty="0">
                <a:latin typeface="UGent Panno Text" panose="02000506040000040003" pitchFamily="2" charset="0"/>
              </a:rPr>
              <a:t> </a:t>
            </a:r>
          </a:p>
        </p:txBody>
      </p:sp>
      <p:pic>
        <p:nvPicPr>
          <p:cNvPr id="40" name="Graphic 39" descr="Checkbox Crossed with solid fill">
            <a:extLst>
              <a:ext uri="{FF2B5EF4-FFF2-40B4-BE49-F238E27FC236}">
                <a16:creationId xmlns:a16="http://schemas.microsoft.com/office/drawing/2014/main" id="{EC4391BA-1A0C-DA60-466E-4C431372E9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20292" y="4844801"/>
            <a:ext cx="506250" cy="50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39758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22D1F-CD34-45AB-1C50-3AC8691B0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53C4-764C-ACED-310C-A754511AC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Aspects of a DMP</a:t>
            </a:r>
            <a:endParaRPr lang="en-B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98E14F-B288-F57B-E30C-06C3F5D8A2A1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941234761"/>
              </p:ext>
            </p:extLst>
          </p:nvPr>
        </p:nvGraphicFramePr>
        <p:xfrm>
          <a:off x="792163" y="1656081"/>
          <a:ext cx="6840000" cy="4890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0005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7CF18-59AF-EE2F-0CAA-D897E645E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6486A-A8AC-B912-C221-851C45FD4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Aspects of a DMP</a:t>
            </a:r>
            <a:endParaRPr lang="en-B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CD6D77-509C-0216-4E8A-D94A988995C8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591695386"/>
              </p:ext>
            </p:extLst>
          </p:nvPr>
        </p:nvGraphicFramePr>
        <p:xfrm>
          <a:off x="792163" y="1656081"/>
          <a:ext cx="6840000" cy="4890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800A711-AACC-1AB3-E846-C2AD94B0323B}"/>
              </a:ext>
            </a:extLst>
          </p:cNvPr>
          <p:cNvSpPr txBox="1">
            <a:spLocks/>
          </p:cNvSpPr>
          <p:nvPr/>
        </p:nvSpPr>
        <p:spPr>
          <a:xfrm>
            <a:off x="7632162" y="1941197"/>
            <a:ext cx="4190491" cy="46056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List and describe all datasets or research materials that you plan to generate/collect or reuse during your research project. </a:t>
            </a:r>
          </a:p>
          <a:p>
            <a:r>
              <a:rPr lang="en-US" dirty="0"/>
              <a:t>If you reuse existing data, please specify the source, preferably by using a persistent identifier (e.g. DOI, Handle, URL etc.) per dataset or data type</a:t>
            </a:r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172504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1306A-37D7-CF52-7927-03F2B56AC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6FE62-83C4-8228-6FA5-850D1CD0F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Aspects of a DMP</a:t>
            </a:r>
            <a:endParaRPr lang="en-B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6D9B45-43B7-06EB-3E1E-22039C370680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4173684563"/>
              </p:ext>
            </p:extLst>
          </p:nvPr>
        </p:nvGraphicFramePr>
        <p:xfrm>
          <a:off x="792163" y="1656081"/>
          <a:ext cx="6840000" cy="4890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9F96A9B6-6395-3B99-D5A2-0941323E0B30}"/>
              </a:ext>
            </a:extLst>
          </p:cNvPr>
          <p:cNvSpPr txBox="1">
            <a:spLocks/>
          </p:cNvSpPr>
          <p:nvPr/>
        </p:nvSpPr>
        <p:spPr>
          <a:xfrm>
            <a:off x="7632162" y="1941197"/>
            <a:ext cx="4417598" cy="46056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Take into account the diversity in data types: </a:t>
            </a:r>
          </a:p>
          <a:p>
            <a:pPr lvl="0">
              <a:spcBef>
                <a:spcPts val="0"/>
              </a:spcBef>
            </a:pPr>
            <a:r>
              <a:rPr lang="nl-BE" dirty="0"/>
              <a:t>Survey</a:t>
            </a:r>
            <a:endParaRPr lang="en-US" dirty="0"/>
          </a:p>
          <a:p>
            <a:pPr lvl="0">
              <a:spcBef>
                <a:spcPts val="0"/>
              </a:spcBef>
            </a:pPr>
            <a:r>
              <a:rPr lang="nl-BE" dirty="0" err="1"/>
              <a:t>Measurement</a:t>
            </a:r>
            <a:endParaRPr lang="en-US" dirty="0"/>
          </a:p>
          <a:p>
            <a:pPr lvl="0">
              <a:spcBef>
                <a:spcPts val="0"/>
              </a:spcBef>
            </a:pPr>
            <a:r>
              <a:rPr lang="nl-BE" dirty="0" err="1"/>
              <a:t>Observation</a:t>
            </a:r>
            <a:endParaRPr lang="en-US" dirty="0"/>
          </a:p>
          <a:p>
            <a:pPr lvl="0">
              <a:spcBef>
                <a:spcPts val="0"/>
              </a:spcBef>
            </a:pPr>
            <a:r>
              <a:rPr lang="nl-BE" dirty="0"/>
              <a:t>Code</a:t>
            </a:r>
            <a:endParaRPr lang="en-US" dirty="0"/>
          </a:p>
          <a:p>
            <a:pPr lvl="0">
              <a:spcBef>
                <a:spcPts val="0"/>
              </a:spcBef>
            </a:pPr>
            <a:r>
              <a:rPr lang="nl-BE" dirty="0"/>
              <a:t>Image</a:t>
            </a:r>
            <a:endParaRPr lang="en-US" dirty="0"/>
          </a:p>
          <a:p>
            <a:pPr lvl="0">
              <a:spcBef>
                <a:spcPts val="0"/>
              </a:spcBef>
            </a:pPr>
            <a:r>
              <a:rPr lang="nl-BE" dirty="0"/>
              <a:t>Document</a:t>
            </a:r>
            <a:endParaRPr lang="en-US" dirty="0"/>
          </a:p>
          <a:p>
            <a:pPr lvl="0">
              <a:spcBef>
                <a:spcPts val="0"/>
              </a:spcBef>
            </a:pPr>
            <a:r>
              <a:rPr lang="nl-BE" dirty="0" err="1"/>
              <a:t>Visualisation</a:t>
            </a:r>
            <a:endParaRPr lang="en-US" dirty="0"/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599929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B9C34-A77F-ECD2-71B8-9DF3E461B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EF983-D65A-A413-94A9-1D8B9D64C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Aspects of a DMP</a:t>
            </a:r>
            <a:endParaRPr lang="en-B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EC91BBE-D2D1-7AAF-FD91-09C6A03E798B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839505059"/>
              </p:ext>
            </p:extLst>
          </p:nvPr>
        </p:nvGraphicFramePr>
        <p:xfrm>
          <a:off x="792163" y="1656081"/>
          <a:ext cx="6840000" cy="4890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D0538C48-E77F-C2C1-B355-C0884D0F8D01}"/>
              </a:ext>
            </a:extLst>
          </p:cNvPr>
          <p:cNvSpPr txBox="1">
            <a:spLocks/>
          </p:cNvSpPr>
          <p:nvPr/>
        </p:nvSpPr>
        <p:spPr>
          <a:xfrm>
            <a:off x="7632162" y="1941197"/>
            <a:ext cx="4190491" cy="46056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Only provide answers relating to </a:t>
            </a:r>
            <a:r>
              <a:rPr lang="en-US" u="sng" dirty="0"/>
              <a:t>research data</a:t>
            </a:r>
            <a:r>
              <a:rPr lang="en-US" dirty="0"/>
              <a:t>, not publications! </a:t>
            </a:r>
          </a:p>
          <a:p>
            <a:r>
              <a:rPr lang="en-US" dirty="0"/>
              <a:t>Clear distinction between re-used and new data.</a:t>
            </a:r>
          </a:p>
          <a:p>
            <a:r>
              <a:rPr lang="en-US" dirty="0">
                <a:solidFill>
                  <a:srgbClr val="1E64C8"/>
                </a:solidFill>
              </a:rPr>
              <a:t>Break down and list your data types </a:t>
            </a:r>
            <a:r>
              <a:rPr lang="en-US" dirty="0"/>
              <a:t>conveniently: e.g. by technique, by purpose, by research phase.</a:t>
            </a:r>
          </a:p>
          <a:p>
            <a:r>
              <a:rPr lang="en-US" dirty="0">
                <a:solidFill>
                  <a:srgbClr val="1E64C8"/>
                </a:solidFill>
              </a:rPr>
              <a:t>Provide enough details for outsiders </a:t>
            </a:r>
            <a:r>
              <a:rPr lang="en-US" dirty="0"/>
              <a:t>to understand the sort of data involved</a:t>
            </a:r>
          </a:p>
        </p:txBody>
      </p:sp>
    </p:spTree>
    <p:extLst>
      <p:ext uri="{BB962C8B-B14F-4D97-AF65-F5344CB8AC3E}">
        <p14:creationId xmlns:p14="http://schemas.microsoft.com/office/powerpoint/2010/main" val="2760366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DF6B0-7A70-29BF-A39D-A0D0ABCAC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C61FF-4D6E-0A64-1AB5-B9FBF13F1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Aspects of a DMP</a:t>
            </a:r>
            <a:endParaRPr lang="en-B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4FFA0FD-5A57-E275-0B42-C41AAC69BF53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638097718"/>
              </p:ext>
            </p:extLst>
          </p:nvPr>
        </p:nvGraphicFramePr>
        <p:xfrm>
          <a:off x="792163" y="1656081"/>
          <a:ext cx="6840000" cy="4890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427D758F-9425-5298-B5FF-4E83BBFDFE71}"/>
              </a:ext>
            </a:extLst>
          </p:cNvPr>
          <p:cNvSpPr txBox="1">
            <a:spLocks/>
          </p:cNvSpPr>
          <p:nvPr/>
        </p:nvSpPr>
        <p:spPr>
          <a:xfrm>
            <a:off x="7632162" y="1941197"/>
            <a:ext cx="4190491" cy="46056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</a:pPr>
            <a:r>
              <a:rPr lang="en-US" dirty="0"/>
              <a:t>Will you process personal data? </a:t>
            </a:r>
            <a:br>
              <a:rPr lang="en-US" dirty="0"/>
            </a:br>
            <a:r>
              <a:rPr lang="en-US" dirty="0"/>
              <a:t>If so, briefly describe the kind of personal data you will use in the comment section. </a:t>
            </a:r>
          </a:p>
          <a:p>
            <a:pPr lvl="0">
              <a:lnSpc>
                <a:spcPct val="100000"/>
              </a:lnSpc>
            </a:pPr>
            <a:r>
              <a:rPr lang="en-US" dirty="0"/>
              <a:t>Are there any ethical issues concerning the creation and/or use of the data (e.g. experiments on humans or animals, dual use)?</a:t>
            </a:r>
          </a:p>
        </p:txBody>
      </p:sp>
    </p:spTree>
    <p:extLst>
      <p:ext uri="{BB962C8B-B14F-4D97-AF65-F5344CB8AC3E}">
        <p14:creationId xmlns:p14="http://schemas.microsoft.com/office/powerpoint/2010/main" val="1818115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18B99-C747-EB1D-0CA3-A0EFDBE0B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E6323-20D1-89DE-47E9-8089851F2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Aspects of a DMP</a:t>
            </a:r>
            <a:endParaRPr lang="en-B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B2CDA6-0113-C609-86BB-4BA7E0A53E41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850009567"/>
              </p:ext>
            </p:extLst>
          </p:nvPr>
        </p:nvGraphicFramePr>
        <p:xfrm>
          <a:off x="792163" y="1656081"/>
          <a:ext cx="6840000" cy="4890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E7D3016D-096B-5881-FF5B-A81D2F36597E}"/>
              </a:ext>
            </a:extLst>
          </p:cNvPr>
          <p:cNvSpPr txBox="1">
            <a:spLocks/>
          </p:cNvSpPr>
          <p:nvPr/>
        </p:nvSpPr>
        <p:spPr>
          <a:xfrm>
            <a:off x="7632162" y="1941197"/>
            <a:ext cx="4190491" cy="46056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</a:pPr>
            <a:r>
              <a:rPr lang="en-US" dirty="0"/>
              <a:t>Does your work have potential for commercial valorization (e.g. tech transfer, for example spin-offs, commercial exploitation, …)? </a:t>
            </a:r>
          </a:p>
          <a:p>
            <a:pPr lvl="0">
              <a:lnSpc>
                <a:spcPct val="100000"/>
              </a:lnSpc>
            </a:pPr>
            <a:r>
              <a:rPr lang="en-US" dirty="0"/>
              <a:t>Do existing 3rd party agreements restrict dissemination or exploitation of the data you (re)use? </a:t>
            </a:r>
          </a:p>
          <a:p>
            <a:pPr lvl="0">
              <a:lnSpc>
                <a:spcPct val="100000"/>
              </a:lnSpc>
            </a:pPr>
            <a:r>
              <a:rPr lang="en-US" dirty="0"/>
              <a:t>Are there any other legal issues, such as intellectual property rights and ownership, to be managed related to the data you (re)use? </a:t>
            </a:r>
          </a:p>
        </p:txBody>
      </p:sp>
    </p:spTree>
    <p:extLst>
      <p:ext uri="{BB962C8B-B14F-4D97-AF65-F5344CB8AC3E}">
        <p14:creationId xmlns:p14="http://schemas.microsoft.com/office/powerpoint/2010/main" val="3450198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07ED6-6CE0-DE36-2185-6D733ED58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6B6A7-B929-CD54-F761-E9E17C065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Aspects of a DMP</a:t>
            </a:r>
            <a:endParaRPr lang="en-B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779D43-81F3-63E8-A376-FAB7E7AA2A5C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971746956"/>
              </p:ext>
            </p:extLst>
          </p:nvPr>
        </p:nvGraphicFramePr>
        <p:xfrm>
          <a:off x="792163" y="1656081"/>
          <a:ext cx="6840000" cy="4890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DAE17284-E32E-F6E2-E411-6F752ED7518C}"/>
              </a:ext>
            </a:extLst>
          </p:cNvPr>
          <p:cNvSpPr txBox="1">
            <a:spLocks/>
          </p:cNvSpPr>
          <p:nvPr/>
        </p:nvSpPr>
        <p:spPr>
          <a:xfrm>
            <a:off x="7632162" y="1941197"/>
            <a:ext cx="4190491" cy="46056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</a:pPr>
            <a:r>
              <a:rPr lang="en-GB" dirty="0">
                <a:latin typeface="Trebuchet MS" panose="020B0603020202020204" pitchFamily="34" charset="0"/>
              </a:rPr>
              <a:t>What approach will be followed to capture the accompanying information necessary to keep data understandable and usable, for yourself and others, now and in the future.</a:t>
            </a:r>
            <a:endParaRPr lang="en-US" dirty="0">
              <a:latin typeface="Trebuchet MS" panose="020B0603020202020204" pitchFamily="34" charset="0"/>
            </a:endParaRPr>
          </a:p>
          <a:p>
            <a:pPr lvl="0">
              <a:lnSpc>
                <a:spcPct val="100000"/>
              </a:lnSpc>
            </a:pPr>
            <a:r>
              <a:rPr lang="en-GB" dirty="0">
                <a:latin typeface="Trebuchet MS" panose="020B0603020202020204" pitchFamily="34" charset="0"/>
              </a:rPr>
              <a:t>Will a metadata standard be used to make it easier to find and reuse the data? </a:t>
            </a:r>
            <a:endParaRPr lang="en-US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18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E7DF2-66B4-9511-40FC-EBCC53308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48A57-6F15-DE4F-7C4C-7698EBB5C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Aspects of a DMP</a:t>
            </a:r>
            <a:endParaRPr lang="en-B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A3DAAA-2479-7F6E-1814-129FF5B210E0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375832803"/>
              </p:ext>
            </p:extLst>
          </p:nvPr>
        </p:nvGraphicFramePr>
        <p:xfrm>
          <a:off x="792163" y="1656081"/>
          <a:ext cx="6840000" cy="4890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3B2A6828-2AD3-2F64-C913-DF1267391434}"/>
              </a:ext>
            </a:extLst>
          </p:cNvPr>
          <p:cNvSpPr txBox="1">
            <a:spLocks/>
          </p:cNvSpPr>
          <p:nvPr/>
        </p:nvSpPr>
        <p:spPr>
          <a:xfrm>
            <a:off x="7632162" y="1941197"/>
            <a:ext cx="4190491" cy="46056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Where will data be stored? </a:t>
            </a:r>
          </a:p>
          <a:p>
            <a:r>
              <a:rPr lang="en-US" dirty="0"/>
              <a:t>How will the data be backed up?</a:t>
            </a:r>
          </a:p>
          <a:p>
            <a:r>
              <a:rPr lang="en-US" dirty="0"/>
              <a:t>How will you ensure that the data are securely stored and not accessed or modified by </a:t>
            </a:r>
            <a:r>
              <a:rPr lang="en-US" dirty="0" err="1"/>
              <a:t>unauthorised</a:t>
            </a:r>
            <a:r>
              <a:rPr lang="en-US" dirty="0"/>
              <a:t> persons? </a:t>
            </a:r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61133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631CF-4ABD-FCF7-F354-29B436F5A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FCB8B-FE66-28D3-B31C-55D8B7D75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Aspects of a DMP</a:t>
            </a:r>
            <a:endParaRPr lang="en-B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55F6B9-E25C-5434-A77B-5B5BF3C28B86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047042192"/>
              </p:ext>
            </p:extLst>
          </p:nvPr>
        </p:nvGraphicFramePr>
        <p:xfrm>
          <a:off x="792163" y="1656081"/>
          <a:ext cx="6840000" cy="4890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C5B9ED99-72C2-5639-0139-F759B424AE6F}"/>
              </a:ext>
            </a:extLst>
          </p:cNvPr>
          <p:cNvSpPr txBox="1">
            <a:spLocks/>
          </p:cNvSpPr>
          <p:nvPr/>
        </p:nvSpPr>
        <p:spPr>
          <a:xfrm>
            <a:off x="7632162" y="1941197"/>
            <a:ext cx="4190491" cy="46056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Who will manage data documentation and metadata during the research project?</a:t>
            </a:r>
          </a:p>
          <a:p>
            <a:r>
              <a:rPr lang="en-US" dirty="0"/>
              <a:t>Who will manage data storage and backup during the research project?</a:t>
            </a:r>
          </a:p>
          <a:p>
            <a:r>
              <a:rPr lang="en-US" dirty="0"/>
              <a:t>Who will manage data preservation and sharing?</a:t>
            </a:r>
          </a:p>
          <a:p>
            <a:r>
              <a:rPr lang="en-US" dirty="0"/>
              <a:t>Who will update and implement this DMP?</a:t>
            </a:r>
          </a:p>
        </p:txBody>
      </p:sp>
    </p:spTree>
    <p:extLst>
      <p:ext uri="{BB962C8B-B14F-4D97-AF65-F5344CB8AC3E}">
        <p14:creationId xmlns:p14="http://schemas.microsoft.com/office/powerpoint/2010/main" val="1474940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28C91-573D-18AF-4E37-BF6748D12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D001E-3988-31C7-6583-88CD9C258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Aspects of a DMP</a:t>
            </a:r>
            <a:endParaRPr lang="en-B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A62B7F1-97A7-D0FA-7674-8F5EC8A6EC08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536962776"/>
              </p:ext>
            </p:extLst>
          </p:nvPr>
        </p:nvGraphicFramePr>
        <p:xfrm>
          <a:off x="792163" y="1656081"/>
          <a:ext cx="6840000" cy="4890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0B9E4CB8-AA44-2C36-E92E-9720C6AE850E}"/>
              </a:ext>
            </a:extLst>
          </p:cNvPr>
          <p:cNvSpPr txBox="1">
            <a:spLocks/>
          </p:cNvSpPr>
          <p:nvPr/>
        </p:nvSpPr>
        <p:spPr>
          <a:xfrm>
            <a:off x="7632162" y="1941197"/>
            <a:ext cx="4190491" cy="46056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Will the data (or part of the data) be made available for reuse after/during the project?  </a:t>
            </a:r>
          </a:p>
          <a:p>
            <a:r>
              <a:rPr lang="en-US" dirty="0"/>
              <a:t>If access is restricted, please specify who will be able to access the data and under what conditions.</a:t>
            </a:r>
          </a:p>
          <a:p>
            <a:r>
              <a:rPr lang="en-US" dirty="0"/>
              <a:t>Are there any factors that restrict or prevent the sharing of (some of) the data (e.g. as defined in an agreement with a 3rd party, legal restrictions)? </a:t>
            </a:r>
          </a:p>
        </p:txBody>
      </p:sp>
    </p:spTree>
    <p:extLst>
      <p:ext uri="{BB962C8B-B14F-4D97-AF65-F5344CB8AC3E}">
        <p14:creationId xmlns:p14="http://schemas.microsoft.com/office/powerpoint/2010/main" val="1999355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21CE3-B41B-8A44-3A1E-02130436B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A9207-CD31-6360-8AB2-B3637A502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Aspects of a DMP</a:t>
            </a:r>
            <a:endParaRPr lang="en-B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DED7852-E030-119B-71D1-0F500315CE89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670757642"/>
              </p:ext>
            </p:extLst>
          </p:nvPr>
        </p:nvGraphicFramePr>
        <p:xfrm>
          <a:off x="792163" y="1656081"/>
          <a:ext cx="6840000" cy="4890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2A7EC6CA-DE3B-C826-8B74-DD255D57C7CB}"/>
              </a:ext>
            </a:extLst>
          </p:cNvPr>
          <p:cNvSpPr txBox="1">
            <a:spLocks/>
          </p:cNvSpPr>
          <p:nvPr/>
        </p:nvSpPr>
        <p:spPr>
          <a:xfrm>
            <a:off x="7632162" y="1941197"/>
            <a:ext cx="4190491" cy="46056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Where will data be stored? </a:t>
            </a:r>
          </a:p>
          <a:p>
            <a:r>
              <a:rPr lang="en-US" dirty="0"/>
              <a:t>How will the data be backed up?</a:t>
            </a:r>
          </a:p>
          <a:p>
            <a:r>
              <a:rPr lang="en-US" dirty="0"/>
              <a:t>Is there sufficient storage &amp; backup capacity during the project? </a:t>
            </a:r>
          </a:p>
          <a:p>
            <a:r>
              <a:rPr lang="en-US" dirty="0"/>
              <a:t>What are the expected costs for data storage &amp; backup during the project? How will these costs be covered? </a:t>
            </a:r>
          </a:p>
          <a:p>
            <a:r>
              <a:rPr lang="en-US" dirty="0"/>
              <a:t>How will you ensure that the data are securely stored and not accessed or modified by </a:t>
            </a:r>
            <a:r>
              <a:rPr lang="en-US" dirty="0" err="1"/>
              <a:t>unauthorised</a:t>
            </a:r>
            <a:r>
              <a:rPr lang="en-US" dirty="0"/>
              <a:t> persons? </a:t>
            </a:r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112315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11FD9-9CF4-AF15-391E-A4435DC4C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BF4F2-A971-D814-342C-DED41FC55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Aspects of a DMP</a:t>
            </a:r>
            <a:endParaRPr lang="en-B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7E9463A-BADF-7797-563B-F6C30675F8DF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659597599"/>
              </p:ext>
            </p:extLst>
          </p:nvPr>
        </p:nvGraphicFramePr>
        <p:xfrm>
          <a:off x="792163" y="1656081"/>
          <a:ext cx="6840000" cy="4890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03153B88-874C-60F5-DF67-F6A3B1ACE6BE}"/>
              </a:ext>
            </a:extLst>
          </p:cNvPr>
          <p:cNvSpPr txBox="1">
            <a:spLocks/>
          </p:cNvSpPr>
          <p:nvPr/>
        </p:nvSpPr>
        <p:spPr>
          <a:xfrm>
            <a:off x="7632162" y="1941197"/>
            <a:ext cx="4190491" cy="46056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Which data will be retained for the expected 5-year period after the end of the project? In case some data cannot be preserved, clearly state the reasons for this.</a:t>
            </a:r>
          </a:p>
          <a:p>
            <a:pPr lvl="1"/>
            <a:r>
              <a:rPr lang="en-US" dirty="0"/>
              <a:t>Other terms apply to Clinical trials, patient records, ‘experiments’, …</a:t>
            </a:r>
          </a:p>
          <a:p>
            <a:r>
              <a:rPr lang="en-US" dirty="0"/>
              <a:t>Where will these data be archived (= stored and curated for the long term)? </a:t>
            </a:r>
          </a:p>
        </p:txBody>
      </p:sp>
    </p:spTree>
    <p:extLst>
      <p:ext uri="{BB962C8B-B14F-4D97-AF65-F5344CB8AC3E}">
        <p14:creationId xmlns:p14="http://schemas.microsoft.com/office/powerpoint/2010/main" val="1557145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6C18D-350C-5EC3-23C8-08D7ECA13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41602-A74F-FB41-37C9-E2CABB315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Aspects of a DMP</a:t>
            </a:r>
            <a:endParaRPr lang="en-B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C5E2BE7-6CFD-6E46-94D3-DFAE01B40894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54115885"/>
              </p:ext>
            </p:extLst>
          </p:nvPr>
        </p:nvGraphicFramePr>
        <p:xfrm>
          <a:off x="792163" y="1656081"/>
          <a:ext cx="6840000" cy="4890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018E3CBE-56D5-58D5-A468-4D9DBB611D7A}"/>
              </a:ext>
            </a:extLst>
          </p:cNvPr>
          <p:cNvSpPr/>
          <p:nvPr/>
        </p:nvSpPr>
        <p:spPr>
          <a:xfrm>
            <a:off x="2702560" y="2783840"/>
            <a:ext cx="3058160" cy="3007360"/>
          </a:xfrm>
          <a:prstGeom prst="ellipse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26B716-976C-7291-C673-767574A68159}"/>
              </a:ext>
            </a:extLst>
          </p:cNvPr>
          <p:cNvSpPr txBox="1"/>
          <p:nvPr/>
        </p:nvSpPr>
        <p:spPr>
          <a:xfrm rot="1756844">
            <a:off x="4796637" y="2522230"/>
            <a:ext cx="893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</a:rPr>
              <a:t>DMP</a:t>
            </a:r>
            <a:endParaRPr lang="en-BE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3423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DCD193B-CB9C-9614-B559-A7C1416BED73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792000" y="1370911"/>
            <a:ext cx="10608000" cy="361771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DF155F-6822-4099-B4C9-CAF7D23F1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10608000" cy="715072"/>
          </a:xfrm>
        </p:spPr>
        <p:txBody>
          <a:bodyPr anchor="ctr">
            <a:normAutofit/>
          </a:bodyPr>
          <a:lstStyle/>
          <a:p>
            <a:r>
              <a:rPr lang="nl-BE"/>
              <a:t>DMP tips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01EBA-8AE2-4CB3-919B-EF3CD55709F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>
              <a:spcAft>
                <a:spcPts val="600"/>
              </a:spcAft>
            </a:pPr>
            <a:fld id="{7AE184E0-0BD4-4705-A12B-9B71DDE63301}" type="slidenum">
              <a:rPr lang="en-GB" smtClean="0"/>
              <a:pPr>
                <a:spcAft>
                  <a:spcPts val="600"/>
                </a:spcAft>
              </a:pPr>
              <a:t>24</a:t>
            </a:fld>
            <a:endParaRPr lang="en-GB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6DAB32F-727E-FB53-0978-D80AD617962F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539296202"/>
              </p:ext>
            </p:extLst>
          </p:nvPr>
        </p:nvGraphicFramePr>
        <p:xfrm>
          <a:off x="792000" y="1941197"/>
          <a:ext cx="10608000" cy="46056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12699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85DA0-ADF7-4C06-BD38-D8C025DA9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latin typeface="UGent Panno Text" panose="02000506040000040003" pitchFamily="2" charset="0"/>
              </a:rPr>
              <a:t>DMP Templates </a:t>
            </a:r>
            <a:r>
              <a:rPr lang="nl-BE" dirty="0" err="1">
                <a:latin typeface="UGent Panno Text" panose="02000506040000040003" pitchFamily="2" charset="0"/>
              </a:rPr>
              <a:t>and</a:t>
            </a:r>
            <a:r>
              <a:rPr lang="nl-BE" dirty="0">
                <a:latin typeface="UGent Panno Text" panose="02000506040000040003" pitchFamily="2" charset="0"/>
              </a:rPr>
              <a:t> Software</a:t>
            </a:r>
            <a:endParaRPr lang="en-GB" dirty="0">
              <a:latin typeface="UGent Panno Text" panose="02000506040000040003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B57397-C096-545E-DDEE-440F2F6850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506584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387150F-2C74-6DB5-9A7F-F975371E77A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791999" y="1382389"/>
            <a:ext cx="10365996" cy="434836"/>
          </a:xfrm>
        </p:spPr>
        <p:txBody>
          <a:bodyPr/>
          <a:lstStyle/>
          <a:p>
            <a:r>
              <a:rPr lang="en-US" dirty="0"/>
              <a:t>Do I need to remember all this when writing a DMP? </a:t>
            </a:r>
            <a:endParaRPr lang="en-BE" dirty="0"/>
          </a:p>
        </p:txBody>
      </p:sp>
      <p:pic>
        <p:nvPicPr>
          <p:cNvPr id="5" name="Content Placeholder 4" descr="Sticky notes on a wall">
            <a:extLst>
              <a:ext uri="{FF2B5EF4-FFF2-40B4-BE49-F238E27FC236}">
                <a16:creationId xmlns:a16="http://schemas.microsoft.com/office/drawing/2014/main" id="{D5458413-6A3C-2D34-08A2-E73DEE690A5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92163" y="2487177"/>
            <a:ext cx="5040312" cy="3514008"/>
          </a:xfrm>
          <a:noFill/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CA045DD-8D60-893A-F742-CB18CC2412D7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360002" y="2487177"/>
            <a:ext cx="5040000" cy="4059706"/>
          </a:xfrm>
        </p:spPr>
        <p:txBody>
          <a:bodyPr/>
          <a:lstStyle/>
          <a:p>
            <a:r>
              <a:rPr lang="en-US" dirty="0"/>
              <a:t>DMPs cover many aspects — from data collection to sharing and preservation.</a:t>
            </a:r>
          </a:p>
          <a:p>
            <a:r>
              <a:rPr lang="en-US" dirty="0"/>
              <a:t>Luckily, you don’t need to memorize everything!</a:t>
            </a:r>
          </a:p>
          <a:p>
            <a:r>
              <a:rPr lang="en-US" dirty="0"/>
              <a:t>Tools like DMPonline.be and DSW guide you step-by-step.</a:t>
            </a:r>
          </a:p>
          <a:p>
            <a:r>
              <a:rPr lang="en-US" dirty="0"/>
              <a:t>These platforms use the FOSB template, designed for Belgian funders and institutions.</a:t>
            </a:r>
            <a:endParaRPr lang="en-BE" dirty="0"/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9FC816A7-4331-AAF3-60CD-7DD8B39DD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start creating your DMP?</a:t>
            </a:r>
          </a:p>
        </p:txBody>
      </p:sp>
    </p:spTree>
    <p:extLst>
      <p:ext uri="{BB962C8B-B14F-4D97-AF65-F5344CB8AC3E}">
        <p14:creationId xmlns:p14="http://schemas.microsoft.com/office/powerpoint/2010/main" val="3813909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7F4626-AC28-49DD-5E37-638E2AB184B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Developed by the</a:t>
            </a:r>
            <a:r>
              <a:rPr lang="en-US" dirty="0"/>
              <a:t> Flemish Open Science Board (FOSB)</a:t>
            </a:r>
            <a:r>
              <a:rPr lang="en-GB" dirty="0"/>
              <a:t> in collaboration with Flemish universities and research organizations.</a:t>
            </a:r>
          </a:p>
          <a:p>
            <a:r>
              <a:rPr lang="en-GB" dirty="0"/>
              <a:t>Aims to standardize DMP requirements across Belgian funders (e.g. FWO, BELSPO, VLAIO).</a:t>
            </a:r>
          </a:p>
          <a:p>
            <a:r>
              <a:rPr lang="en-GB" dirty="0"/>
              <a:t>Based on FAIR principles and aligned with Science Europe guidelines.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596803-228C-E4F4-E464-A95D83AAEFD5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US" dirty="0"/>
              <a:t>A unified approach to DMPs in Flanders</a:t>
            </a:r>
            <a:endParaRPr lang="en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267F494-FB7B-D8CB-0618-96572FAC4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FOSB DMP template</a:t>
            </a:r>
            <a:endParaRPr lang="en-B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4A26B6-12F2-D2B1-260A-F8138AE71E8F}"/>
              </a:ext>
            </a:extLst>
          </p:cNvPr>
          <p:cNvSpPr txBox="1"/>
          <p:nvPr/>
        </p:nvSpPr>
        <p:spPr>
          <a:xfrm>
            <a:off x="974407" y="5715886"/>
            <a:ext cx="8463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hlinkClick r:id="rId2"/>
              </a:rPr>
              <a:t>https://www.frdn.be/topics/flemish-data-management-plan/</a:t>
            </a:r>
            <a:r>
              <a:rPr lang="en-GB" sz="1200" dirty="0"/>
              <a:t> </a:t>
            </a:r>
          </a:p>
          <a:p>
            <a:r>
              <a:rPr lang="en-US" sz="1200" dirty="0">
                <a:solidFill>
                  <a:srgbClr val="00205F">
                    <a:alpha val="85000"/>
                  </a:srgbClr>
                </a:solidFill>
              </a:rPr>
              <a:t>Flemish Data Management Plan (DMP) template:	</a:t>
            </a:r>
            <a:r>
              <a:rPr lang="en-GB" sz="1200" dirty="0">
                <a:hlinkClick r:id="rId3"/>
              </a:rPr>
              <a:t>https://zenodo.org/records/17025558</a:t>
            </a:r>
            <a:endParaRPr lang="en-GB" sz="1200" dirty="0"/>
          </a:p>
          <a:p>
            <a:r>
              <a:rPr lang="en-US" sz="1200" dirty="0">
                <a:solidFill>
                  <a:srgbClr val="00205F">
                    <a:alpha val="85000"/>
                  </a:srgbClr>
                </a:solidFill>
              </a:rPr>
              <a:t>Glossary for the Flemish DMP template:		</a:t>
            </a:r>
            <a:r>
              <a:rPr lang="en-GB" sz="1200" dirty="0">
                <a:hlinkClick r:id="rId4"/>
              </a:rPr>
              <a:t>https://zenodo.org/records/16918375</a:t>
            </a:r>
            <a:r>
              <a:rPr lang="en-GB" sz="1200" dirty="0"/>
              <a:t> </a:t>
            </a:r>
          </a:p>
          <a:p>
            <a:endParaRPr lang="en-BE" sz="1200" dirty="0"/>
          </a:p>
        </p:txBody>
      </p:sp>
      <p:pic>
        <p:nvPicPr>
          <p:cNvPr id="9" name="Graphic 8" descr="Link with solid fill">
            <a:extLst>
              <a:ext uri="{FF2B5EF4-FFF2-40B4-BE49-F238E27FC236}">
                <a16:creationId xmlns:a16="http://schemas.microsoft.com/office/drawing/2014/main" id="{F126B1E0-7648-0FEF-56E7-1AB8191DA2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197" y="5831840"/>
            <a:ext cx="484210" cy="484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966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BC59F-3895-3DE8-7282-853087A5A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962B0F-C256-BDA8-4F35-29C3001C321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Composed of the same sections we just discussed: data description, responsibilities, preservation, etc.</a:t>
            </a:r>
          </a:p>
          <a:p>
            <a:r>
              <a:rPr lang="en-US" dirty="0"/>
              <a:t>Each section contains specific questions to guide your thinking.</a:t>
            </a:r>
          </a:p>
          <a:p>
            <a:r>
              <a:rPr lang="en-US" dirty="0"/>
              <a:t>Every question includes detailed guidance: what is expected, examples, and links.</a:t>
            </a:r>
          </a:p>
          <a:p>
            <a:r>
              <a:rPr lang="en-US" dirty="0"/>
              <a:t>Unsure about terminology? Check the Glossary included with the template.</a:t>
            </a:r>
          </a:p>
          <a:p>
            <a:r>
              <a:rPr lang="en-US" dirty="0"/>
              <a:t>Available in both DMPonline.be and DSW, with similar structure.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BBE911-4036-5C44-9815-0FB70A686016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US" dirty="0"/>
              <a:t>A unified approach to DMPs in Flanders</a:t>
            </a:r>
            <a:endParaRPr lang="en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E5227D-12DC-50B4-3618-0F5E5342E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FOSB DMP template</a:t>
            </a:r>
            <a:endParaRPr lang="en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508EC4-C287-5C80-5325-C8CAC59A134C}"/>
              </a:ext>
            </a:extLst>
          </p:cNvPr>
          <p:cNvSpPr txBox="1"/>
          <p:nvPr/>
        </p:nvSpPr>
        <p:spPr>
          <a:xfrm>
            <a:off x="974407" y="5715886"/>
            <a:ext cx="8463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hlinkClick r:id="rId2"/>
              </a:rPr>
              <a:t>https://www.frdn.be/topics/flemish-data-management-plan/</a:t>
            </a:r>
            <a:r>
              <a:rPr lang="en-GB" sz="1200" dirty="0"/>
              <a:t> </a:t>
            </a:r>
          </a:p>
          <a:p>
            <a:r>
              <a:rPr lang="en-US" sz="1200" dirty="0">
                <a:solidFill>
                  <a:srgbClr val="00205F">
                    <a:alpha val="85000"/>
                  </a:srgbClr>
                </a:solidFill>
              </a:rPr>
              <a:t>Flemish Data Management Plan (DMP) template:	</a:t>
            </a:r>
            <a:r>
              <a:rPr lang="en-GB" sz="1200" dirty="0">
                <a:hlinkClick r:id="rId3"/>
              </a:rPr>
              <a:t>https://zenodo.org/records/17025558</a:t>
            </a:r>
            <a:endParaRPr lang="en-GB" sz="1200" dirty="0"/>
          </a:p>
          <a:p>
            <a:r>
              <a:rPr lang="en-US" sz="1200" dirty="0">
                <a:solidFill>
                  <a:srgbClr val="00205F">
                    <a:alpha val="85000"/>
                  </a:srgbClr>
                </a:solidFill>
              </a:rPr>
              <a:t>Glossary for the Flemish DMP template:		</a:t>
            </a:r>
            <a:r>
              <a:rPr lang="en-GB" sz="1200" dirty="0">
                <a:hlinkClick r:id="rId4"/>
              </a:rPr>
              <a:t>https://zenodo.org/records/16918375</a:t>
            </a:r>
            <a:r>
              <a:rPr lang="en-GB" sz="1200" dirty="0"/>
              <a:t> </a:t>
            </a:r>
          </a:p>
          <a:p>
            <a:endParaRPr lang="en-BE" sz="1200" dirty="0"/>
          </a:p>
        </p:txBody>
      </p:sp>
      <p:pic>
        <p:nvPicPr>
          <p:cNvPr id="6" name="Graphic 5" descr="Link with solid fill">
            <a:extLst>
              <a:ext uri="{FF2B5EF4-FFF2-40B4-BE49-F238E27FC236}">
                <a16:creationId xmlns:a16="http://schemas.microsoft.com/office/drawing/2014/main" id="{9CF10A69-B639-2CE1-EF31-5471C16FB8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197" y="5831840"/>
            <a:ext cx="484210" cy="484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3910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D3D2BDD-0072-A576-C71A-DE5C2ECEDC55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US" dirty="0"/>
              <a:t>Or rather: DMPs for funders where VIB has reporting duties.</a:t>
            </a:r>
            <a:endParaRPr lang="en-B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3A5B18-9DC6-0933-D847-1D2E4F560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Creating DMPs at VIB</a:t>
            </a:r>
            <a:endParaRPr lang="en-BE" dirty="0"/>
          </a:p>
        </p:txBody>
      </p:sp>
      <p:pic>
        <p:nvPicPr>
          <p:cNvPr id="5" name="Picture 4" descr="A person in a purple jacket pointing at a screen&#10;&#10;AI-generated content may be incorrect.">
            <a:extLst>
              <a:ext uri="{FF2B5EF4-FFF2-40B4-BE49-F238E27FC236}">
                <a16:creationId xmlns:a16="http://schemas.microsoft.com/office/drawing/2014/main" id="{788B1759-A45A-8B2F-0403-F7ACDBDE8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837" y="2087939"/>
            <a:ext cx="11039437" cy="4167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040073-2862-7BF0-389F-82C0B45FE318}"/>
              </a:ext>
            </a:extLst>
          </p:cNvPr>
          <p:cNvSpPr txBox="1"/>
          <p:nvPr/>
        </p:nvSpPr>
        <p:spPr>
          <a:xfrm>
            <a:off x="587726" y="58789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dirty="0">
                <a:hlinkClick r:id="rId3"/>
              </a:rPr>
              <a:t>https://dmp.sites.vib.be/en</a:t>
            </a:r>
            <a:r>
              <a:rPr lang="en-GB" dirty="0"/>
              <a:t> </a:t>
            </a:r>
            <a:endParaRPr lang="en-B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FC203D-1E97-AE08-18A8-32DFC755AB7F}"/>
              </a:ext>
            </a:extLst>
          </p:cNvPr>
          <p:cNvSpPr txBox="1"/>
          <p:nvPr/>
        </p:nvSpPr>
        <p:spPr>
          <a:xfrm>
            <a:off x="172720" y="64259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The Data Management Plan (DMP) - </a:t>
            </a:r>
            <a:r>
              <a:rPr lang="en-US" dirty="0" err="1">
                <a:hlinkClick r:id="rId4"/>
              </a:rPr>
              <a:t>E-Learning@VIB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9039097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E3FF1E5-7EEE-2356-B5E4-4698F75128FC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US" dirty="0"/>
              <a:t>Or rather: DMPs for funders where university has reporting duties.</a:t>
            </a:r>
            <a:endParaRPr lang="en-B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417D2F-11F3-4592-AC20-A5F5BF253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>
                <a:latin typeface="Trebuchet MS" panose="020B0603020202020204" pitchFamily="34" charset="0"/>
              </a:rPr>
              <a:t>Creating</a:t>
            </a:r>
            <a:r>
              <a:rPr lang="nl-BE" dirty="0">
                <a:latin typeface="Trebuchet MS" panose="020B0603020202020204" pitchFamily="34" charset="0"/>
              </a:rPr>
              <a:t> </a:t>
            </a:r>
            <a:r>
              <a:rPr lang="nl-BE" dirty="0" err="1">
                <a:latin typeface="Trebuchet MS" panose="020B0603020202020204" pitchFamily="34" charset="0"/>
              </a:rPr>
              <a:t>DMPs</a:t>
            </a:r>
            <a:r>
              <a:rPr lang="nl-BE" dirty="0">
                <a:latin typeface="Trebuchet MS" panose="020B0603020202020204" pitchFamily="34" charset="0"/>
              </a:rPr>
              <a:t> at </a:t>
            </a:r>
            <a:r>
              <a:rPr lang="nl-BE" dirty="0" err="1">
                <a:latin typeface="Trebuchet MS" panose="020B0603020202020204" pitchFamily="34" charset="0"/>
              </a:rPr>
              <a:t>Flemish</a:t>
            </a:r>
            <a:r>
              <a:rPr lang="nl-BE" dirty="0">
                <a:latin typeface="Trebuchet MS" panose="020B0603020202020204" pitchFamily="34" charset="0"/>
              </a:rPr>
              <a:t> </a:t>
            </a:r>
            <a:r>
              <a:rPr lang="nl-BE" dirty="0" err="1">
                <a:latin typeface="Trebuchet MS" panose="020B0603020202020204" pitchFamily="34" charset="0"/>
              </a:rPr>
              <a:t>universities</a:t>
            </a:r>
            <a:endParaRPr lang="en-GB" dirty="0">
              <a:latin typeface="Trebuchet MS" panose="020B0603020202020204" pitchFamily="34" charset="0"/>
            </a:endParaRPr>
          </a:p>
        </p:txBody>
      </p:sp>
      <p:pic>
        <p:nvPicPr>
          <p:cNvPr id="4" name="Online Media 3" title="DMPonline.be: how to use it">
            <a:hlinkClick r:id="" action="ppaction://media"/>
            <a:extLst>
              <a:ext uri="{FF2B5EF4-FFF2-40B4-BE49-F238E27FC236}">
                <a16:creationId xmlns:a16="http://schemas.microsoft.com/office/drawing/2014/main" id="{FE376C98-CE41-4D4C-9867-3729F768F76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23692" y="1785848"/>
            <a:ext cx="7744615" cy="435634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AF04B56-6EE8-4C24-B3E5-909E0CBAA1DB}"/>
              </a:ext>
            </a:extLst>
          </p:cNvPr>
          <p:cNvSpPr/>
          <p:nvPr/>
        </p:nvSpPr>
        <p:spPr>
          <a:xfrm>
            <a:off x="71120" y="6198993"/>
            <a:ext cx="76822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800" dirty="0">
                <a:latin typeface="UGent Panno Text" panose="02000506040000040003" pitchFamily="2" charset="0"/>
                <a:hlinkClick r:id="rId4"/>
              </a:rPr>
              <a:t>https://www.youtube.com/watch?v=5U9_DDdBzYk</a:t>
            </a:r>
            <a:r>
              <a:rPr lang="en-GB" sz="1800" dirty="0">
                <a:latin typeface="UGent Panno Text" panose="02000506040000040003" pitchFamily="2" charset="0"/>
              </a:rPr>
              <a:t> </a:t>
            </a:r>
          </a:p>
          <a:p>
            <a:r>
              <a:rPr lang="en-GB" dirty="0">
                <a:latin typeface="UGent Panno Text" panose="02000506040000040003" pitchFamily="2" charset="0"/>
                <a:hlinkClick r:id="rId5"/>
              </a:rPr>
              <a:t>https://onderzoektips.ugent.be/en/tips/00001281/</a:t>
            </a:r>
            <a:r>
              <a:rPr lang="en-GB" dirty="0">
                <a:latin typeface="UGent Panno Text" panose="02000506040000040003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653113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21440D-87C0-E9EE-8640-1BE1FE67EBF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Machine-Actionability refers to the information that is consistently structured so that machines can be programmed to handle such a structure.</a:t>
            </a:r>
          </a:p>
          <a:p>
            <a:r>
              <a:rPr lang="en-US" dirty="0"/>
              <a:t>DMP still need a human-readable narrative, but the DMP could have more thematic, machine-actionable information with added value for all stakeholders. </a:t>
            </a:r>
          </a:p>
          <a:p>
            <a:pPr lvl="1"/>
            <a:r>
              <a:rPr lang="en-US" dirty="0"/>
              <a:t>Stakeholder = everyone who is part of the larger ecosystem in which data are produced, transformed, exchanged, and reused.</a:t>
            </a:r>
            <a:endParaRPr lang="en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427CC-A65D-7D74-56C2-9CE0107F020A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F798D9F-7804-0799-327A-90D811041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Machine-actionable DMPs?</a:t>
            </a:r>
            <a:endParaRPr lang="en-BE" dirty="0"/>
          </a:p>
        </p:txBody>
      </p:sp>
      <p:pic>
        <p:nvPicPr>
          <p:cNvPr id="1026" name="Picture 2" descr="Machine-Actionable DMP">
            <a:extLst>
              <a:ext uri="{FF2B5EF4-FFF2-40B4-BE49-F238E27FC236}">
                <a16:creationId xmlns:a16="http://schemas.microsoft.com/office/drawing/2014/main" id="{4FA1F262-FEC3-B4F7-3E5B-0C7437310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084" y="3957599"/>
            <a:ext cx="4292702" cy="2691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2A131E-116E-17FA-7E2C-9378023EC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408" y="4004340"/>
            <a:ext cx="3787468" cy="275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6536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CD2D140-D3B3-0A3E-6447-F7AB53FB6A57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792163" y="2311244"/>
            <a:ext cx="10607675" cy="3865875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9CA05FF-2A8B-E645-A2D4-B28437389776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US" dirty="0"/>
              <a:t>VIB will change its DMP platform (and make it partly mandatory)</a:t>
            </a:r>
            <a:endParaRPr lang="en-BE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5A19333-5023-99FC-71C3-9306EC2B7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DMPs at VIB ≥ 2026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75181A-490D-26AB-A0BE-FE8532199A00}"/>
              </a:ext>
            </a:extLst>
          </p:cNvPr>
          <p:cNvSpPr txBox="1"/>
          <p:nvPr/>
        </p:nvSpPr>
        <p:spPr>
          <a:xfrm>
            <a:off x="162560" y="634570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hlinkClick r:id="rId3"/>
              </a:rPr>
              <a:t>https://elixir-belgium.dsw.elixir-europe.org/</a:t>
            </a:r>
            <a:r>
              <a:rPr lang="en-GB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71163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6E95F-0ECA-4CC9-32B6-1DC365A32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7A1D7B-ADD3-993F-160E-8847C388C0B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4723E77-B6E8-2C77-3CB5-CB2DCD9F8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DMPs at VIB ≥ 2026: Data Stewardship Wizard</a:t>
            </a:r>
            <a:endParaRPr lang="en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258EB8-F85E-6F32-5BC4-E8EA601BB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136" y="1267565"/>
            <a:ext cx="9995210" cy="540714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A313734-40AE-E463-6E87-E872FBA64433}"/>
              </a:ext>
            </a:extLst>
          </p:cNvPr>
          <p:cNvSpPr/>
          <p:nvPr/>
        </p:nvSpPr>
        <p:spPr>
          <a:xfrm>
            <a:off x="8439482" y="1846824"/>
            <a:ext cx="2592000" cy="396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C6EC2E-D296-1381-1A4B-8C3285E9C461}"/>
              </a:ext>
            </a:extLst>
          </p:cNvPr>
          <p:cNvSpPr/>
          <p:nvPr/>
        </p:nvSpPr>
        <p:spPr>
          <a:xfrm>
            <a:off x="9839657" y="2789799"/>
            <a:ext cx="1116000" cy="396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2447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B72951-D437-F44A-E482-5154A0C7DF0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84822-A774-96AA-85E0-43DF70D7E83A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9D12D7A-4B4C-073B-22CC-E5E2BF4B5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0EDDDF-1A76-51BE-E00F-1E67A6134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03" y="1317745"/>
            <a:ext cx="10047075" cy="5400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83A0868-2FEA-D2E7-D691-F39BD17F9558}"/>
              </a:ext>
            </a:extLst>
          </p:cNvPr>
          <p:cNvSpPr/>
          <p:nvPr/>
        </p:nvSpPr>
        <p:spPr>
          <a:xfrm>
            <a:off x="8992164" y="1834817"/>
            <a:ext cx="1069690" cy="396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565298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A58EA2-D357-F1E0-085B-428796B2A91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8A4D3-D382-5EB6-9735-8D4AD6695F67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64CFF4-0B64-F665-D859-13D2CA21B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DSW walk-through</a:t>
            </a:r>
            <a:endParaRPr lang="en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9C03B0-2AD6-9C05-8A2D-85B56C024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385" y="1370911"/>
            <a:ext cx="10082961" cy="534683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ABD3A53-D7F3-80C9-3A6F-9FF31F721FB8}"/>
              </a:ext>
            </a:extLst>
          </p:cNvPr>
          <p:cNvSpPr/>
          <p:nvPr/>
        </p:nvSpPr>
        <p:spPr>
          <a:xfrm>
            <a:off x="9839657" y="1846824"/>
            <a:ext cx="1069690" cy="396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170318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82931-816C-CC47-56D7-9E34A11F0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A7C7A0-0E70-CF32-EF6F-F07CFB489DC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40056-A3AC-744B-8843-3356C8C8B5FF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83DDAC0-375B-E7DF-053E-75CF47648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DSW walk-through</a:t>
            </a:r>
            <a:endParaRPr lang="en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073A27-5A6C-137D-26BA-4DB4590B7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385" y="1370911"/>
            <a:ext cx="10082961" cy="534683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8029433-D05F-C42B-B54D-23CF0B685373}"/>
              </a:ext>
            </a:extLst>
          </p:cNvPr>
          <p:cNvSpPr/>
          <p:nvPr/>
        </p:nvSpPr>
        <p:spPr>
          <a:xfrm>
            <a:off x="9940016" y="1278115"/>
            <a:ext cx="1069690" cy="396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484722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0D861C-69A0-52B7-8B46-1D9741A4A38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6C99C-B8B1-CC4A-B9EC-6E01AD28E557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CF4972F-4C74-5A80-237B-5D43EF58A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FB0621-78C1-9D92-270F-3B21C6E50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881" y="1370911"/>
            <a:ext cx="10152238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391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B246E-2B15-4B65-23B7-45275BDA9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9BCB62-2594-522D-E876-3FCCB01192D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CA6F8F6-22A7-27D2-2D6D-B6E763315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DSW walk-through</a:t>
            </a:r>
            <a:endParaRPr lang="en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B3BB8E-A245-2AC8-88BF-315DF4BBB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136" y="1267565"/>
            <a:ext cx="9995210" cy="540714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CBBBE2C-0303-BAB4-2409-9B7384652CFB}"/>
              </a:ext>
            </a:extLst>
          </p:cNvPr>
          <p:cNvCxnSpPr/>
          <p:nvPr/>
        </p:nvCxnSpPr>
        <p:spPr>
          <a:xfrm flipH="1">
            <a:off x="2147307" y="2038118"/>
            <a:ext cx="112395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62573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0881A-90ED-752A-639F-8032E424E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DB8295-D933-997B-AC3A-0889F97CD56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017883F-ABC2-9BAA-65F9-8271A697E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DSW walk-through</a:t>
            </a:r>
            <a:endParaRPr lang="en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269B0B-A1CF-9E81-E581-EDD23DB2A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136" y="1267565"/>
            <a:ext cx="9995210" cy="540714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FE589E4-A06E-F932-8B49-F074E8B059A4}"/>
              </a:ext>
            </a:extLst>
          </p:cNvPr>
          <p:cNvSpPr/>
          <p:nvPr/>
        </p:nvSpPr>
        <p:spPr>
          <a:xfrm>
            <a:off x="914136" y="1586637"/>
            <a:ext cx="4208582" cy="396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540248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F4324-84CC-CF98-D71A-1AB9BAD93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40361C-1D0D-734F-1110-AE4158C163B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C126B67-D486-1E1D-D504-B6DD4B90D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DSW walk-through</a:t>
            </a:r>
            <a:endParaRPr lang="en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737F12-0D6B-452E-B59F-91EA52EB8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136" y="1267565"/>
            <a:ext cx="9995210" cy="540714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D59F909-54B9-6170-764C-5C46D53D73DD}"/>
              </a:ext>
            </a:extLst>
          </p:cNvPr>
          <p:cNvSpPr/>
          <p:nvPr/>
        </p:nvSpPr>
        <p:spPr>
          <a:xfrm>
            <a:off x="2701636" y="1586637"/>
            <a:ext cx="1569028" cy="396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439415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E9EB5-9065-5821-721A-92E734472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AC73D40-F426-25EC-80DC-3961CAFFD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DSW walk-through</a:t>
            </a:r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9BD0399-081F-CAB5-2DE2-17B2B8E30A61}"/>
              </a:ext>
            </a:extLst>
          </p:cNvPr>
          <p:cNvSpPr txBox="1">
            <a:spLocks/>
          </p:cNvSpPr>
          <p:nvPr/>
        </p:nvSpPr>
        <p:spPr>
          <a:xfrm>
            <a:off x="838200" y="1191349"/>
            <a:ext cx="10515600" cy="58608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indent="0">
              <a:lnSpc>
                <a:spcPts val="32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aseline="0">
                <a:solidFill>
                  <a:srgbClr val="EA634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2400"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834AAE-48E8-CD90-5814-0A1BF648AA1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615F4F-9E19-375F-4A20-CBA246630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17745"/>
            <a:ext cx="10226597" cy="5400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5A3ABD4-F9F8-1BE1-BAA4-2683D64707E7}"/>
              </a:ext>
            </a:extLst>
          </p:cNvPr>
          <p:cNvSpPr/>
          <p:nvPr/>
        </p:nvSpPr>
        <p:spPr>
          <a:xfrm>
            <a:off x="2701636" y="1586637"/>
            <a:ext cx="706582" cy="396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123752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368B3D-89AD-DE01-70A8-EB889AEFDE1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RDM Guide: </a:t>
            </a:r>
            <a:r>
              <a:rPr lang="en-GB" dirty="0">
                <a:hlinkClick r:id="rId2"/>
              </a:rPr>
              <a:t>https://rdm.elixir-belgium.org/about_DMP</a:t>
            </a:r>
            <a:r>
              <a:rPr lang="en-GB" dirty="0"/>
              <a:t> </a:t>
            </a:r>
          </a:p>
          <a:p>
            <a:r>
              <a:rPr lang="en-GB" dirty="0"/>
              <a:t>ELIXIR-Belgium: </a:t>
            </a:r>
            <a:r>
              <a:rPr lang="en-GB" dirty="0">
                <a:hlinkClick r:id="rId3"/>
              </a:rPr>
              <a:t>https://www.elixir-belgium.org/research_data_management</a:t>
            </a:r>
            <a:endParaRPr lang="en-GB" dirty="0"/>
          </a:p>
          <a:p>
            <a:r>
              <a:rPr lang="en-GB" dirty="0"/>
              <a:t>FRDN Flemish DMP template: </a:t>
            </a:r>
            <a:r>
              <a:rPr lang="en-BE" dirty="0">
                <a:hlinkClick r:id="rId4"/>
              </a:rPr>
              <a:t>https://www.frdn.be/topics/flemish-data-management-plan/</a:t>
            </a:r>
            <a:endParaRPr lang="en-US" dirty="0"/>
          </a:p>
          <a:p>
            <a:r>
              <a:rPr lang="en-GB" dirty="0"/>
              <a:t>DMPonline.be: </a:t>
            </a:r>
            <a:r>
              <a:rPr lang="en-GB" dirty="0">
                <a:hlinkClick r:id="rId5"/>
              </a:rPr>
              <a:t>https://www.dmponline.be</a:t>
            </a:r>
            <a:r>
              <a:rPr lang="en-GB" dirty="0"/>
              <a:t> </a:t>
            </a:r>
          </a:p>
          <a:p>
            <a:r>
              <a:rPr lang="en-GB" dirty="0"/>
              <a:t>Data Stewardship Wizard: </a:t>
            </a:r>
            <a:r>
              <a:rPr lang="en-BE" dirty="0">
                <a:hlinkClick r:id="rId6"/>
              </a:rPr>
              <a:t>https://elixir-belgium.dsw.elixir-europe.org/</a:t>
            </a:r>
            <a:endParaRPr lang="en-US" dirty="0"/>
          </a:p>
          <a:p>
            <a:r>
              <a:rPr lang="en-US" dirty="0"/>
              <a:t>VIB E-Learning: </a:t>
            </a:r>
            <a:r>
              <a:rPr lang="en-US" dirty="0">
                <a:hlinkClick r:id="rId7"/>
              </a:rPr>
              <a:t>https://elearning.vib.be/courses/writing-a-data-management-plan/lessons/the-data-management-plan-dmp/</a:t>
            </a:r>
            <a:r>
              <a:rPr lang="en-US" dirty="0"/>
              <a:t> </a:t>
            </a:r>
            <a:endParaRPr lang="en-GB" dirty="0"/>
          </a:p>
          <a:p>
            <a:endParaRPr lang="en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3CCE43-8272-477B-2208-CD94AF215348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906036-8F74-16DC-0EC5-211A8C709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links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3998999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68B0E0B-18BD-07E8-65C0-6082DD487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50" y="6221730"/>
            <a:ext cx="5532600" cy="476292"/>
          </a:xfrm>
        </p:spPr>
        <p:txBody>
          <a:bodyPr>
            <a:noAutofit/>
          </a:bodyPr>
          <a:lstStyle/>
          <a:p>
            <a:r>
              <a:rPr lang="en-US" sz="1400" dirty="0"/>
              <a:t>Partly reused slides: “Data management planning for efficient research” by Ghent University Data Stewards, CC BY 4.0</a:t>
            </a:r>
            <a:endParaRPr lang="en-BE" sz="14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C9BAC4-A036-2BAE-6388-B8C1E4ACC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Niels Geudens </a:t>
            </a:r>
          </a:p>
          <a:p>
            <a:r>
              <a:rPr lang="en-US" dirty="0"/>
              <a:t>Data Steward at VIB Data Core</a:t>
            </a:r>
          </a:p>
          <a:p>
            <a:r>
              <a:rPr lang="en-US" dirty="0"/>
              <a:t>niels.geudens@vib.be</a:t>
            </a:r>
            <a:endParaRPr lang="en-BE" dirty="0"/>
          </a:p>
        </p:txBody>
      </p:sp>
      <p:pic>
        <p:nvPicPr>
          <p:cNvPr id="1026" name="Picture 2" descr="Creative Commons Licenses - TU Berlin">
            <a:extLst>
              <a:ext uri="{FF2B5EF4-FFF2-40B4-BE49-F238E27FC236}">
                <a16:creationId xmlns:a16="http://schemas.microsoft.com/office/drawing/2014/main" id="{7FB6AC62-41D9-831C-FBE1-166DBFB60A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9550" y="5761291"/>
            <a:ext cx="1404938" cy="779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786081"/>
      </p:ext>
    </p:extLst>
  </p:cSld>
  <p:clrMapOvr>
    <a:masterClrMapping/>
  </p:clrMapOvr>
</p:sld>
</file>

<file path=ppt/theme/theme1.xml><?xml version="1.0" encoding="utf-8"?>
<a:theme xmlns:a="http://schemas.openxmlformats.org/drawingml/2006/main" name="01_Intro_slides">
  <a:themeElements>
    <a:clrScheme name="VIB-2025">
      <a:dk1>
        <a:srgbClr val="00205F"/>
      </a:dk1>
      <a:lt1>
        <a:srgbClr val="FFFFFF"/>
      </a:lt1>
      <a:dk2>
        <a:srgbClr val="123F93"/>
      </a:dk2>
      <a:lt2>
        <a:srgbClr val="FFFFFF"/>
      </a:lt2>
      <a:accent1>
        <a:srgbClr val="01A2A6"/>
      </a:accent1>
      <a:accent2>
        <a:srgbClr val="ED631C"/>
      </a:accent2>
      <a:accent3>
        <a:srgbClr val="68398E"/>
      </a:accent3>
      <a:accent4>
        <a:srgbClr val="E82E4F"/>
      </a:accent4>
      <a:accent5>
        <a:srgbClr val="00A042"/>
      </a:accent5>
      <a:accent6>
        <a:srgbClr val="FBB60C"/>
      </a:accent6>
      <a:hlink>
        <a:srgbClr val="01A2A6"/>
      </a:hlink>
      <a:folHlink>
        <a:srgbClr val="ED631C"/>
      </a:folHlink>
    </a:clrScheme>
    <a:fontScheme name="Typo_VIB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3" id="{E5008870-BDED-4A47-B042-E5DE116F8919}" vid="{6ECDE1B5-1DE5-8249-B23C-CE9079689F47}"/>
    </a:ext>
  </a:extLst>
</a:theme>
</file>

<file path=ppt/theme/theme2.xml><?xml version="1.0" encoding="utf-8"?>
<a:theme xmlns:a="http://schemas.openxmlformats.org/drawingml/2006/main" name="02_Slide_Deck">
  <a:themeElements>
    <a:clrScheme name="Custom 1">
      <a:dk1>
        <a:srgbClr val="14274C"/>
      </a:dk1>
      <a:lt1>
        <a:srgbClr val="FFFFFF"/>
      </a:lt1>
      <a:dk2>
        <a:srgbClr val="123F93"/>
      </a:dk2>
      <a:lt2>
        <a:srgbClr val="FFFFFF"/>
      </a:lt2>
      <a:accent1>
        <a:srgbClr val="01A2A6"/>
      </a:accent1>
      <a:accent2>
        <a:srgbClr val="ED631C"/>
      </a:accent2>
      <a:accent3>
        <a:srgbClr val="68398E"/>
      </a:accent3>
      <a:accent4>
        <a:srgbClr val="E82E4F"/>
      </a:accent4>
      <a:accent5>
        <a:srgbClr val="00A042"/>
      </a:accent5>
      <a:accent6>
        <a:srgbClr val="FBB60C"/>
      </a:accent6>
      <a:hlink>
        <a:srgbClr val="01A2A6"/>
      </a:hlink>
      <a:folHlink>
        <a:srgbClr val="ED631C"/>
      </a:folHlink>
    </a:clrScheme>
    <a:fontScheme name="Typo_VIB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3" id="{E5008870-BDED-4A47-B042-E5DE116F8919}" vid="{A06AA335-D26B-E442-93BD-07F50DF6C7BE}"/>
    </a:ext>
  </a:extLst>
</a:theme>
</file>

<file path=ppt/theme/theme3.xml><?xml version="1.0" encoding="utf-8"?>
<a:theme xmlns:a="http://schemas.openxmlformats.org/drawingml/2006/main" name="02_Reading-Deck">
  <a:themeElements>
    <a:clrScheme name="Color_VIB">
      <a:dk1>
        <a:srgbClr val="002060"/>
      </a:dk1>
      <a:lt1>
        <a:srgbClr val="FFFFFF"/>
      </a:lt1>
      <a:dk2>
        <a:srgbClr val="123F93"/>
      </a:dk2>
      <a:lt2>
        <a:srgbClr val="FFFFFF"/>
      </a:lt2>
      <a:accent1>
        <a:srgbClr val="EE641C"/>
      </a:accent1>
      <a:accent2>
        <a:srgbClr val="00A3A6"/>
      </a:accent2>
      <a:accent3>
        <a:srgbClr val="68398E"/>
      </a:accent3>
      <a:accent4>
        <a:srgbClr val="E82E4F"/>
      </a:accent4>
      <a:accent5>
        <a:srgbClr val="FBB70C"/>
      </a:accent5>
      <a:accent6>
        <a:srgbClr val="00A143"/>
      </a:accent6>
      <a:hlink>
        <a:srgbClr val="EE641C"/>
      </a:hlink>
      <a:folHlink>
        <a:srgbClr val="00A3A6"/>
      </a:folHlink>
    </a:clrScheme>
    <a:fontScheme name="Typo_VIB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3" id="{E5008870-BDED-4A47-B042-E5DE116F8919}" vid="{9507C593-2450-0B45-8C88-47FBE34807F7}"/>
    </a:ext>
  </a:extLst>
</a:theme>
</file>

<file path=ppt/theme/theme4.xml><?xml version="1.0" encoding="utf-8"?>
<a:theme xmlns:a="http://schemas.openxmlformats.org/drawingml/2006/main" name="04_Microscopy_Slide_Dec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3" id="{E5008870-BDED-4A47-B042-E5DE116F8919}" vid="{1747F5D4-6899-BE42-953E-A724E9BE4040}"/>
    </a:ext>
  </a:extLst>
</a:theme>
</file>

<file path=ppt/theme/theme5.xml><?xml version="1.0" encoding="utf-8"?>
<a:theme xmlns:a="http://schemas.openxmlformats.org/drawingml/2006/main" name="05_End Slides">
  <a:themeElements>
    <a:clrScheme name="Color_VIB">
      <a:dk1>
        <a:srgbClr val="002060"/>
      </a:dk1>
      <a:lt1>
        <a:srgbClr val="FFFFFF"/>
      </a:lt1>
      <a:dk2>
        <a:srgbClr val="123F93"/>
      </a:dk2>
      <a:lt2>
        <a:srgbClr val="FFFFFF"/>
      </a:lt2>
      <a:accent1>
        <a:srgbClr val="EE641C"/>
      </a:accent1>
      <a:accent2>
        <a:srgbClr val="00A3A6"/>
      </a:accent2>
      <a:accent3>
        <a:srgbClr val="68398E"/>
      </a:accent3>
      <a:accent4>
        <a:srgbClr val="E82E4F"/>
      </a:accent4>
      <a:accent5>
        <a:srgbClr val="FBB70C"/>
      </a:accent5>
      <a:accent6>
        <a:srgbClr val="00A143"/>
      </a:accent6>
      <a:hlink>
        <a:srgbClr val="EE641C"/>
      </a:hlink>
      <a:folHlink>
        <a:srgbClr val="00A3A6"/>
      </a:folHlink>
    </a:clrScheme>
    <a:fontScheme name="Typo_VIB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3" id="{E5008870-BDED-4A47-B042-E5DE116F8919}" vid="{504B1392-689C-F147-BA86-D8A2AABC3627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WorkPackage xmlns="d7671653-5777-4515-be6d-22c95294c830" xsi:nil="true"/>
    <Domain xmlns="d7671653-5777-4515-be6d-22c95294c830" xsi:nil="true"/>
    <Valuablesection xmlns="d7671653-5777-4515-be6d-22c95294c830" xsi:nil="true"/>
    <DMPversion xmlns="d7671653-5777-4515-be6d-22c95294c830" xsi:nil="true"/>
    <TaxCatchAll xmlns="ed73d88f-2738-4c68-a2de-96dc89f05060" xsi:nil="true"/>
    <Shareable xmlns="d7671653-5777-4515-be6d-22c95294c830" xsi:nil="true"/>
    <Description xmlns="d7671653-5777-4515-be6d-22c95294c830" xsi:nil="true"/>
    <lcf76f155ced4ddcb4097134ff3c332f xmlns="d7671653-5777-4515-be6d-22c95294c830">
      <Terms xmlns="http://schemas.microsoft.com/office/infopath/2007/PartnerControls"/>
    </lcf76f155ced4ddcb4097134ff3c332f>
    <ShortName xmlns="d7671653-5777-4515-be6d-22c95294c83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08D042C8B98F4EAC07EAED7929CC0B" ma:contentTypeVersion="29" ma:contentTypeDescription="Create a new document." ma:contentTypeScope="" ma:versionID="c4d423602de6a8cfd3f2cd01e9719a5e">
  <xsd:schema xmlns:xsd="http://www.w3.org/2001/XMLSchema" xmlns:xs="http://www.w3.org/2001/XMLSchema" xmlns:p="http://schemas.microsoft.com/office/2006/metadata/properties" xmlns:ns2="d7671653-5777-4515-be6d-22c95294c830" xmlns:ns3="ed73d88f-2738-4c68-a2de-96dc89f05060" targetNamespace="http://schemas.microsoft.com/office/2006/metadata/properties" ma:root="true" ma:fieldsID="53c7e96fffe7db095a24aaffa850286b" ns2:_="" ns3:_="">
    <xsd:import namespace="d7671653-5777-4515-be6d-22c95294c830"/>
    <xsd:import namespace="ed73d88f-2738-4c68-a2de-96dc89f050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Descrip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ShortName" minOccurs="0"/>
                <xsd:element ref="ns2:MediaServiceDateTaken" minOccurs="0"/>
                <xsd:element ref="ns2:Domain" minOccurs="0"/>
                <xsd:element ref="ns2:Valuablesection" minOccurs="0"/>
                <xsd:element ref="ns2:DMPversion" minOccurs="0"/>
                <xsd:element ref="ns2:Shareable" minOccurs="0"/>
                <xsd:element ref="ns2:MediaLengthInSeconds" minOccurs="0"/>
                <xsd:element ref="ns2:WorkPackag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671653-5777-4515-be6d-22c95294c8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description="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Description" ma:index="12" nillable="true" ma:displayName="Description" ma:format="Dropdown" ma:internalName="Description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ShortName" ma:index="19" nillable="true" ma:displayName="Short Name" ma:format="Dropdown" ma:internalName="ShortName">
      <xsd:simpleType>
        <xsd:restriction base="dms:Choice">
          <xsd:enumeration value="FWO"/>
          <xsd:enumeration value="H2020"/>
          <xsd:enumeration value="BELSPO"/>
          <xsd:enumeration value="UGent"/>
        </xsd:restriction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Domain" ma:index="21" nillable="true" ma:displayName="Domain" ma:format="Dropdown" ma:internalName="Domain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Social and Behavioral Scences"/>
                    <xsd:enumeration value="Life Sciences"/>
                    <xsd:enumeration value="(Bio)Engineering"/>
                    <xsd:enumeration value="Natural Sciences"/>
                    <xsd:enumeration value="Law, Art and Humanities"/>
                  </xsd:restriction>
                </xsd:simpleType>
              </xsd:element>
            </xsd:sequence>
          </xsd:extension>
        </xsd:complexContent>
      </xsd:complexType>
    </xsd:element>
    <xsd:element name="Valuablesection" ma:index="22" nillable="true" ma:displayName="Valuable section" ma:format="Dropdown" ma:internalName="Valuablesection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Data description"/>
                    <xsd:enumeration value="Metadata and documentation"/>
                    <xsd:enumeration value="Data storage and security"/>
                    <xsd:enumeration value="Preservation"/>
                    <xsd:enumeration value="Data sharing"/>
                    <xsd:enumeration value="Ethical and legal issues"/>
                    <xsd:enumeration value="Costs and resources"/>
                    <xsd:enumeration value="Responsibilities"/>
                  </xsd:restriction>
                </xsd:simpleType>
              </xsd:element>
            </xsd:sequence>
          </xsd:extension>
        </xsd:complexContent>
      </xsd:complexType>
    </xsd:element>
    <xsd:element name="DMPversion" ma:index="23" nillable="true" ma:displayName="DMP version" ma:format="Dropdown" ma:internalName="DMPversion">
      <xsd:simpleType>
        <xsd:restriction base="dms:Choice">
          <xsd:enumeration value="Proposal"/>
          <xsd:enumeration value="V1 (6M)"/>
          <xsd:enumeration value="Other"/>
          <xsd:enumeration value="Final"/>
        </xsd:restriction>
      </xsd:simpleType>
    </xsd:element>
    <xsd:element name="Shareable" ma:index="24" nillable="true" ma:displayName="Shareable" ma:description="Specify whether there is permission by the author(s) to share the DMP" ma:format="Dropdown" ma:internalName="Shareable">
      <xsd:simpleType>
        <xsd:restriction base="dms:Choice">
          <xsd:enumeration value="Not shareable"/>
          <xsd:enumeration value="Internally"/>
          <xsd:enumeration value="Externally"/>
          <xsd:enumeration value="Already public"/>
        </xsd:restriction>
      </xsd:simpleType>
    </xsd:element>
    <xsd:element name="MediaLengthInSeconds" ma:index="26" nillable="true" ma:displayName="Length (seconds)" ma:internalName="MediaLengthInSeconds" ma:readOnly="true">
      <xsd:simpleType>
        <xsd:restriction base="dms:Unknown"/>
      </xsd:simpleType>
    </xsd:element>
    <xsd:element name="WorkPackage" ma:index="27" nillable="true" ma:displayName="Work Package" ma:format="Dropdown" ma:internalName="WorkPackage">
      <xsd:simpleType>
        <xsd:restriction base="dms:Text">
          <xsd:maxLength value="255"/>
        </xsd:restriction>
      </xsd:simpleType>
    </xsd:element>
    <xsd:element name="lcf76f155ced4ddcb4097134ff3c332f" ma:index="29" nillable="true" ma:taxonomy="true" ma:internalName="lcf76f155ced4ddcb4097134ff3c332f" ma:taxonomyFieldName="MediaServiceImageTags" ma:displayName="Image Tags" ma:readOnly="false" ma:fieldId="{5cf76f15-5ced-4ddc-b409-7134ff3c332f}" ma:taxonomyMulti="true" ma:sspId="3b9bb814-139f-4039-9463-697760f06ab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3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33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3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73d88f-2738-4c68-a2de-96dc89f05060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30" nillable="true" ma:displayName="Taxonomy Catch All Column" ma:hidden="true" ma:list="{e944e1ce-d024-48cd-a551-62c6bb5628b5}" ma:internalName="TaxCatchAll" ma:showField="CatchAllData" ma:web="ed73d88f-2738-4c68-a2de-96dc89f0506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25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AED3BBA-80BA-4FEB-B95D-8FDEE8AE801F}">
  <ds:schemaRefs>
    <ds:schemaRef ds:uri="http://schemas.openxmlformats.org/package/2006/metadata/core-properties"/>
    <ds:schemaRef ds:uri="ed73d88f-2738-4c68-a2de-96dc89f05060"/>
    <ds:schemaRef ds:uri="http://www.w3.org/XML/1998/namespace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d7671653-5777-4515-be6d-22c95294c830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9053B1D-5265-4FE1-99E2-844AC6646F4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100603-DD5F-4804-A9F4-6590D2D0B6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7671653-5777-4515-be6d-22c95294c830"/>
    <ds:schemaRef ds:uri="ed73d88f-2738-4c68-a2de-96dc89f050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3003</Words>
  <Application>Microsoft Office PowerPoint</Application>
  <PresentationFormat>Widescreen</PresentationFormat>
  <Paragraphs>358</Paragraphs>
  <Slides>43</Slides>
  <Notes>1</Notes>
  <HiddenSlides>2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43</vt:i4>
      </vt:variant>
    </vt:vector>
  </HeadingPairs>
  <TitlesOfParts>
    <vt:vector size="54" baseType="lpstr">
      <vt:lpstr>Aptos</vt:lpstr>
      <vt:lpstr>Arial</vt:lpstr>
      <vt:lpstr>Trebuchet MS</vt:lpstr>
      <vt:lpstr>UGent Panno Text</vt:lpstr>
      <vt:lpstr>UGent Panno Text SemiLight</vt:lpstr>
      <vt:lpstr>Wingdings</vt:lpstr>
      <vt:lpstr>01_Intro_slides</vt:lpstr>
      <vt:lpstr>02_Slide_Deck</vt:lpstr>
      <vt:lpstr>02_Reading-Deck</vt:lpstr>
      <vt:lpstr>04_Microscopy_Slide_Deck</vt:lpstr>
      <vt:lpstr>05_End Slides</vt:lpstr>
      <vt:lpstr>Data management planning for efficient research</vt:lpstr>
      <vt:lpstr>ELIXIR Europe and Elixir Belgium</vt:lpstr>
      <vt:lpstr>Research Data Management (RDM)</vt:lpstr>
      <vt:lpstr>DMPs help make RDM tangible</vt:lpstr>
      <vt:lpstr>Without planning…</vt:lpstr>
      <vt:lpstr>DMP funder policies</vt:lpstr>
      <vt:lpstr>Lifecycle of DMPs</vt:lpstr>
      <vt:lpstr>DMP: first version</vt:lpstr>
      <vt:lpstr>DMP: first version vs. last version</vt:lpstr>
      <vt:lpstr>Submitting a dmp: WHEN &amp; HOW</vt:lpstr>
      <vt:lpstr>Aspects of a DMP</vt:lpstr>
      <vt:lpstr>Aspects of a DMP</vt:lpstr>
      <vt:lpstr>Aspects of a DMP</vt:lpstr>
      <vt:lpstr>Aspects of a DMP</vt:lpstr>
      <vt:lpstr>Aspects of a DMP</vt:lpstr>
      <vt:lpstr>Aspects of a DMP</vt:lpstr>
      <vt:lpstr>Aspects of a DMP</vt:lpstr>
      <vt:lpstr>Aspects of a DMP</vt:lpstr>
      <vt:lpstr>Aspects of a DMP</vt:lpstr>
      <vt:lpstr>Aspects of a DMP</vt:lpstr>
      <vt:lpstr>Aspects of a DMP</vt:lpstr>
      <vt:lpstr>Aspects of a DMP</vt:lpstr>
      <vt:lpstr>Aspects of a DMP</vt:lpstr>
      <vt:lpstr>DMP tips</vt:lpstr>
      <vt:lpstr>DMP Templates and Software</vt:lpstr>
      <vt:lpstr>How to start creating your DMP?</vt:lpstr>
      <vt:lpstr>The FOSB DMP template</vt:lpstr>
      <vt:lpstr>The FOSB DMP template</vt:lpstr>
      <vt:lpstr>Creating DMPs at VIB</vt:lpstr>
      <vt:lpstr>Creating DMPs at Flemish universities</vt:lpstr>
      <vt:lpstr>Machine-actionable DMPs?</vt:lpstr>
      <vt:lpstr>Creating DMPs at VIB ≥ 2026</vt:lpstr>
      <vt:lpstr>Creating DMPs at VIB ≥ 2026: Data Stewardship Wizard</vt:lpstr>
      <vt:lpstr>PowerPoint Presentation</vt:lpstr>
      <vt:lpstr>DSW walk-through</vt:lpstr>
      <vt:lpstr>DSW walk-through</vt:lpstr>
      <vt:lpstr>PowerPoint Presentation</vt:lpstr>
      <vt:lpstr>DSW walk-through</vt:lpstr>
      <vt:lpstr>DSW walk-through</vt:lpstr>
      <vt:lpstr>DSW walk-through</vt:lpstr>
      <vt:lpstr>DSW walk-through</vt:lpstr>
      <vt:lpstr>Useful links</vt:lpstr>
      <vt:lpstr>Partly reused slides: “Data management planning for efficient research” by Ghent University Data Stewards, CC BY 4.0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Niels Geudens</dc:creator>
  <cp:lastModifiedBy>Matheus Pereira da Cruz Gomes Lourenço</cp:lastModifiedBy>
  <cp:revision>13</cp:revision>
  <dcterms:created xsi:type="dcterms:W3CDTF">2025-02-06T13:18:09Z</dcterms:created>
  <dcterms:modified xsi:type="dcterms:W3CDTF">2025-10-24T07:28:24Z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0x010100E008D042C8B98F4EAC07EAED7929CC0B</vt:lpwstr>
  </property>
  <property fmtid="{D5CDD505-2E9C-101B-9397-08002B2CF9AE}" pid="3" name="MediaServiceImageTags">
    <vt:lpwstr/>
  </property>
</Properties>
</file>