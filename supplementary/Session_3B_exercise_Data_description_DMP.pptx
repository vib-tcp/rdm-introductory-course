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3"/>
  </p:notesMasterIdLst>
  <p:sldIdLst>
    <p:sldId id="1288" r:id="rId5"/>
    <p:sldId id="1301" r:id="rId6"/>
    <p:sldId id="1296" r:id="rId7"/>
    <p:sldId id="1305" r:id="rId8"/>
    <p:sldId id="1225" r:id="rId9"/>
    <p:sldId id="864" r:id="rId10"/>
    <p:sldId id="257" r:id="rId11"/>
    <p:sldId id="2076138129" r:id="rId12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3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A95F48-0CF4-FDC2-A20D-C304F3901E65}" name="Stefanie De Bodt" initials="SB" userId="S::stefanie.debodt@ugent.be::1356c8e2-e336-4a3c-9bed-644cfa7a388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ie De Bodt" initials="SB" lastIdx="1" clrIdx="0">
    <p:extLst>
      <p:ext uri="{19B8F6BF-5375-455C-9EA6-DF929625EA0E}">
        <p15:presenceInfo xmlns:p15="http://schemas.microsoft.com/office/powerpoint/2012/main" userId="S::stefanie.debodt@ugent.be::1356c8e2-e336-4a3c-9bed-644cfa7a3883" providerId="AD"/>
      </p:ext>
    </p:extLst>
  </p:cmAuthor>
  <p:cmAuthor id="2" name="Paula Oset Garcia" initials="POG" lastIdx="1" clrIdx="1">
    <p:extLst>
      <p:ext uri="{19B8F6BF-5375-455C-9EA6-DF929625EA0E}">
        <p15:presenceInfo xmlns:p15="http://schemas.microsoft.com/office/powerpoint/2012/main" userId="S-1-5-21-4030456262-320625612-449655040-2880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A68"/>
    <a:srgbClr val="FFD200"/>
    <a:srgbClr val="1E64C8"/>
    <a:srgbClr val="E7EAF5"/>
    <a:srgbClr val="CCD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26" y="48"/>
      </p:cViewPr>
      <p:guideLst>
        <p:guide orient="horz" pos="3072"/>
        <p:guide pos="5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ie De Bodt" userId="S::stefanie.debodt@ugent.be::1356c8e2-e336-4a3c-9bed-644cfa7a3883" providerId="AD" clId="Web-{C9815EC1-0C8B-EED0-1EE0-3BBF728B5DCE}"/>
    <pc:docChg chg="">
      <pc:chgData name="Stefanie De Bodt" userId="S::stefanie.debodt@ugent.be::1356c8e2-e336-4a3c-9bed-644cfa7a3883" providerId="AD" clId="Web-{C9815EC1-0C8B-EED0-1EE0-3BBF728B5DCE}" dt="2021-01-29T11:41:51.757" v="0"/>
      <pc:docMkLst>
        <pc:docMk/>
      </pc:docMkLst>
      <pc:sldChg chg="addCm">
        <pc:chgData name="Stefanie De Bodt" userId="S::stefanie.debodt@ugent.be::1356c8e2-e336-4a3c-9bed-644cfa7a3883" providerId="AD" clId="Web-{C9815EC1-0C8B-EED0-1EE0-3BBF728B5DCE}" dt="2021-01-29T11:41:51.757" v="0"/>
        <pc:sldMkLst>
          <pc:docMk/>
          <pc:sldMk cId="4230711773" sldId="881"/>
        </pc:sldMkLst>
      </pc:sldChg>
    </pc:docChg>
  </pc:docChgLst>
  <pc:docChgLst>
    <pc:chgData name="Paula Oset Garcia" userId="589b13ad-a2c1-4f46-bc3d-10fb2bafbe14" providerId="ADAL" clId="{2A25B9C7-8BBE-49B4-A536-BF557F4D34C5}"/>
    <pc:docChg chg="undo redo custSel addSld delSld modSld sldOrd">
      <pc:chgData name="Paula Oset Garcia" userId="589b13ad-a2c1-4f46-bc3d-10fb2bafbe14" providerId="ADAL" clId="{2A25B9C7-8BBE-49B4-A536-BF557F4D34C5}" dt="2021-02-09T10:12:04.136" v="19778" actId="20577"/>
      <pc:docMkLst>
        <pc:docMk/>
      </pc:docMkLst>
      <pc:sldChg chg="addSp delSp modSp">
        <pc:chgData name="Paula Oset Garcia" userId="589b13ad-a2c1-4f46-bc3d-10fb2bafbe14" providerId="ADAL" clId="{2A25B9C7-8BBE-49B4-A536-BF557F4D34C5}" dt="2021-02-09T09:34:49.699" v="19738" actId="1076"/>
        <pc:sldMkLst>
          <pc:docMk/>
          <pc:sldMk cId="3355618083" sldId="256"/>
        </pc:sldMkLst>
      </pc:sldChg>
      <pc:sldChg chg="addSp delSp modSp">
        <pc:chgData name="Paula Oset Garcia" userId="589b13ad-a2c1-4f46-bc3d-10fb2bafbe14" providerId="ADAL" clId="{2A25B9C7-8BBE-49B4-A536-BF557F4D34C5}" dt="2021-02-09T09:36:31.141" v="19765" actId="20577"/>
        <pc:sldMkLst>
          <pc:docMk/>
          <pc:sldMk cId="3084856208" sldId="257"/>
        </pc:sldMkLst>
      </pc:sldChg>
      <pc:sldChg chg="modSp ord">
        <pc:chgData name="Paula Oset Garcia" userId="589b13ad-a2c1-4f46-bc3d-10fb2bafbe14" providerId="ADAL" clId="{2A25B9C7-8BBE-49B4-A536-BF557F4D34C5}" dt="2021-01-29T10:16:07.399" v="17352" actId="20577"/>
        <pc:sldMkLst>
          <pc:docMk/>
          <pc:sldMk cId="706560034" sldId="267"/>
        </pc:sldMkLst>
      </pc:sldChg>
      <pc:sldChg chg="add">
        <pc:chgData name="Paula Oset Garcia" userId="589b13ad-a2c1-4f46-bc3d-10fb2bafbe14" providerId="ADAL" clId="{2A25B9C7-8BBE-49B4-A536-BF557F4D34C5}" dt="2021-01-29T13:16:21.065" v="18367"/>
        <pc:sldMkLst>
          <pc:docMk/>
          <pc:sldMk cId="2655003561" sldId="559"/>
        </pc:sldMkLst>
      </pc:sldChg>
      <pc:sldChg chg="modSp add modTransition">
        <pc:chgData name="Paula Oset Garcia" userId="589b13ad-a2c1-4f46-bc3d-10fb2bafbe14" providerId="ADAL" clId="{2A25B9C7-8BBE-49B4-A536-BF557F4D34C5}" dt="2021-02-09T09:01:10.283" v="19610" actId="313"/>
        <pc:sldMkLst>
          <pc:docMk/>
          <pc:sldMk cId="3403494976" sldId="560"/>
        </pc:sldMkLst>
      </pc:sldChg>
      <pc:sldChg chg="modSp add modTransition">
        <pc:chgData name="Paula Oset Garcia" userId="589b13ad-a2c1-4f46-bc3d-10fb2bafbe14" providerId="ADAL" clId="{2A25B9C7-8BBE-49B4-A536-BF557F4D34C5}" dt="2021-02-08T15:37:38.285" v="18884" actId="255"/>
        <pc:sldMkLst>
          <pc:docMk/>
          <pc:sldMk cId="2167538776" sldId="574"/>
        </pc:sldMkLst>
      </pc:sldChg>
      <pc:sldChg chg="modSp add ord modTransition">
        <pc:chgData name="Paula Oset Garcia" userId="589b13ad-a2c1-4f46-bc3d-10fb2bafbe14" providerId="ADAL" clId="{2A25B9C7-8BBE-49B4-A536-BF557F4D34C5}" dt="2021-02-08T15:32:22.646" v="18663" actId="207"/>
        <pc:sldMkLst>
          <pc:docMk/>
          <pc:sldMk cId="1721287616" sldId="615"/>
        </pc:sldMkLst>
      </pc:sldChg>
      <pc:sldChg chg="delSp modSp add del">
        <pc:chgData name="Paula Oset Garcia" userId="589b13ad-a2c1-4f46-bc3d-10fb2bafbe14" providerId="ADAL" clId="{2A25B9C7-8BBE-49B4-A536-BF557F4D34C5}" dt="2021-02-08T16:15:22.202" v="19475" actId="1076"/>
        <pc:sldMkLst>
          <pc:docMk/>
          <pc:sldMk cId="1048951884" sldId="814"/>
        </pc:sldMkLst>
      </pc:sldChg>
      <pc:sldChg chg="addSp delSp modSp add">
        <pc:chgData name="Paula Oset Garcia" userId="589b13ad-a2c1-4f46-bc3d-10fb2bafbe14" providerId="ADAL" clId="{2A25B9C7-8BBE-49B4-A536-BF557F4D34C5}" dt="2021-01-29T10:19:38.625" v="17388" actId="1036"/>
        <pc:sldMkLst>
          <pc:docMk/>
          <pc:sldMk cId="908463700" sldId="843"/>
        </pc:sldMkLst>
      </pc:sldChg>
      <pc:sldChg chg="add del ord modTransition">
        <pc:chgData name="Paula Oset Garcia" userId="589b13ad-a2c1-4f46-bc3d-10fb2bafbe14" providerId="ADAL" clId="{2A25B9C7-8BBE-49B4-A536-BF557F4D34C5}" dt="2021-02-08T15:54:05.350" v="18904" actId="2696"/>
        <pc:sldMkLst>
          <pc:docMk/>
          <pc:sldMk cId="335538104" sldId="844"/>
        </pc:sldMkLst>
      </pc:sldChg>
      <pc:sldChg chg="delSp modSp add del ord modTransition">
        <pc:chgData name="Paula Oset Garcia" userId="589b13ad-a2c1-4f46-bc3d-10fb2bafbe14" providerId="ADAL" clId="{2A25B9C7-8BBE-49B4-A536-BF557F4D34C5}" dt="2021-02-08T15:39:14.235" v="18897" actId="2696"/>
        <pc:sldMkLst>
          <pc:docMk/>
          <pc:sldMk cId="3187890069" sldId="847"/>
        </pc:sldMkLst>
      </pc:sldChg>
      <pc:sldChg chg="modSp add">
        <pc:chgData name="Paula Oset Garcia" userId="589b13ad-a2c1-4f46-bc3d-10fb2bafbe14" providerId="ADAL" clId="{2A25B9C7-8BBE-49B4-A536-BF557F4D34C5}" dt="2021-02-09T08:29:22.849" v="19493" actId="20577"/>
        <pc:sldMkLst>
          <pc:docMk/>
          <pc:sldMk cId="2034864445" sldId="865"/>
        </pc:sldMkLst>
      </pc:sldChg>
      <pc:sldChg chg="add del">
        <pc:chgData name="Paula Oset Garcia" userId="589b13ad-a2c1-4f46-bc3d-10fb2bafbe14" providerId="ADAL" clId="{2A25B9C7-8BBE-49B4-A536-BF557F4D34C5}" dt="2021-02-08T14:24:28.377" v="18545" actId="2696"/>
        <pc:sldMkLst>
          <pc:docMk/>
          <pc:sldMk cId="996474237" sldId="866"/>
        </pc:sldMkLst>
      </pc:sldChg>
      <pc:sldChg chg="modSp add">
        <pc:chgData name="Paula Oset Garcia" userId="589b13ad-a2c1-4f46-bc3d-10fb2bafbe14" providerId="ADAL" clId="{2A25B9C7-8BBE-49B4-A536-BF557F4D34C5}" dt="2021-01-11T10:18:45.931" v="4206" actId="20577"/>
        <pc:sldMkLst>
          <pc:docMk/>
          <pc:sldMk cId="2279914552" sldId="867"/>
        </pc:sldMkLst>
      </pc:sldChg>
      <pc:sldChg chg="add ord">
        <pc:chgData name="Paula Oset Garcia" userId="589b13ad-a2c1-4f46-bc3d-10fb2bafbe14" providerId="ADAL" clId="{2A25B9C7-8BBE-49B4-A536-BF557F4D34C5}" dt="2021-01-29T10:15:02.362" v="17332"/>
        <pc:sldMkLst>
          <pc:docMk/>
          <pc:sldMk cId="2324813457" sldId="868"/>
        </pc:sldMkLst>
      </pc:sldChg>
      <pc:sldChg chg="addSp modSp add ord">
        <pc:chgData name="Paula Oset Garcia" userId="589b13ad-a2c1-4f46-bc3d-10fb2bafbe14" providerId="ADAL" clId="{2A25B9C7-8BBE-49B4-A536-BF557F4D34C5}" dt="2021-01-08T15:57:10.879" v="1426"/>
        <pc:sldMkLst>
          <pc:docMk/>
          <pc:sldMk cId="1711353037" sldId="869"/>
        </pc:sldMkLst>
      </pc:sldChg>
      <pc:sldChg chg="addSp delSp modSp add ord">
        <pc:chgData name="Paula Oset Garcia" userId="589b13ad-a2c1-4f46-bc3d-10fb2bafbe14" providerId="ADAL" clId="{2A25B9C7-8BBE-49B4-A536-BF557F4D34C5}" dt="2021-01-11T10:47:10.670" v="4508" actId="1076"/>
        <pc:sldMkLst>
          <pc:docMk/>
          <pc:sldMk cId="1119573043" sldId="871"/>
        </pc:sldMkLst>
      </pc:sldChg>
      <pc:sldChg chg="addSp modSp add modAnim">
        <pc:chgData name="Paula Oset Garcia" userId="589b13ad-a2c1-4f46-bc3d-10fb2bafbe14" providerId="ADAL" clId="{2A25B9C7-8BBE-49B4-A536-BF557F4D34C5}" dt="2021-02-08T15:55:11.652" v="18910"/>
        <pc:sldMkLst>
          <pc:docMk/>
          <pc:sldMk cId="3759856675" sldId="874"/>
        </pc:sldMkLst>
      </pc:sldChg>
      <pc:sldChg chg="addSp delSp modSp add ord delAnim modAnim">
        <pc:chgData name="Paula Oset Garcia" userId="589b13ad-a2c1-4f46-bc3d-10fb2bafbe14" providerId="ADAL" clId="{2A25B9C7-8BBE-49B4-A536-BF557F4D34C5}" dt="2021-02-09T07:53:32.842" v="19490" actId="478"/>
        <pc:sldMkLst>
          <pc:docMk/>
          <pc:sldMk cId="1196053644" sldId="875"/>
        </pc:sldMkLst>
      </pc:sldChg>
      <pc:sldChg chg="modSp add del ord">
        <pc:chgData name="Paula Oset Garcia" userId="589b13ad-a2c1-4f46-bc3d-10fb2bafbe14" providerId="ADAL" clId="{2A25B9C7-8BBE-49B4-A536-BF557F4D34C5}" dt="2021-02-08T15:54:06.355" v="18905" actId="2696"/>
        <pc:sldMkLst>
          <pc:docMk/>
          <pc:sldMk cId="379968618" sldId="876"/>
        </pc:sldMkLst>
      </pc:sldChg>
      <pc:sldChg chg="addSp delSp modSp add ord modTransition">
        <pc:chgData name="Paula Oset Garcia" userId="589b13ad-a2c1-4f46-bc3d-10fb2bafbe14" providerId="ADAL" clId="{2A25B9C7-8BBE-49B4-A536-BF557F4D34C5}" dt="2021-02-08T14:33:04.463" v="18550"/>
        <pc:sldMkLst>
          <pc:docMk/>
          <pc:sldMk cId="2853628085" sldId="877"/>
        </pc:sldMkLst>
      </pc:sldChg>
      <pc:sldChg chg="addSp modSp add modAnim">
        <pc:chgData name="Paula Oset Garcia" userId="589b13ad-a2c1-4f46-bc3d-10fb2bafbe14" providerId="ADAL" clId="{2A25B9C7-8BBE-49B4-A536-BF557F4D34C5}" dt="2021-01-12T09:48:46.611" v="5432" actId="1076"/>
        <pc:sldMkLst>
          <pc:docMk/>
          <pc:sldMk cId="292593580" sldId="878"/>
        </pc:sldMkLst>
      </pc:sldChg>
      <pc:sldChg chg="addSp delSp modSp add delAnim modAnim">
        <pc:chgData name="Paula Oset Garcia" userId="589b13ad-a2c1-4f46-bc3d-10fb2bafbe14" providerId="ADAL" clId="{2A25B9C7-8BBE-49B4-A536-BF557F4D34C5}" dt="2021-01-12T10:02:19.931" v="5605" actId="1076"/>
        <pc:sldMkLst>
          <pc:docMk/>
          <pc:sldMk cId="4193578625" sldId="879"/>
        </pc:sldMkLst>
      </pc:sldChg>
      <pc:sldChg chg="addSp delSp modSp add modAnim">
        <pc:chgData name="Paula Oset Garcia" userId="589b13ad-a2c1-4f46-bc3d-10fb2bafbe14" providerId="ADAL" clId="{2A25B9C7-8BBE-49B4-A536-BF557F4D34C5}" dt="2021-02-08T14:31:55.994" v="18546"/>
        <pc:sldMkLst>
          <pc:docMk/>
          <pc:sldMk cId="216210516" sldId="880"/>
        </pc:sldMkLst>
      </pc:sldChg>
      <pc:sldChg chg="addSp delSp modSp add delAnim addCm modCm">
        <pc:chgData name="Paula Oset Garcia" userId="589b13ad-a2c1-4f46-bc3d-10fb2bafbe14" providerId="ADAL" clId="{2A25B9C7-8BBE-49B4-A536-BF557F4D34C5}" dt="2021-01-29T12:35:14.496" v="17680"/>
        <pc:sldMkLst>
          <pc:docMk/>
          <pc:sldMk cId="4230711773" sldId="881"/>
        </pc:sldMkLst>
      </pc:sldChg>
      <pc:sldChg chg="modSp add">
        <pc:chgData name="Paula Oset Garcia" userId="589b13ad-a2c1-4f46-bc3d-10fb2bafbe14" providerId="ADAL" clId="{2A25B9C7-8BBE-49B4-A536-BF557F4D34C5}" dt="2021-01-11T11:18:40.774" v="5262" actId="20577"/>
        <pc:sldMkLst>
          <pc:docMk/>
          <pc:sldMk cId="880263725" sldId="882"/>
        </pc:sldMkLst>
      </pc:sldChg>
      <pc:sldChg chg="addSp delSp modSp add ord">
        <pc:chgData name="Paula Oset Garcia" userId="589b13ad-a2c1-4f46-bc3d-10fb2bafbe14" providerId="ADAL" clId="{2A25B9C7-8BBE-49B4-A536-BF557F4D34C5}" dt="2021-02-09T10:05:51.413" v="19777" actId="108"/>
        <pc:sldMkLst>
          <pc:docMk/>
          <pc:sldMk cId="2382208872" sldId="883"/>
        </pc:sldMkLst>
      </pc:sldChg>
      <pc:sldChg chg="addSp delSp modSp add">
        <pc:chgData name="Paula Oset Garcia" userId="589b13ad-a2c1-4f46-bc3d-10fb2bafbe14" providerId="ADAL" clId="{2A25B9C7-8BBE-49B4-A536-BF557F4D34C5}" dt="2021-02-09T08:43:07.163" v="19557" actId="14734"/>
        <pc:sldMkLst>
          <pc:docMk/>
          <pc:sldMk cId="4119643596" sldId="884"/>
        </pc:sldMkLst>
      </pc:sldChg>
      <pc:sldChg chg="modSp add ord">
        <pc:chgData name="Paula Oset Garcia" userId="589b13ad-a2c1-4f46-bc3d-10fb2bafbe14" providerId="ADAL" clId="{2A25B9C7-8BBE-49B4-A536-BF557F4D34C5}" dt="2021-02-09T08:42:45.648" v="19555" actId="113"/>
        <pc:sldMkLst>
          <pc:docMk/>
          <pc:sldMk cId="818432954" sldId="885"/>
        </pc:sldMkLst>
      </pc:sldChg>
      <pc:sldChg chg="modSp add del modTransition">
        <pc:chgData name="Paula Oset Garcia" userId="589b13ad-a2c1-4f46-bc3d-10fb2bafbe14" providerId="ADAL" clId="{2A25B9C7-8BBE-49B4-A536-BF557F4D34C5}" dt="2021-02-08T15:54:04.384" v="18903" actId="2696"/>
        <pc:sldMkLst>
          <pc:docMk/>
          <pc:sldMk cId="921682102" sldId="887"/>
        </pc:sldMkLst>
      </pc:sldChg>
      <pc:sldChg chg="addSp delSp modSp add">
        <pc:chgData name="Paula Oset Garcia" userId="589b13ad-a2c1-4f46-bc3d-10fb2bafbe14" providerId="ADAL" clId="{2A25B9C7-8BBE-49B4-A536-BF557F4D34C5}" dt="2021-02-09T10:02:35.589" v="19771" actId="20577"/>
        <pc:sldMkLst>
          <pc:docMk/>
          <pc:sldMk cId="4203396519" sldId="888"/>
        </pc:sldMkLst>
      </pc:sldChg>
      <pc:sldChg chg="addSp delSp modSp add">
        <pc:chgData name="Paula Oset Garcia" userId="589b13ad-a2c1-4f46-bc3d-10fb2bafbe14" providerId="ADAL" clId="{2A25B9C7-8BBE-49B4-A536-BF557F4D34C5}" dt="2021-01-13T15:00:04.907" v="14958" actId="20577"/>
        <pc:sldMkLst>
          <pc:docMk/>
          <pc:sldMk cId="2314592689" sldId="889"/>
        </pc:sldMkLst>
      </pc:sldChg>
      <pc:sldChg chg="addSp delSp modSp add">
        <pc:chgData name="Paula Oset Garcia" userId="589b13ad-a2c1-4f46-bc3d-10fb2bafbe14" providerId="ADAL" clId="{2A25B9C7-8BBE-49B4-A536-BF557F4D34C5}" dt="2021-02-08T16:17:04.475" v="19489" actId="27636"/>
        <pc:sldMkLst>
          <pc:docMk/>
          <pc:sldMk cId="1272099764" sldId="890"/>
        </pc:sldMkLst>
      </pc:sldChg>
      <pc:sldChg chg="addSp modSp add del modTransition">
        <pc:chgData name="Paula Oset Garcia" userId="589b13ad-a2c1-4f46-bc3d-10fb2bafbe14" providerId="ADAL" clId="{2A25B9C7-8BBE-49B4-A536-BF557F4D34C5}" dt="2021-02-08T15:39:14.247" v="18898" actId="2696"/>
        <pc:sldMkLst>
          <pc:docMk/>
          <pc:sldMk cId="514769759" sldId="891"/>
        </pc:sldMkLst>
      </pc:sldChg>
      <pc:sldChg chg="delSp add del">
        <pc:chgData name="Paula Oset Garcia" userId="589b13ad-a2c1-4f46-bc3d-10fb2bafbe14" providerId="ADAL" clId="{2A25B9C7-8BBE-49B4-A536-BF557F4D34C5}" dt="2021-02-08T15:39:14.287" v="18902" actId="2696"/>
        <pc:sldMkLst>
          <pc:docMk/>
          <pc:sldMk cId="3836467695" sldId="892"/>
        </pc:sldMkLst>
      </pc:sldChg>
      <pc:sldChg chg="modSp add del ord">
        <pc:chgData name="Paula Oset Garcia" userId="589b13ad-a2c1-4f46-bc3d-10fb2bafbe14" providerId="ADAL" clId="{2A25B9C7-8BBE-49B4-A536-BF557F4D34C5}" dt="2021-02-08T15:39:14.205" v="18896" actId="2696"/>
        <pc:sldMkLst>
          <pc:docMk/>
          <pc:sldMk cId="4044000648" sldId="893"/>
        </pc:sldMkLst>
      </pc:sldChg>
      <pc:sldChg chg="addSp delSp modSp add ord modTransition">
        <pc:chgData name="Paula Oset Garcia" userId="589b13ad-a2c1-4f46-bc3d-10fb2bafbe14" providerId="ADAL" clId="{2A25B9C7-8BBE-49B4-A536-BF557F4D34C5}" dt="2021-02-09T09:13:51.686" v="19688" actId="1036"/>
        <pc:sldMkLst>
          <pc:docMk/>
          <pc:sldMk cId="4042203893" sldId="894"/>
        </pc:sldMkLst>
      </pc:sldChg>
      <pc:sldChg chg="add del ord">
        <pc:chgData name="Paula Oset Garcia" userId="589b13ad-a2c1-4f46-bc3d-10fb2bafbe14" providerId="ADAL" clId="{2A25B9C7-8BBE-49B4-A536-BF557F4D34C5}" dt="2021-02-08T15:39:14.270" v="18900" actId="2696"/>
        <pc:sldMkLst>
          <pc:docMk/>
          <pc:sldMk cId="2366001970" sldId="895"/>
        </pc:sldMkLst>
      </pc:sldChg>
      <pc:sldChg chg="add del ord">
        <pc:chgData name="Paula Oset Garcia" userId="589b13ad-a2c1-4f46-bc3d-10fb2bafbe14" providerId="ADAL" clId="{2A25B9C7-8BBE-49B4-A536-BF557F4D34C5}" dt="2021-02-08T15:39:14.281" v="18901" actId="2696"/>
        <pc:sldMkLst>
          <pc:docMk/>
          <pc:sldMk cId="3336807302" sldId="896"/>
        </pc:sldMkLst>
      </pc:sldChg>
      <pc:sldChg chg="add del">
        <pc:chgData name="Paula Oset Garcia" userId="589b13ad-a2c1-4f46-bc3d-10fb2bafbe14" providerId="ADAL" clId="{2A25B9C7-8BBE-49B4-A536-BF557F4D34C5}" dt="2021-02-08T15:39:14.258" v="18899" actId="2696"/>
        <pc:sldMkLst>
          <pc:docMk/>
          <pc:sldMk cId="2961907943" sldId="898"/>
        </pc:sldMkLst>
      </pc:sldChg>
      <pc:sldChg chg="delSp add ord modTransition">
        <pc:chgData name="Paula Oset Garcia" userId="589b13ad-a2c1-4f46-bc3d-10fb2bafbe14" providerId="ADAL" clId="{2A25B9C7-8BBE-49B4-A536-BF557F4D34C5}" dt="2021-02-08T15:37:53.187" v="18885"/>
        <pc:sldMkLst>
          <pc:docMk/>
          <pc:sldMk cId="519006837" sldId="899"/>
        </pc:sldMkLst>
      </pc:sldChg>
      <pc:sldChg chg="modSp add del ord modAnim">
        <pc:chgData name="Paula Oset Garcia" userId="589b13ad-a2c1-4f46-bc3d-10fb2bafbe14" providerId="ADAL" clId="{2A25B9C7-8BBE-49B4-A536-BF557F4D34C5}" dt="2021-02-08T14:33:10.340" v="18551" actId="2696"/>
        <pc:sldMkLst>
          <pc:docMk/>
          <pc:sldMk cId="3578983702" sldId="899"/>
        </pc:sldMkLst>
      </pc:sldChg>
      <pc:sldChg chg="modSp add ord">
        <pc:chgData name="Paula Oset Garcia" userId="589b13ad-a2c1-4f46-bc3d-10fb2bafbe14" providerId="ADAL" clId="{2A25B9C7-8BBE-49B4-A536-BF557F4D34C5}" dt="2021-02-05T09:05:09.421" v="18541"/>
        <pc:sldMkLst>
          <pc:docMk/>
          <pc:sldMk cId="3704056290" sldId="900"/>
        </pc:sldMkLst>
      </pc:sldChg>
      <pc:sldChg chg="addSp delSp modSp add">
        <pc:chgData name="Paula Oset Garcia" userId="589b13ad-a2c1-4f46-bc3d-10fb2bafbe14" providerId="ADAL" clId="{2A25B9C7-8BBE-49B4-A536-BF557F4D34C5}" dt="2021-02-09T10:12:04.136" v="19778" actId="20577"/>
        <pc:sldMkLst>
          <pc:docMk/>
          <pc:sldMk cId="1378211" sldId="901"/>
        </pc:sldMkLst>
      </pc:sldChg>
      <pc:sldChg chg="modSp add">
        <pc:chgData name="Paula Oset Garcia" userId="589b13ad-a2c1-4f46-bc3d-10fb2bafbe14" providerId="ADAL" clId="{2A25B9C7-8BBE-49B4-A536-BF557F4D34C5}" dt="2021-02-08T15:15:36.649" v="18616" actId="20577"/>
        <pc:sldMkLst>
          <pc:docMk/>
          <pc:sldMk cId="487153098" sldId="902"/>
        </pc:sldMkLst>
      </pc:sldChg>
      <pc:sldChg chg="addSp delSp modSp add">
        <pc:chgData name="Paula Oset Garcia" userId="589b13ad-a2c1-4f46-bc3d-10fb2bafbe14" providerId="ADAL" clId="{2A25B9C7-8BBE-49B4-A536-BF557F4D34C5}" dt="2021-01-29T11:09:53.784" v="17664" actId="1076"/>
        <pc:sldMkLst>
          <pc:docMk/>
          <pc:sldMk cId="4114207098" sldId="903"/>
        </pc:sldMkLst>
      </pc:sldChg>
      <pc:sldChg chg="addSp delSp modSp add del ord modTransition">
        <pc:chgData name="Paula Oset Garcia" userId="589b13ad-a2c1-4f46-bc3d-10fb2bafbe14" providerId="ADAL" clId="{2A25B9C7-8BBE-49B4-A536-BF557F4D34C5}" dt="2021-02-08T16:16:04.877" v="19477" actId="2696"/>
        <pc:sldMkLst>
          <pc:docMk/>
          <pc:sldMk cId="3491124819" sldId="906"/>
        </pc:sldMkLst>
      </pc:sldChg>
      <pc:sldChg chg="add del">
        <pc:chgData name="Paula Oset Garcia" userId="589b13ad-a2c1-4f46-bc3d-10fb2bafbe14" providerId="ADAL" clId="{2A25B9C7-8BBE-49B4-A536-BF557F4D34C5}" dt="2021-02-08T16:15:47.373" v="19476" actId="2696"/>
        <pc:sldMkLst>
          <pc:docMk/>
          <pc:sldMk cId="51338100" sldId="907"/>
        </pc:sldMkLst>
      </pc:sldChg>
      <pc:sldChg chg="addSp delSp modSp add">
        <pc:chgData name="Paula Oset Garcia" userId="589b13ad-a2c1-4f46-bc3d-10fb2bafbe14" providerId="ADAL" clId="{2A25B9C7-8BBE-49B4-A536-BF557F4D34C5}" dt="2021-01-29T13:07:27.468" v="18311" actId="14100"/>
        <pc:sldMkLst>
          <pc:docMk/>
          <pc:sldMk cId="938660907" sldId="908"/>
        </pc:sldMkLst>
      </pc:sldChg>
      <pc:sldChg chg="addSp delSp modSp add">
        <pc:chgData name="Paula Oset Garcia" userId="589b13ad-a2c1-4f46-bc3d-10fb2bafbe14" providerId="ADAL" clId="{2A25B9C7-8BBE-49B4-A536-BF557F4D34C5}" dt="2021-01-29T13:10:31.419" v="18328" actId="14100"/>
        <pc:sldMkLst>
          <pc:docMk/>
          <pc:sldMk cId="426476585" sldId="909"/>
        </pc:sldMkLst>
      </pc:sldChg>
      <pc:sldChg chg="addSp delSp modSp add">
        <pc:chgData name="Paula Oset Garcia" userId="589b13ad-a2c1-4f46-bc3d-10fb2bafbe14" providerId="ADAL" clId="{2A25B9C7-8BBE-49B4-A536-BF557F4D34C5}" dt="2021-02-08T15:39:01.887" v="18894" actId="1035"/>
        <pc:sldMkLst>
          <pc:docMk/>
          <pc:sldMk cId="2249340185" sldId="910"/>
        </pc:sldMkLst>
      </pc:sldChg>
      <pc:sldChg chg="addSp delSp modSp add">
        <pc:chgData name="Paula Oset Garcia" userId="589b13ad-a2c1-4f46-bc3d-10fb2bafbe14" providerId="ADAL" clId="{2A25B9C7-8BBE-49B4-A536-BF557F4D34C5}" dt="2021-01-29T13:15:00.636" v="18365" actId="14100"/>
        <pc:sldMkLst>
          <pc:docMk/>
          <pc:sldMk cId="3846189399" sldId="911"/>
        </pc:sldMkLst>
      </pc:sldChg>
      <pc:sldChg chg="addSp modSp add modTransition">
        <pc:chgData name="Paula Oset Garcia" userId="589b13ad-a2c1-4f46-bc3d-10fb2bafbe14" providerId="ADAL" clId="{2A25B9C7-8BBE-49B4-A536-BF557F4D34C5}" dt="2021-02-09T09:00:39.250" v="19595" actId="1076"/>
        <pc:sldMkLst>
          <pc:docMk/>
          <pc:sldMk cId="2355442812" sldId="912"/>
        </pc:sldMkLst>
      </pc:sldChg>
      <pc:sldChg chg="addSp delSp modSp add">
        <pc:chgData name="Paula Oset Garcia" userId="589b13ad-a2c1-4f46-bc3d-10fb2bafbe14" providerId="ADAL" clId="{2A25B9C7-8BBE-49B4-A536-BF557F4D34C5}" dt="2021-02-08T15:58:07.342" v="19127" actId="20577"/>
        <pc:sldMkLst>
          <pc:docMk/>
          <pc:sldMk cId="2497868261" sldId="913"/>
        </pc:sldMkLst>
      </pc:sldChg>
    </pc:docChg>
  </pc:docChgLst>
  <pc:docChgLst>
    <pc:chgData name="Stefanie De Bodt" userId="S::stefanie.debodt@ugent.be::1356c8e2-e336-4a3c-9bed-644cfa7a3883" providerId="AD" clId="Web-{8BA9FB8F-82D9-AAB9-900E-A7F6302AD19A}"/>
    <pc:docChg chg="modSld">
      <pc:chgData name="Stefanie De Bodt" userId="S::stefanie.debodt@ugent.be::1356c8e2-e336-4a3c-9bed-644cfa7a3883" providerId="AD" clId="Web-{8BA9FB8F-82D9-AAB9-900E-A7F6302AD19A}" dt="2024-11-14T14:43:42.801" v="3" actId="20577"/>
      <pc:docMkLst>
        <pc:docMk/>
      </pc:docMkLst>
      <pc:sldChg chg="modSp">
        <pc:chgData name="Stefanie De Bodt" userId="S::stefanie.debodt@ugent.be::1356c8e2-e336-4a3c-9bed-644cfa7a3883" providerId="AD" clId="Web-{8BA9FB8F-82D9-AAB9-900E-A7F6302AD19A}" dt="2024-11-14T14:43:42.801" v="3" actId="20577"/>
        <pc:sldMkLst>
          <pc:docMk/>
          <pc:sldMk cId="1934397584" sldId="2076138137"/>
        </pc:sldMkLst>
      </pc:sldChg>
    </pc:docChg>
  </pc:docChgLst>
  <pc:docChgLst>
    <pc:chgData name="Laura Standaert" userId="57751787-d58b-49ec-bf32-1c6c653d8c17" providerId="ADAL" clId="{C1C53522-EFA5-403B-B16C-D0DF8D05E9DD}"/>
    <pc:docChg chg="modSld">
      <pc:chgData name="Laura Standaert" userId="57751787-d58b-49ec-bf32-1c6c653d8c17" providerId="ADAL" clId="{C1C53522-EFA5-403B-B16C-D0DF8D05E9DD}" dt="2024-04-30T13:12:19.125" v="0" actId="729"/>
      <pc:docMkLst>
        <pc:docMk/>
      </pc:docMkLst>
      <pc:sldChg chg="mod modShow">
        <pc:chgData name="Laura Standaert" userId="57751787-d58b-49ec-bf32-1c6c653d8c17" providerId="ADAL" clId="{C1C53522-EFA5-403B-B16C-D0DF8D05E9DD}" dt="2024-04-30T13:12:19.125" v="0" actId="729"/>
        <pc:sldMkLst>
          <pc:docMk/>
          <pc:sldMk cId="113847766" sldId="1304"/>
        </pc:sldMkLst>
      </pc:sldChg>
    </pc:docChg>
  </pc:docChgLst>
  <pc:docChgLst>
    <pc:chgData name="Stefanie De Bodt" userId="S::stefanie.debodt@ugent.be::1356c8e2-e336-4a3c-9bed-644cfa7a3883" providerId="AD" clId="Web-{02D58CE8-9206-90E9-E664-1D065CEF4A18}"/>
    <pc:docChg chg="delSld">
      <pc:chgData name="Stefanie De Bodt" userId="S::stefanie.debodt@ugent.be::1356c8e2-e336-4a3c-9bed-644cfa7a3883" providerId="AD" clId="Web-{02D58CE8-9206-90E9-E664-1D065CEF4A18}" dt="2025-02-19T16:09:04.115" v="0"/>
      <pc:docMkLst>
        <pc:docMk/>
      </pc:docMkLst>
      <pc:sldChg chg="del">
        <pc:chgData name="Stefanie De Bodt" userId="S::stefanie.debodt@ugent.be::1356c8e2-e336-4a3c-9bed-644cfa7a3883" providerId="AD" clId="Web-{02D58CE8-9206-90E9-E664-1D065CEF4A18}" dt="2025-02-19T16:09:04.115" v="0"/>
        <pc:sldMkLst>
          <pc:docMk/>
          <pc:sldMk cId="4162507869" sldId="259"/>
        </pc:sldMkLst>
      </pc:sldChg>
    </pc:docChg>
  </pc:docChgLst>
  <pc:docChgLst>
    <pc:chgData name="Stefanie De Bodt" userId="S::stefanie.debodt@ugent.be::1356c8e2-e336-4a3c-9bed-644cfa7a3883" providerId="AD" clId="Web-{F8817C27-7AEC-4807-C1BA-26733E49785F}"/>
    <pc:docChg chg="addSld delSld modSld">
      <pc:chgData name="Stefanie De Bodt" userId="S::stefanie.debodt@ugent.be::1356c8e2-e336-4a3c-9bed-644cfa7a3883" providerId="AD" clId="Web-{F8817C27-7AEC-4807-C1BA-26733E49785F}" dt="2024-11-19T15:34:41.696" v="29" actId="20577"/>
      <pc:docMkLst>
        <pc:docMk/>
      </pc:docMkLst>
      <pc:sldChg chg="modSp">
        <pc:chgData name="Stefanie De Bodt" userId="S::stefanie.debodt@ugent.be::1356c8e2-e336-4a3c-9bed-644cfa7a3883" providerId="AD" clId="Web-{F8817C27-7AEC-4807-C1BA-26733E49785F}" dt="2024-11-19T15:34:41.696" v="29" actId="20577"/>
        <pc:sldMkLst>
          <pc:docMk/>
          <pc:sldMk cId="671713286" sldId="256"/>
        </pc:sldMkLst>
      </pc:sldChg>
      <pc:sldChg chg="modSp add">
        <pc:chgData name="Stefanie De Bodt" userId="S::stefanie.debodt@ugent.be::1356c8e2-e336-4a3c-9bed-644cfa7a3883" providerId="AD" clId="Web-{F8817C27-7AEC-4807-C1BA-26733E49785F}" dt="2024-11-19T15:34:23.665" v="12" actId="20577"/>
        <pc:sldMkLst>
          <pc:docMk/>
          <pc:sldMk cId="3871603740" sldId="266"/>
        </pc:sldMkLst>
      </pc:sldChg>
      <pc:sldChg chg="del">
        <pc:chgData name="Stefanie De Bodt" userId="S::stefanie.debodt@ugent.be::1356c8e2-e336-4a3c-9bed-644cfa7a3883" providerId="AD" clId="Web-{F8817C27-7AEC-4807-C1BA-26733E49785F}" dt="2024-11-19T15:34:07.806" v="1"/>
        <pc:sldMkLst>
          <pc:docMk/>
          <pc:sldMk cId="4282446803" sldId="289"/>
        </pc:sldMkLst>
      </pc:sldChg>
    </pc:docChg>
  </pc:docChgLst>
  <pc:docChgLst>
    <pc:chgData name="Stefanie De Bodt" userId="S::stefanie.debodt@ugent.be::1356c8e2-e336-4a3c-9bed-644cfa7a3883" providerId="AD" clId="Web-{355B8999-6DA6-D173-6BE9-9B1501FCA7EB}"/>
    <pc:docChg chg="modSld">
      <pc:chgData name="Stefanie De Bodt" userId="S::stefanie.debodt@ugent.be::1356c8e2-e336-4a3c-9bed-644cfa7a3883" providerId="AD" clId="Web-{355B8999-6DA6-D173-6BE9-9B1501FCA7EB}" dt="2024-11-25T09:20:09.805" v="4" actId="20577"/>
      <pc:docMkLst>
        <pc:docMk/>
      </pc:docMkLst>
      <pc:sldChg chg="modSp">
        <pc:chgData name="Stefanie De Bodt" userId="S::stefanie.debodt@ugent.be::1356c8e2-e336-4a3c-9bed-644cfa7a3883" providerId="AD" clId="Web-{355B8999-6DA6-D173-6BE9-9B1501FCA7EB}" dt="2024-11-25T09:20:09.805" v="4" actId="20577"/>
        <pc:sldMkLst>
          <pc:docMk/>
          <pc:sldMk cId="3431092181" sldId="1225"/>
        </pc:sldMkLst>
      </pc:sldChg>
    </pc:docChg>
  </pc:docChgLst>
  <pc:docChgLst>
    <pc:chgData name="Stefanie De Bodt" userId="S::stefanie.debodt@ugent.be::1356c8e2-e336-4a3c-9bed-644cfa7a3883" providerId="AD" clId="Web-{71CAF4B2-C59D-9EB4-E154-747ABF2A6CA8}"/>
    <pc:docChg chg="modSld">
      <pc:chgData name="Stefanie De Bodt" userId="S::stefanie.debodt@ugent.be::1356c8e2-e336-4a3c-9bed-644cfa7a3883" providerId="AD" clId="Web-{71CAF4B2-C59D-9EB4-E154-747ABF2A6CA8}" dt="2025-01-30T12:16:50.929" v="3" actId="20577"/>
      <pc:docMkLst>
        <pc:docMk/>
      </pc:docMkLst>
      <pc:sldChg chg="modSp">
        <pc:chgData name="Stefanie De Bodt" userId="S::stefanie.debodt@ugent.be::1356c8e2-e336-4a3c-9bed-644cfa7a3883" providerId="AD" clId="Web-{71CAF4B2-C59D-9EB4-E154-747ABF2A6CA8}" dt="2025-01-30T12:16:50.929" v="3" actId="20577"/>
        <pc:sldMkLst>
          <pc:docMk/>
          <pc:sldMk cId="671713286" sldId="256"/>
        </pc:sldMkLst>
      </pc:sldChg>
    </pc:docChg>
  </pc:docChgLst>
  <pc:docChgLst>
    <pc:chgData name="Laura Standaert" userId="57751787-d58b-49ec-bf32-1c6c653d8c17" providerId="ADAL" clId="{F3FFD9BF-5079-4F98-9D35-B792E12CAFE7}"/>
    <pc:docChg chg="custSel addSld modSld">
      <pc:chgData name="Laura Standaert" userId="57751787-d58b-49ec-bf32-1c6c653d8c17" providerId="ADAL" clId="{F3FFD9BF-5079-4F98-9D35-B792E12CAFE7}" dt="2024-11-21T09:24:49.693" v="71" actId="729"/>
      <pc:docMkLst>
        <pc:docMk/>
      </pc:docMkLst>
      <pc:sldChg chg="modSp mod">
        <pc:chgData name="Laura Standaert" userId="57751787-d58b-49ec-bf32-1c6c653d8c17" providerId="ADAL" clId="{F3FFD9BF-5079-4F98-9D35-B792E12CAFE7}" dt="2024-11-21T09:24:08.342" v="43" actId="27636"/>
        <pc:sldMkLst>
          <pc:docMk/>
          <pc:sldMk cId="3871603740" sldId="266"/>
        </pc:sldMkLst>
      </pc:sldChg>
      <pc:sldChg chg="modSp mod">
        <pc:chgData name="Laura Standaert" userId="57751787-d58b-49ec-bf32-1c6c653d8c17" providerId="ADAL" clId="{F3FFD9BF-5079-4F98-9D35-B792E12CAFE7}" dt="2024-11-18T09:41:00.979" v="39" actId="403"/>
        <pc:sldMkLst>
          <pc:docMk/>
          <pc:sldMk cId="4282446803" sldId="289"/>
        </pc:sldMkLst>
      </pc:sldChg>
      <pc:sldChg chg="modSp mod">
        <pc:chgData name="Laura Standaert" userId="57751787-d58b-49ec-bf32-1c6c653d8c17" providerId="ADAL" clId="{F3FFD9BF-5079-4F98-9D35-B792E12CAFE7}" dt="2024-11-18T09:30:51.707" v="6" actId="27636"/>
        <pc:sldMkLst>
          <pc:docMk/>
          <pc:sldMk cId="451270851" sldId="530"/>
        </pc:sldMkLst>
      </pc:sldChg>
      <pc:sldChg chg="modSp mod">
        <pc:chgData name="Laura Standaert" userId="57751787-d58b-49ec-bf32-1c6c653d8c17" providerId="ADAL" clId="{F3FFD9BF-5079-4F98-9D35-B792E12CAFE7}" dt="2024-11-18T09:36:46.588" v="10" actId="6549"/>
        <pc:sldMkLst>
          <pc:docMk/>
          <pc:sldMk cId="697409423" sldId="1270"/>
        </pc:sldMkLst>
      </pc:sldChg>
      <pc:sldChg chg="modSp mod">
        <pc:chgData name="Laura Standaert" userId="57751787-d58b-49ec-bf32-1c6c653d8c17" providerId="ADAL" clId="{F3FFD9BF-5079-4F98-9D35-B792E12CAFE7}" dt="2024-11-18T09:30:18.703" v="2" actId="404"/>
        <pc:sldMkLst>
          <pc:docMk/>
          <pc:sldMk cId="3310854968" sldId="1273"/>
        </pc:sldMkLst>
      </pc:sldChg>
      <pc:sldChg chg="modSp mod">
        <pc:chgData name="Laura Standaert" userId="57751787-d58b-49ec-bf32-1c6c653d8c17" providerId="ADAL" clId="{F3FFD9BF-5079-4F98-9D35-B792E12CAFE7}" dt="2024-11-18T09:30:59.814" v="9" actId="404"/>
        <pc:sldMkLst>
          <pc:docMk/>
          <pc:sldMk cId="2980750790" sldId="2076138136"/>
        </pc:sldMkLst>
      </pc:sldChg>
      <pc:sldChg chg="addSp delSp modSp new mod modShow">
        <pc:chgData name="Laura Standaert" userId="57751787-d58b-49ec-bf32-1c6c653d8c17" providerId="ADAL" clId="{F3FFD9BF-5079-4F98-9D35-B792E12CAFE7}" dt="2024-11-21T09:24:49.693" v="71" actId="729"/>
        <pc:sldMkLst>
          <pc:docMk/>
          <pc:sldMk cId="1176467203" sldId="2076138138"/>
        </pc:sldMkLst>
      </pc:sldChg>
    </pc:docChg>
  </pc:docChgLst>
  <pc:docChgLst>
    <pc:chgData name="Paula Oset Garcia" userId="589b13ad-a2c1-4f46-bc3d-10fb2bafbe14" providerId="ADAL" clId="{1A8D7E28-7A77-47D4-95DC-DE7114D8CA22}"/>
    <pc:docChg chg="undo custSel addSld modSld">
      <pc:chgData name="Paula Oset Garcia" userId="589b13ad-a2c1-4f46-bc3d-10fb2bafbe14" providerId="ADAL" clId="{1A8D7E28-7A77-47D4-95DC-DE7114D8CA22}" dt="2024-11-25T05:38:44.930" v="1759" actId="20577"/>
      <pc:docMkLst>
        <pc:docMk/>
      </pc:docMkLst>
      <pc:sldChg chg="modSp mod">
        <pc:chgData name="Paula Oset Garcia" userId="589b13ad-a2c1-4f46-bc3d-10fb2bafbe14" providerId="ADAL" clId="{1A8D7E28-7A77-47D4-95DC-DE7114D8CA22}" dt="2024-11-25T05:38:44.930" v="1759" actId="20577"/>
        <pc:sldMkLst>
          <pc:docMk/>
          <pc:sldMk cId="3084856208" sldId="257"/>
        </pc:sldMkLst>
      </pc:sldChg>
      <pc:sldChg chg="mod modShow">
        <pc:chgData name="Paula Oset Garcia" userId="589b13ad-a2c1-4f46-bc3d-10fb2bafbe14" providerId="ADAL" clId="{1A8D7E28-7A77-47D4-95DC-DE7114D8CA22}" dt="2024-11-14T14:05:21.041" v="1113" actId="729"/>
        <pc:sldMkLst>
          <pc:docMk/>
          <pc:sldMk cId="3913686757" sldId="856"/>
        </pc:sldMkLst>
      </pc:sldChg>
      <pc:sldChg chg="modNotesTx">
        <pc:chgData name="Paula Oset Garcia" userId="589b13ad-a2c1-4f46-bc3d-10fb2bafbe14" providerId="ADAL" clId="{1A8D7E28-7A77-47D4-95DC-DE7114D8CA22}" dt="2024-11-22T14:58:54.940" v="1741" actId="113"/>
        <pc:sldMkLst>
          <pc:docMk/>
          <pc:sldMk cId="697409423" sldId="1270"/>
        </pc:sldMkLst>
      </pc:sldChg>
      <pc:sldChg chg="addSp delSp mod modNotesTx">
        <pc:chgData name="Paula Oset Garcia" userId="589b13ad-a2c1-4f46-bc3d-10fb2bafbe14" providerId="ADAL" clId="{1A8D7E28-7A77-47D4-95DC-DE7114D8CA22}" dt="2024-11-22T14:51:52.055" v="1642" actId="15"/>
        <pc:sldMkLst>
          <pc:docMk/>
          <pc:sldMk cId="3310854968" sldId="1273"/>
        </pc:sldMkLst>
      </pc:sldChg>
      <pc:sldChg chg="modNotesTx">
        <pc:chgData name="Paula Oset Garcia" userId="589b13ad-a2c1-4f46-bc3d-10fb2bafbe14" providerId="ADAL" clId="{1A8D7E28-7A77-47D4-95DC-DE7114D8CA22}" dt="2024-11-25T05:36:07.384" v="1743" actId="20577"/>
        <pc:sldMkLst>
          <pc:docMk/>
          <pc:sldMk cId="2980750790" sldId="2076138136"/>
        </pc:sldMkLst>
      </pc:sldChg>
      <pc:sldChg chg="addSp delSp modSp add mod modAnim modNotesTx">
        <pc:chgData name="Paula Oset Garcia" userId="589b13ad-a2c1-4f46-bc3d-10fb2bafbe14" providerId="ADAL" clId="{1A8D7E28-7A77-47D4-95DC-DE7114D8CA22}" dt="2024-11-22T14:54:15.549" v="1660" actId="12"/>
        <pc:sldMkLst>
          <pc:docMk/>
          <pc:sldMk cId="1934397584" sldId="2076138137"/>
        </pc:sldMkLst>
      </pc:sldChg>
    </pc:docChg>
  </pc:docChgLst>
  <pc:docChgLst>
    <pc:chgData name="Stefanie De Bodt" userId="S::stefanie.debodt@ugent.be::1356c8e2-e336-4a3c-9bed-644cfa7a3883" providerId="AD" clId="Web-{A0D5418C-D3C3-D45F-12EA-F6C62789A049}"/>
    <pc:docChg chg="mod modSld">
      <pc:chgData name="Stefanie De Bodt" userId="S::stefanie.debodt@ugent.be::1356c8e2-e336-4a3c-9bed-644cfa7a3883" providerId="AD" clId="Web-{A0D5418C-D3C3-D45F-12EA-F6C62789A049}" dt="2023-10-23T11:57:11.707" v="23" actId="1076"/>
      <pc:docMkLst>
        <pc:docMk/>
      </pc:docMkLst>
      <pc:sldChg chg="addSp delSp modSp">
        <pc:chgData name="Stefanie De Bodt" userId="S::stefanie.debodt@ugent.be::1356c8e2-e336-4a3c-9bed-644cfa7a3883" providerId="AD" clId="Web-{A0D5418C-D3C3-D45F-12EA-F6C62789A049}" dt="2023-10-23T11:57:11.707" v="23" actId="1076"/>
        <pc:sldMkLst>
          <pc:docMk/>
          <pc:sldMk cId="4282446803" sldId="289"/>
        </pc:sldMkLst>
      </pc:sldChg>
      <pc:sldChg chg="modSp">
        <pc:chgData name="Stefanie De Bodt" userId="S::stefanie.debodt@ugent.be::1356c8e2-e336-4a3c-9bed-644cfa7a3883" providerId="AD" clId="Web-{A0D5418C-D3C3-D45F-12EA-F6C62789A049}" dt="2023-10-23T11:54:02.685" v="2" actId="20577"/>
        <pc:sldMkLst>
          <pc:docMk/>
          <pc:sldMk cId="2655003561" sldId="559"/>
        </pc:sldMkLst>
      </pc:sldChg>
      <pc:sldChg chg="addCm">
        <pc:chgData name="Stefanie De Bodt" userId="S::stefanie.debodt@ugent.be::1356c8e2-e336-4a3c-9bed-644cfa7a3883" providerId="AD" clId="Web-{A0D5418C-D3C3-D45F-12EA-F6C62789A049}" dt="2023-10-23T11:55:00.999" v="4"/>
        <pc:sldMkLst>
          <pc:docMk/>
          <pc:sldMk cId="1272099764" sldId="8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tefanie De Bodt" userId="S::stefanie.debodt@ugent.be::1356c8e2-e336-4a3c-9bed-644cfa7a3883" providerId="AD" clId="Web-{A0D5418C-D3C3-D45F-12EA-F6C62789A049}" dt="2023-10-23T11:55:00.999" v="4"/>
              <pc2:cmMkLst xmlns:pc2="http://schemas.microsoft.com/office/powerpoint/2019/9/main/command">
                <pc:docMk/>
                <pc:sldMk cId="1272099764" sldId="890"/>
                <pc2:cmMk id="{616E7A76-93E7-47CC-8D7B-481977B2104B}"/>
              </pc2:cmMkLst>
            </pc226:cmChg>
          </p:ext>
        </pc:extLst>
      </pc:sldChg>
    </pc:docChg>
  </pc:docChgLst>
  <pc:docChgLst>
    <pc:chgData name="Laura Standaert" userId="57751787-d58b-49ec-bf32-1c6c653d8c17" providerId="ADAL" clId="{0F39FBAB-DB82-4046-84E2-815A83345237}"/>
    <pc:docChg chg="modSld">
      <pc:chgData name="Laura Standaert" userId="57751787-d58b-49ec-bf32-1c6c653d8c17" providerId="ADAL" clId="{0F39FBAB-DB82-4046-84E2-815A83345237}" dt="2023-11-30T13:51:04.024" v="0" actId="729"/>
      <pc:docMkLst>
        <pc:docMk/>
      </pc:docMkLst>
      <pc:sldChg chg="mod modShow">
        <pc:chgData name="Laura Standaert" userId="57751787-d58b-49ec-bf32-1c6c653d8c17" providerId="ADAL" clId="{0F39FBAB-DB82-4046-84E2-815A83345237}" dt="2023-11-30T13:51:04.024" v="0" actId="729"/>
        <pc:sldMkLst>
          <pc:docMk/>
          <pc:sldMk cId="113847766" sldId="1304"/>
        </pc:sldMkLst>
      </pc:sldChg>
    </pc:docChg>
  </pc:docChgLst>
  <pc:docChgLst>
    <pc:chgData name="Paula Oset Garcia" userId="589b13ad-a2c1-4f46-bc3d-10fb2bafbe14" providerId="ADAL" clId="{6A72372D-D59D-4AB8-BE1A-10E07B5D97BD}"/>
    <pc:docChg chg="undo redo custSel addSld delSld modSld sldOrd">
      <pc:chgData name="Paula Oset Garcia" userId="589b13ad-a2c1-4f46-bc3d-10fb2bafbe14" providerId="ADAL" clId="{6A72372D-D59D-4AB8-BE1A-10E07B5D97BD}" dt="2023-10-13T13:48:49.996" v="4025" actId="20577"/>
      <pc:docMkLst>
        <pc:docMk/>
      </pc:docMkLst>
      <pc:sldChg chg="modSp add mod">
        <pc:chgData name="Paula Oset Garcia" userId="589b13ad-a2c1-4f46-bc3d-10fb2bafbe14" providerId="ADAL" clId="{6A72372D-D59D-4AB8-BE1A-10E07B5D97BD}" dt="2023-10-03T12:52:59.506" v="27" actId="20577"/>
        <pc:sldMkLst>
          <pc:docMk/>
          <pc:sldMk cId="671713286" sldId="256"/>
        </pc:sldMkLst>
      </pc:sldChg>
      <pc:sldChg chg="modSp del mod">
        <pc:chgData name="Paula Oset Garcia" userId="589b13ad-a2c1-4f46-bc3d-10fb2bafbe14" providerId="ADAL" clId="{6A72372D-D59D-4AB8-BE1A-10E07B5D97BD}" dt="2023-10-03T12:52:50.272" v="5" actId="47"/>
        <pc:sldMkLst>
          <pc:docMk/>
          <pc:sldMk cId="3355618083" sldId="256"/>
        </pc:sldMkLst>
      </pc:sldChg>
      <pc:sldChg chg="modSp add del mod">
        <pc:chgData name="Paula Oset Garcia" userId="589b13ad-a2c1-4f46-bc3d-10fb2bafbe14" providerId="ADAL" clId="{6A72372D-D59D-4AB8-BE1A-10E07B5D97BD}" dt="2023-10-13T13:39:51.803" v="3978" actId="207"/>
        <pc:sldMkLst>
          <pc:docMk/>
          <pc:sldMk cId="3084856208" sldId="257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706560034" sldId="267"/>
        </pc:sldMkLst>
      </pc:sldChg>
      <pc:sldChg chg="add del">
        <pc:chgData name="Paula Oset Garcia" userId="589b13ad-a2c1-4f46-bc3d-10fb2bafbe14" providerId="ADAL" clId="{6A72372D-D59D-4AB8-BE1A-10E07B5D97BD}" dt="2023-10-04T11:30:33.488" v="3135" actId="47"/>
        <pc:sldMkLst>
          <pc:docMk/>
          <pc:sldMk cId="4282446803" sldId="289"/>
        </pc:sldMkLst>
      </pc:sldChg>
      <pc:sldChg chg="add">
        <pc:chgData name="Paula Oset Garcia" userId="589b13ad-a2c1-4f46-bc3d-10fb2bafbe14" providerId="ADAL" clId="{6A72372D-D59D-4AB8-BE1A-10E07B5D97BD}" dt="2023-10-03T12:49:23.722" v="0"/>
        <pc:sldMkLst>
          <pc:docMk/>
          <pc:sldMk cId="451270851" sldId="530"/>
        </pc:sldMkLst>
      </pc:sldChg>
      <pc:sldChg chg="modSp add del mod">
        <pc:chgData name="Paula Oset Garcia" userId="589b13ad-a2c1-4f46-bc3d-10fb2bafbe14" providerId="ADAL" clId="{6A72372D-D59D-4AB8-BE1A-10E07B5D97BD}" dt="2023-10-13T13:48:31.638" v="4016" actId="20577"/>
        <pc:sldMkLst>
          <pc:docMk/>
          <pc:sldMk cId="2655003561" sldId="559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3403494976" sldId="560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167538776" sldId="574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1721287616" sldId="615"/>
        </pc:sldMkLst>
      </pc:sldChg>
      <pc:sldChg chg="add del">
        <pc:chgData name="Paula Oset Garcia" userId="589b13ad-a2c1-4f46-bc3d-10fb2bafbe14" providerId="ADAL" clId="{6A72372D-D59D-4AB8-BE1A-10E07B5D97BD}" dt="2023-10-03T14:19:11.569" v="348" actId="47"/>
        <pc:sldMkLst>
          <pc:docMk/>
          <pc:sldMk cId="118058070" sldId="797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1048951884" sldId="814"/>
        </pc:sldMkLst>
      </pc:sldChg>
      <pc:sldChg chg="add del">
        <pc:chgData name="Paula Oset Garcia" userId="589b13ad-a2c1-4f46-bc3d-10fb2bafbe14" providerId="ADAL" clId="{6A72372D-D59D-4AB8-BE1A-10E07B5D97BD}" dt="2023-10-13T13:48:25.950" v="4011" actId="47"/>
        <pc:sldMkLst>
          <pc:docMk/>
          <pc:sldMk cId="481775534" sldId="833"/>
        </pc:sldMkLst>
      </pc:sldChg>
      <pc:sldChg chg="add del">
        <pc:chgData name="Paula Oset Garcia" userId="589b13ad-a2c1-4f46-bc3d-10fb2bafbe14" providerId="ADAL" clId="{6A72372D-D59D-4AB8-BE1A-10E07B5D97BD}" dt="2023-10-04T11:31:09.158" v="3137" actId="2696"/>
        <pc:sldMkLst>
          <pc:docMk/>
          <pc:sldMk cId="1011183177" sldId="833"/>
        </pc:sldMkLst>
      </pc:sldChg>
      <pc:sldChg chg="add del">
        <pc:chgData name="Paula Oset Garcia" userId="589b13ad-a2c1-4f46-bc3d-10fb2bafbe14" providerId="ADAL" clId="{6A72372D-D59D-4AB8-BE1A-10E07B5D97BD}" dt="2023-10-13T13:37:43.805" v="3915" actId="47"/>
        <pc:sldMkLst>
          <pc:docMk/>
          <pc:sldMk cId="1750304032" sldId="841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908463700" sldId="843"/>
        </pc:sldMkLst>
      </pc:sldChg>
      <pc:sldChg chg="add del">
        <pc:chgData name="Paula Oset Garcia" userId="589b13ad-a2c1-4f46-bc3d-10fb2bafbe14" providerId="ADAL" clId="{6A72372D-D59D-4AB8-BE1A-10E07B5D97BD}" dt="2023-10-13T13:37:40.255" v="3914" actId="47"/>
        <pc:sldMkLst>
          <pc:docMk/>
          <pc:sldMk cId="1555665868" sldId="846"/>
        </pc:sldMkLst>
      </pc:sldChg>
      <pc:sldChg chg="modSp add mod ord modShow">
        <pc:chgData name="Paula Oset Garcia" userId="589b13ad-a2c1-4f46-bc3d-10fb2bafbe14" providerId="ADAL" clId="{6A72372D-D59D-4AB8-BE1A-10E07B5D97BD}" dt="2023-10-13T13:14:25.679" v="3555" actId="729"/>
        <pc:sldMkLst>
          <pc:docMk/>
          <pc:sldMk cId="3913686757" sldId="856"/>
        </pc:sldMkLst>
      </pc:sldChg>
      <pc:sldChg chg="modSp add del mod">
        <pc:chgData name="Paula Oset Garcia" userId="589b13ad-a2c1-4f46-bc3d-10fb2bafbe14" providerId="ADAL" clId="{6A72372D-D59D-4AB8-BE1A-10E07B5D97BD}" dt="2023-10-13T13:30:12.169" v="3703" actId="20577"/>
        <pc:sldMkLst>
          <pc:docMk/>
          <pc:sldMk cId="1544253250" sldId="864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034864445" sldId="865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279914552" sldId="867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324813457" sldId="868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1711353037" sldId="869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1119573043" sldId="871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3759856675" sldId="874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1196053644" sldId="875"/>
        </pc:sldMkLst>
      </pc:sldChg>
      <pc:sldChg chg="add del">
        <pc:chgData name="Paula Oset Garcia" userId="589b13ad-a2c1-4f46-bc3d-10fb2bafbe14" providerId="ADAL" clId="{6A72372D-D59D-4AB8-BE1A-10E07B5D97BD}" dt="2023-10-03T14:20:07.384" v="360" actId="47"/>
        <pc:sldMkLst>
          <pc:docMk/>
          <pc:sldMk cId="2001073560" sldId="876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853628085" sldId="877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92593580" sldId="878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4193578625" sldId="879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16210516" sldId="880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4230711773" sldId="881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880263725" sldId="882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382208872" sldId="883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4119643596" sldId="884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818432954" sldId="885"/>
        </pc:sldMkLst>
      </pc:sldChg>
      <pc:sldChg chg="modSp add del mod">
        <pc:chgData name="Paula Oset Garcia" userId="589b13ad-a2c1-4f46-bc3d-10fb2bafbe14" providerId="ADAL" clId="{6A72372D-D59D-4AB8-BE1A-10E07B5D97BD}" dt="2023-10-04T11:31:37.817" v="3139" actId="47"/>
        <pc:sldMkLst>
          <pc:docMk/>
          <pc:sldMk cId="4203396519" sldId="888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314592689" sldId="889"/>
        </pc:sldMkLst>
      </pc:sldChg>
      <pc:sldChg chg="modSp add del mod">
        <pc:chgData name="Paula Oset Garcia" userId="589b13ad-a2c1-4f46-bc3d-10fb2bafbe14" providerId="ADAL" clId="{6A72372D-D59D-4AB8-BE1A-10E07B5D97BD}" dt="2023-10-13T13:48:49.996" v="4025" actId="20577"/>
        <pc:sldMkLst>
          <pc:docMk/>
          <pc:sldMk cId="1272099764" sldId="890"/>
        </pc:sldMkLst>
      </pc:sldChg>
      <pc:sldChg chg="delSp modSp add mod ord">
        <pc:chgData name="Paula Oset Garcia" userId="589b13ad-a2c1-4f46-bc3d-10fb2bafbe14" providerId="ADAL" clId="{6A72372D-D59D-4AB8-BE1A-10E07B5D97BD}" dt="2023-10-03T14:18:52.244" v="347" actId="1076"/>
        <pc:sldMkLst>
          <pc:docMk/>
          <pc:sldMk cId="3555707180" sldId="891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4042203893" sldId="894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519006837" sldId="899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3704056290" sldId="900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1378211" sldId="901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487153098" sldId="902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4114207098" sldId="903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938660907" sldId="908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426476585" sldId="909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249340185" sldId="910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3846189399" sldId="911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355442812" sldId="912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497868261" sldId="913"/>
        </pc:sldMkLst>
      </pc:sldChg>
      <pc:sldChg chg="add del">
        <pc:chgData name="Paula Oset Garcia" userId="589b13ad-a2c1-4f46-bc3d-10fb2bafbe14" providerId="ADAL" clId="{6A72372D-D59D-4AB8-BE1A-10E07B5D97BD}" dt="2023-10-04T08:44:34.720" v="2327" actId="47"/>
        <pc:sldMkLst>
          <pc:docMk/>
          <pc:sldMk cId="3262337739" sldId="914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2566294897" sldId="916"/>
        </pc:sldMkLst>
      </pc:sldChg>
      <pc:sldChg chg="add">
        <pc:chgData name="Paula Oset Garcia" userId="589b13ad-a2c1-4f46-bc3d-10fb2bafbe14" providerId="ADAL" clId="{6A72372D-D59D-4AB8-BE1A-10E07B5D97BD}" dt="2023-10-03T12:51:19.522" v="3"/>
        <pc:sldMkLst>
          <pc:docMk/>
          <pc:sldMk cId="3431092181" sldId="1225"/>
        </pc:sldMkLst>
      </pc:sldChg>
      <pc:sldChg chg="add del">
        <pc:chgData name="Paula Oset Garcia" userId="589b13ad-a2c1-4f46-bc3d-10fb2bafbe14" providerId="ADAL" clId="{6A72372D-D59D-4AB8-BE1A-10E07B5D97BD}" dt="2023-10-04T08:44:36.955" v="2328" actId="47"/>
        <pc:sldMkLst>
          <pc:docMk/>
          <pc:sldMk cId="1489244235" sldId="1252"/>
        </pc:sldMkLst>
      </pc:sldChg>
      <pc:sldChg chg="add ord">
        <pc:chgData name="Paula Oset Garcia" userId="589b13ad-a2c1-4f46-bc3d-10fb2bafbe14" providerId="ADAL" clId="{6A72372D-D59D-4AB8-BE1A-10E07B5D97BD}" dt="2023-10-04T08:19:04.274" v="1919"/>
        <pc:sldMkLst>
          <pc:docMk/>
          <pc:sldMk cId="1202723557" sldId="1263"/>
        </pc:sldMkLst>
      </pc:sldChg>
      <pc:sldChg chg="add del">
        <pc:chgData name="Paula Oset Garcia" userId="589b13ad-a2c1-4f46-bc3d-10fb2bafbe14" providerId="ADAL" clId="{6A72372D-D59D-4AB8-BE1A-10E07B5D97BD}" dt="2023-10-03T14:44:05.588" v="595" actId="47"/>
        <pc:sldMkLst>
          <pc:docMk/>
          <pc:sldMk cId="459373912" sldId="1268"/>
        </pc:sldMkLst>
      </pc:sldChg>
      <pc:sldChg chg="add del mod modShow">
        <pc:chgData name="Paula Oset Garcia" userId="589b13ad-a2c1-4f46-bc3d-10fb2bafbe14" providerId="ADAL" clId="{6A72372D-D59D-4AB8-BE1A-10E07B5D97BD}" dt="2023-10-13T13:27:39.830" v="3679" actId="47"/>
        <pc:sldMkLst>
          <pc:docMk/>
          <pc:sldMk cId="2080472695" sldId="1269"/>
        </pc:sldMkLst>
      </pc:sldChg>
      <pc:sldChg chg="add">
        <pc:chgData name="Paula Oset Garcia" userId="589b13ad-a2c1-4f46-bc3d-10fb2bafbe14" providerId="ADAL" clId="{6A72372D-D59D-4AB8-BE1A-10E07B5D97BD}" dt="2023-10-03T12:51:19.522" v="3"/>
        <pc:sldMkLst>
          <pc:docMk/>
          <pc:sldMk cId="697409423" sldId="1270"/>
        </pc:sldMkLst>
      </pc:sldChg>
      <pc:sldChg chg="modSp add mod">
        <pc:chgData name="Paula Oset Garcia" userId="589b13ad-a2c1-4f46-bc3d-10fb2bafbe14" providerId="ADAL" clId="{6A72372D-D59D-4AB8-BE1A-10E07B5D97BD}" dt="2023-10-13T13:39:17.458" v="3973" actId="20577"/>
        <pc:sldMkLst>
          <pc:docMk/>
          <pc:sldMk cId="2005812304" sldId="1271"/>
        </pc:sldMkLst>
      </pc:sldChg>
      <pc:sldChg chg="add del">
        <pc:chgData name="Paula Oset Garcia" userId="589b13ad-a2c1-4f46-bc3d-10fb2bafbe14" providerId="ADAL" clId="{6A72372D-D59D-4AB8-BE1A-10E07B5D97BD}" dt="2023-10-04T11:31:37.817" v="3139" actId="47"/>
        <pc:sldMkLst>
          <pc:docMk/>
          <pc:sldMk cId="1928148331" sldId="1272"/>
        </pc:sldMkLst>
      </pc:sldChg>
      <pc:sldChg chg="addSp delSp modSp new mod modClrScheme chgLayout">
        <pc:chgData name="Paula Oset Garcia" userId="589b13ad-a2c1-4f46-bc3d-10fb2bafbe14" providerId="ADAL" clId="{6A72372D-D59D-4AB8-BE1A-10E07B5D97BD}" dt="2023-10-13T13:03:01.652" v="3550" actId="20577"/>
        <pc:sldMkLst>
          <pc:docMk/>
          <pc:sldMk cId="3310854968" sldId="1273"/>
        </pc:sldMkLst>
      </pc:sldChg>
      <pc:sldChg chg="addSp delSp modSp add del mod chgLayout">
        <pc:chgData name="Paula Oset Garcia" userId="589b13ad-a2c1-4f46-bc3d-10fb2bafbe14" providerId="ADAL" clId="{6A72372D-D59D-4AB8-BE1A-10E07B5D97BD}" dt="2023-10-13T13:03:06.734" v="3551" actId="47"/>
        <pc:sldMkLst>
          <pc:docMk/>
          <pc:sldMk cId="895148344" sldId="1274"/>
        </pc:sldMkLst>
      </pc:sldChg>
      <pc:sldChg chg="delSp modSp add del mod modTransition">
        <pc:chgData name="Paula Oset Garcia" userId="589b13ad-a2c1-4f46-bc3d-10fb2bafbe14" providerId="ADAL" clId="{6A72372D-D59D-4AB8-BE1A-10E07B5D97BD}" dt="2023-10-04T08:42:00.845" v="2311" actId="47"/>
        <pc:sldMkLst>
          <pc:docMk/>
          <pc:sldMk cId="3399419990" sldId="1275"/>
        </pc:sldMkLst>
      </pc:sldChg>
      <pc:sldChg chg="add del">
        <pc:chgData name="Paula Oset Garcia" userId="589b13ad-a2c1-4f46-bc3d-10fb2bafbe14" providerId="ADAL" clId="{6A72372D-D59D-4AB8-BE1A-10E07B5D97BD}" dt="2023-10-03T14:23:15.119" v="362" actId="47"/>
        <pc:sldMkLst>
          <pc:docMk/>
          <pc:sldMk cId="2563053612" sldId="1276"/>
        </pc:sldMkLst>
      </pc:sldChg>
      <pc:sldChg chg="addSp delSp modSp add del mod modTransition">
        <pc:chgData name="Paula Oset Garcia" userId="589b13ad-a2c1-4f46-bc3d-10fb2bafbe14" providerId="ADAL" clId="{6A72372D-D59D-4AB8-BE1A-10E07B5D97BD}" dt="2023-10-04T08:41:59.829" v="2310" actId="47"/>
        <pc:sldMkLst>
          <pc:docMk/>
          <pc:sldMk cId="2591132285" sldId="1276"/>
        </pc:sldMkLst>
      </pc:sldChg>
      <pc:sldChg chg="addSp delSp modSp add del mod">
        <pc:chgData name="Paula Oset Garcia" userId="589b13ad-a2c1-4f46-bc3d-10fb2bafbe14" providerId="ADAL" clId="{6A72372D-D59D-4AB8-BE1A-10E07B5D97BD}" dt="2023-10-04T08:41:55.653" v="2307" actId="47"/>
        <pc:sldMkLst>
          <pc:docMk/>
          <pc:sldMk cId="2792498431" sldId="1277"/>
        </pc:sldMkLst>
      </pc:sldChg>
      <pc:sldChg chg="addSp delSp modSp add del mod">
        <pc:chgData name="Paula Oset Garcia" userId="589b13ad-a2c1-4f46-bc3d-10fb2bafbe14" providerId="ADAL" clId="{6A72372D-D59D-4AB8-BE1A-10E07B5D97BD}" dt="2023-10-04T08:41:57.177" v="2308" actId="47"/>
        <pc:sldMkLst>
          <pc:docMk/>
          <pc:sldMk cId="83592454" sldId="1278"/>
        </pc:sldMkLst>
      </pc:sldChg>
      <pc:sldChg chg="addSp delSp modSp add del mod">
        <pc:chgData name="Paula Oset Garcia" userId="589b13ad-a2c1-4f46-bc3d-10fb2bafbe14" providerId="ADAL" clId="{6A72372D-D59D-4AB8-BE1A-10E07B5D97BD}" dt="2023-10-04T08:41:58.796" v="2309" actId="47"/>
        <pc:sldMkLst>
          <pc:docMk/>
          <pc:sldMk cId="449609712" sldId="1279"/>
        </pc:sldMkLst>
      </pc:sldChg>
      <pc:sldChg chg="addSp delSp modSp new del mod">
        <pc:chgData name="Paula Oset Garcia" userId="589b13ad-a2c1-4f46-bc3d-10fb2bafbe14" providerId="ADAL" clId="{6A72372D-D59D-4AB8-BE1A-10E07B5D97BD}" dt="2023-10-04T08:18:26.678" v="1916" actId="47"/>
        <pc:sldMkLst>
          <pc:docMk/>
          <pc:sldMk cId="3825216840" sldId="1280"/>
        </pc:sldMkLst>
      </pc:sldChg>
      <pc:sldChg chg="addSp delSp modSp add mod ord modTransition addAnim delAnim modAnim chgLayout">
        <pc:chgData name="Paula Oset Garcia" userId="589b13ad-a2c1-4f46-bc3d-10fb2bafbe14" providerId="ADAL" clId="{6A72372D-D59D-4AB8-BE1A-10E07B5D97BD}" dt="2023-10-13T13:25:14.538" v="3650" actId="1076"/>
        <pc:sldMkLst>
          <pc:docMk/>
          <pc:sldMk cId="1935322014" sldId="1281"/>
        </pc:sldMkLst>
      </pc:sldChg>
      <pc:sldChg chg="modSp add del mod ord">
        <pc:chgData name="Paula Oset Garcia" userId="589b13ad-a2c1-4f46-bc3d-10fb2bafbe14" providerId="ADAL" clId="{6A72372D-D59D-4AB8-BE1A-10E07B5D97BD}" dt="2023-10-04T08:46:45.403" v="2356" actId="47"/>
        <pc:sldMkLst>
          <pc:docMk/>
          <pc:sldMk cId="554155917" sldId="1282"/>
        </pc:sldMkLst>
      </pc:sldChg>
      <pc:sldChg chg="addSp delSp modSp new del mod modClrScheme chgLayout">
        <pc:chgData name="Paula Oset Garcia" userId="589b13ad-a2c1-4f46-bc3d-10fb2bafbe14" providerId="ADAL" clId="{6A72372D-D59D-4AB8-BE1A-10E07B5D97BD}" dt="2023-10-13T13:04:31.019" v="3554" actId="47"/>
        <pc:sldMkLst>
          <pc:docMk/>
          <pc:sldMk cId="1864131180" sldId="1283"/>
        </pc:sldMkLst>
      </pc:sldChg>
      <pc:sldChg chg="addSp delSp modSp add del mod modTransition delAnim modAnim modShow">
        <pc:chgData name="Paula Oset Garcia" userId="589b13ad-a2c1-4f46-bc3d-10fb2bafbe14" providerId="ADAL" clId="{6A72372D-D59D-4AB8-BE1A-10E07B5D97BD}" dt="2023-10-13T13:27:17.110" v="3673" actId="47"/>
        <pc:sldMkLst>
          <pc:docMk/>
          <pc:sldMk cId="3602461291" sldId="1284"/>
        </pc:sldMkLst>
      </pc:sldChg>
      <pc:sldChg chg="delSp modSp add del mod modTransition modShow">
        <pc:chgData name="Paula Oset Garcia" userId="589b13ad-a2c1-4f46-bc3d-10fb2bafbe14" providerId="ADAL" clId="{6A72372D-D59D-4AB8-BE1A-10E07B5D97BD}" dt="2023-10-13T13:27:18.148" v="3674" actId="47"/>
        <pc:sldMkLst>
          <pc:docMk/>
          <pc:sldMk cId="2421476347" sldId="1285"/>
        </pc:sldMkLst>
      </pc:sldChg>
      <pc:sldChg chg="addSp delSp modSp add del mod modTransition">
        <pc:chgData name="Paula Oset Garcia" userId="589b13ad-a2c1-4f46-bc3d-10fb2bafbe14" providerId="ADAL" clId="{6A72372D-D59D-4AB8-BE1A-10E07B5D97BD}" dt="2023-10-13T13:03:24.968" v="3552" actId="47"/>
        <pc:sldMkLst>
          <pc:docMk/>
          <pc:sldMk cId="1980146041" sldId="1286"/>
        </pc:sldMkLst>
      </pc:sldChg>
      <pc:sldChg chg="addSp delSp modSp add del mod modTransition">
        <pc:chgData name="Paula Oset Garcia" userId="589b13ad-a2c1-4f46-bc3d-10fb2bafbe14" providerId="ADAL" clId="{6A72372D-D59D-4AB8-BE1A-10E07B5D97BD}" dt="2023-10-13T13:03:24.968" v="3552" actId="47"/>
        <pc:sldMkLst>
          <pc:docMk/>
          <pc:sldMk cId="2313039155" sldId="1287"/>
        </pc:sldMkLst>
      </pc:sldChg>
      <pc:sldChg chg="addSp delSp modSp new mod modClrScheme chgLayout">
        <pc:chgData name="Paula Oset Garcia" userId="589b13ad-a2c1-4f46-bc3d-10fb2bafbe14" providerId="ADAL" clId="{6A72372D-D59D-4AB8-BE1A-10E07B5D97BD}" dt="2023-10-04T08:45:04.460" v="2331"/>
        <pc:sldMkLst>
          <pc:docMk/>
          <pc:sldMk cId="1143360706" sldId="1288"/>
        </pc:sldMkLst>
      </pc:sldChg>
      <pc:sldChg chg="add del modTransition modAnim">
        <pc:chgData name="Paula Oset Garcia" userId="589b13ad-a2c1-4f46-bc3d-10fb2bafbe14" providerId="ADAL" clId="{6A72372D-D59D-4AB8-BE1A-10E07B5D97BD}" dt="2023-10-13T13:26:42.062" v="3665" actId="47"/>
        <pc:sldMkLst>
          <pc:docMk/>
          <pc:sldMk cId="958261874" sldId="1289"/>
        </pc:sldMkLst>
      </pc:sldChg>
      <pc:sldChg chg="add del">
        <pc:chgData name="Paula Oset Garcia" userId="589b13ad-a2c1-4f46-bc3d-10fb2bafbe14" providerId="ADAL" clId="{6A72372D-D59D-4AB8-BE1A-10E07B5D97BD}" dt="2023-10-04T08:54:30.070" v="2451" actId="47"/>
        <pc:sldMkLst>
          <pc:docMk/>
          <pc:sldMk cId="4127558506" sldId="1290"/>
        </pc:sldMkLst>
      </pc:sldChg>
      <pc:sldChg chg="addSp delSp modSp add mod">
        <pc:chgData name="Paula Oset Garcia" userId="589b13ad-a2c1-4f46-bc3d-10fb2bafbe14" providerId="ADAL" clId="{6A72372D-D59D-4AB8-BE1A-10E07B5D97BD}" dt="2023-10-04T09:16:28.195" v="2657" actId="1038"/>
        <pc:sldMkLst>
          <pc:docMk/>
          <pc:sldMk cId="777039177" sldId="1291"/>
        </pc:sldMkLst>
      </pc:sldChg>
      <pc:sldChg chg="add mod modShow">
        <pc:chgData name="Paula Oset Garcia" userId="589b13ad-a2c1-4f46-bc3d-10fb2bafbe14" providerId="ADAL" clId="{6A72372D-D59D-4AB8-BE1A-10E07B5D97BD}" dt="2023-10-13T13:14:52.985" v="3558" actId="729"/>
        <pc:sldMkLst>
          <pc:docMk/>
          <pc:sldMk cId="3180698511" sldId="1292"/>
        </pc:sldMkLst>
      </pc:sldChg>
      <pc:sldChg chg="add">
        <pc:chgData name="Paula Oset Garcia" userId="589b13ad-a2c1-4f46-bc3d-10fb2bafbe14" providerId="ADAL" clId="{6A72372D-D59D-4AB8-BE1A-10E07B5D97BD}" dt="2023-10-04T08:50:05.071" v="2376"/>
        <pc:sldMkLst>
          <pc:docMk/>
          <pc:sldMk cId="699112161" sldId="1293"/>
        </pc:sldMkLst>
      </pc:sldChg>
      <pc:sldChg chg="addSp modSp add mod modShow">
        <pc:chgData name="Paula Oset Garcia" userId="589b13ad-a2c1-4f46-bc3d-10fb2bafbe14" providerId="ADAL" clId="{6A72372D-D59D-4AB8-BE1A-10E07B5D97BD}" dt="2023-10-13T13:15:14.610" v="3560" actId="729"/>
        <pc:sldMkLst>
          <pc:docMk/>
          <pc:sldMk cId="2507075557" sldId="1294"/>
        </pc:sldMkLst>
      </pc:sldChg>
      <pc:sldChg chg="addSp delSp modSp add mod ord modShow">
        <pc:chgData name="Paula Oset Garcia" userId="589b13ad-a2c1-4f46-bc3d-10fb2bafbe14" providerId="ADAL" clId="{6A72372D-D59D-4AB8-BE1A-10E07B5D97BD}" dt="2023-10-13T13:15:08.299" v="3559" actId="729"/>
        <pc:sldMkLst>
          <pc:docMk/>
          <pc:sldMk cId="519902490" sldId="1295"/>
        </pc:sldMkLst>
      </pc:sldChg>
      <pc:sldChg chg="add ord">
        <pc:chgData name="Paula Oset Garcia" userId="589b13ad-a2c1-4f46-bc3d-10fb2bafbe14" providerId="ADAL" clId="{6A72372D-D59D-4AB8-BE1A-10E07B5D97BD}" dt="2023-10-13T13:27:52.676" v="3681"/>
        <pc:sldMkLst>
          <pc:docMk/>
          <pc:sldMk cId="4017927483" sldId="1296"/>
        </pc:sldMkLst>
      </pc:sldChg>
      <pc:sldChg chg="add del">
        <pc:chgData name="Paula Oset Garcia" userId="589b13ad-a2c1-4f46-bc3d-10fb2bafbe14" providerId="ADAL" clId="{6A72372D-D59D-4AB8-BE1A-10E07B5D97BD}" dt="2023-10-13T13:29:21.261" v="3691" actId="47"/>
        <pc:sldMkLst>
          <pc:docMk/>
          <pc:sldMk cId="98372920" sldId="1297"/>
        </pc:sldMkLst>
      </pc:sldChg>
      <pc:sldChg chg="modSp add del mod ord modShow">
        <pc:chgData name="Paula Oset Garcia" userId="589b13ad-a2c1-4f46-bc3d-10fb2bafbe14" providerId="ADAL" clId="{6A72372D-D59D-4AB8-BE1A-10E07B5D97BD}" dt="2023-10-13T13:29:07.680" v="3690" actId="47"/>
        <pc:sldMkLst>
          <pc:docMk/>
          <pc:sldMk cId="1491007842" sldId="1298"/>
        </pc:sldMkLst>
      </pc:sldChg>
      <pc:sldChg chg="add del ord">
        <pc:chgData name="Paula Oset Garcia" userId="589b13ad-a2c1-4f46-bc3d-10fb2bafbe14" providerId="ADAL" clId="{6A72372D-D59D-4AB8-BE1A-10E07B5D97BD}" dt="2023-10-13T13:29:07.680" v="3690" actId="47"/>
        <pc:sldMkLst>
          <pc:docMk/>
          <pc:sldMk cId="3360696685" sldId="1299"/>
        </pc:sldMkLst>
      </pc:sldChg>
      <pc:sldChg chg="add del ord">
        <pc:chgData name="Paula Oset Garcia" userId="589b13ad-a2c1-4f46-bc3d-10fb2bafbe14" providerId="ADAL" clId="{6A72372D-D59D-4AB8-BE1A-10E07B5D97BD}" dt="2023-10-13T13:29:07.680" v="3690" actId="47"/>
        <pc:sldMkLst>
          <pc:docMk/>
          <pc:sldMk cId="3142796951" sldId="1300"/>
        </pc:sldMkLst>
      </pc:sldChg>
      <pc:sldChg chg="new del">
        <pc:chgData name="Paula Oset Garcia" userId="589b13ad-a2c1-4f46-bc3d-10fb2bafbe14" providerId="ADAL" clId="{6A72372D-D59D-4AB8-BE1A-10E07B5D97BD}" dt="2023-10-13T13:25:35.634" v="3651" actId="47"/>
        <pc:sldMkLst>
          <pc:docMk/>
          <pc:sldMk cId="228046655" sldId="1301"/>
        </pc:sldMkLst>
      </pc:sldChg>
      <pc:sldChg chg="addSp modSp add modNotesTx">
        <pc:chgData name="Paula Oset Garcia" userId="589b13ad-a2c1-4f46-bc3d-10fb2bafbe14" providerId="ADAL" clId="{6A72372D-D59D-4AB8-BE1A-10E07B5D97BD}" dt="2023-10-13T13:27:36.672" v="3678" actId="20577"/>
        <pc:sldMkLst>
          <pc:docMk/>
          <pc:sldMk cId="522407800" sldId="1301"/>
        </pc:sldMkLst>
      </pc:sldChg>
      <pc:sldChg chg="addSp delSp modSp new mod modClrScheme chgLayout">
        <pc:chgData name="Paula Oset Garcia" userId="589b13ad-a2c1-4f46-bc3d-10fb2bafbe14" providerId="ADAL" clId="{6A72372D-D59D-4AB8-BE1A-10E07B5D97BD}" dt="2023-10-13T13:47:19.815" v="4007" actId="20577"/>
        <pc:sldMkLst>
          <pc:docMk/>
          <pc:sldMk cId="3706617868" sldId="1302"/>
        </pc:sldMkLst>
      </pc:sldChg>
      <pc:sldChg chg="addSp delSp modSp new mod">
        <pc:chgData name="Paula Oset Garcia" userId="589b13ad-a2c1-4f46-bc3d-10fb2bafbe14" providerId="ADAL" clId="{6A72372D-D59D-4AB8-BE1A-10E07B5D97BD}" dt="2023-10-13T13:31:16.677" v="3760" actId="478"/>
        <pc:sldMkLst>
          <pc:docMk/>
          <pc:sldMk cId="4165348434" sldId="1303"/>
        </pc:sldMkLst>
      </pc:sldChg>
      <pc:sldChg chg="addSp delSp modSp new mod">
        <pc:chgData name="Paula Oset Garcia" userId="589b13ad-a2c1-4f46-bc3d-10fb2bafbe14" providerId="ADAL" clId="{6A72372D-D59D-4AB8-BE1A-10E07B5D97BD}" dt="2023-10-13T13:35:12.268" v="3874" actId="20577"/>
        <pc:sldMkLst>
          <pc:docMk/>
          <pc:sldMk cId="113847766" sldId="1304"/>
        </pc:sldMkLst>
      </pc:sldChg>
    </pc:docChg>
  </pc:docChgLst>
  <pc:docChgLst>
    <pc:chgData name="Stefanie De Bodt" userId="S::stefanie.debodt@ugent.be::1356c8e2-e336-4a3c-9bed-644cfa7a3883" providerId="AD" clId="Web-{03BDE5E8-94FD-E81D-4EEE-867D2FD3F768}"/>
    <pc:docChg chg="modSld">
      <pc:chgData name="Stefanie De Bodt" userId="S::stefanie.debodt@ugent.be::1356c8e2-e336-4a3c-9bed-644cfa7a3883" providerId="AD" clId="Web-{03BDE5E8-94FD-E81D-4EEE-867D2FD3F768}" dt="2023-10-13T14:08:10.500" v="4" actId="20577"/>
      <pc:docMkLst>
        <pc:docMk/>
      </pc:docMkLst>
      <pc:sldChg chg="modSp">
        <pc:chgData name="Stefanie De Bodt" userId="S::stefanie.debodt@ugent.be::1356c8e2-e336-4a3c-9bed-644cfa7a3883" providerId="AD" clId="Web-{03BDE5E8-94FD-E81D-4EEE-867D2FD3F768}" dt="2023-10-13T14:08:10.500" v="4" actId="20577"/>
        <pc:sldMkLst>
          <pc:docMk/>
          <pc:sldMk cId="2655003561" sldId="559"/>
        </pc:sldMkLst>
      </pc:sldChg>
      <pc:sldChg chg="modSp">
        <pc:chgData name="Stefanie De Bodt" userId="S::stefanie.debodt@ugent.be::1356c8e2-e336-4a3c-9bed-644cfa7a3883" providerId="AD" clId="Web-{03BDE5E8-94FD-E81D-4EEE-867D2FD3F768}" dt="2023-10-13T14:04:37.821" v="1" actId="20577"/>
        <pc:sldMkLst>
          <pc:docMk/>
          <pc:sldMk cId="3913686757" sldId="856"/>
        </pc:sldMkLst>
      </pc:sldChg>
    </pc:docChg>
  </pc:docChgLst>
  <pc:docChgLst>
    <pc:chgData name="Stefanie De Bodt" userId="1356c8e2-e336-4a3c-9bed-644cfa7a3883" providerId="ADAL" clId="{909D328E-D692-4757-B1C8-6E96FA588BF9}"/>
    <pc:docChg chg="undo custSel addSld delSld modSld">
      <pc:chgData name="Stefanie De Bodt" userId="1356c8e2-e336-4a3c-9bed-644cfa7a3883" providerId="ADAL" clId="{909D328E-D692-4757-B1C8-6E96FA588BF9}" dt="2025-02-19T16:14:18.528" v="5" actId="729"/>
      <pc:docMkLst>
        <pc:docMk/>
      </pc:docMkLst>
      <pc:sldChg chg="del">
        <pc:chgData name="Stefanie De Bodt" userId="1356c8e2-e336-4a3c-9bed-644cfa7a3883" providerId="ADAL" clId="{909D328E-D692-4757-B1C8-6E96FA588BF9}" dt="2025-02-19T16:09:25.078" v="0" actId="47"/>
        <pc:sldMkLst>
          <pc:docMk/>
          <pc:sldMk cId="3871603740" sldId="266"/>
        </pc:sldMkLst>
      </pc:sldChg>
      <pc:sldChg chg="mod modShow">
        <pc:chgData name="Stefanie De Bodt" userId="1356c8e2-e336-4a3c-9bed-644cfa7a3883" providerId="ADAL" clId="{909D328E-D692-4757-B1C8-6E96FA588BF9}" dt="2025-02-19T16:14:18.528" v="5" actId="729"/>
        <pc:sldMkLst>
          <pc:docMk/>
          <pc:sldMk cId="113847766" sldId="1304"/>
        </pc:sldMkLst>
      </pc:sldChg>
      <pc:sldChg chg="add">
        <pc:chgData name="Stefanie De Bodt" userId="1356c8e2-e336-4a3c-9bed-644cfa7a3883" providerId="ADAL" clId="{909D328E-D692-4757-B1C8-6E96FA588BF9}" dt="2025-02-19T16:09:34.706" v="3"/>
        <pc:sldMkLst>
          <pc:docMk/>
          <pc:sldMk cId="3871603740" sldId="2076138129"/>
        </pc:sldMkLst>
      </pc:sldChg>
      <pc:sldChg chg="modSp mod">
        <pc:chgData name="Stefanie De Bodt" userId="1356c8e2-e336-4a3c-9bed-644cfa7a3883" providerId="ADAL" clId="{909D328E-D692-4757-B1C8-6E96FA588BF9}" dt="2025-02-19T16:10:38.554" v="4" actId="20577"/>
        <pc:sldMkLst>
          <pc:docMk/>
          <pc:sldMk cId="1934397584" sldId="2076138137"/>
        </pc:sldMkLst>
      </pc:sldChg>
      <pc:sldChg chg="addSp delSp mod">
        <pc:chgData name="Stefanie De Bodt" userId="1356c8e2-e336-4a3c-9bed-644cfa7a3883" providerId="ADAL" clId="{909D328E-D692-4757-B1C8-6E96FA588BF9}" dt="2025-02-19T16:09:27.485" v="2" actId="22"/>
        <pc:sldMkLst>
          <pc:docMk/>
          <pc:sldMk cId="1176467203" sldId="2076138138"/>
        </pc:sldMkLst>
      </pc:sldChg>
    </pc:docChg>
  </pc:docChgLst>
  <pc:docChgLst>
    <pc:chgData name="Paula Oset Garcia" userId="589b13ad-a2c1-4f46-bc3d-10fb2bafbe14" providerId="ADAL" clId="{6833D725-B939-4EB6-A1F0-933C926F721E}"/>
    <pc:docChg chg="modSld">
      <pc:chgData name="Paula Oset Garcia" userId="589b13ad-a2c1-4f46-bc3d-10fb2bafbe14" providerId="ADAL" clId="{6833D725-B939-4EB6-A1F0-933C926F721E}" dt="2024-04-25T08:34:25.647" v="0" actId="729"/>
      <pc:docMkLst>
        <pc:docMk/>
      </pc:docMkLst>
      <pc:sldChg chg="mod modShow">
        <pc:chgData name="Paula Oset Garcia" userId="589b13ad-a2c1-4f46-bc3d-10fb2bafbe14" providerId="ADAL" clId="{6833D725-B939-4EB6-A1F0-933C926F721E}" dt="2024-04-25T08:34:25.647" v="0" actId="729"/>
        <pc:sldMkLst>
          <pc:docMk/>
          <pc:sldMk cId="113847766" sldId="1304"/>
        </pc:sldMkLst>
      </pc:sldChg>
    </pc:docChg>
  </pc:docChgLst>
  <pc:docChgLst>
    <pc:chgData name="Laura Standaert" userId="57751787-d58b-49ec-bf32-1c6c653d8c17" providerId="ADAL" clId="{D0508986-69B4-441D-92DB-34C9485C3DF8}"/>
    <pc:docChg chg="custSel delSld modSld">
      <pc:chgData name="Laura Standaert" userId="57751787-d58b-49ec-bf32-1c6c653d8c17" providerId="ADAL" clId="{D0508986-69B4-441D-92DB-34C9485C3DF8}" dt="2025-10-16T11:55:10.179" v="208" actId="47"/>
      <pc:docMkLst>
        <pc:docMk/>
      </pc:docMkLst>
      <pc:sldChg chg="del">
        <pc:chgData name="Laura Standaert" userId="57751787-d58b-49ec-bf32-1c6c653d8c17" providerId="ADAL" clId="{D0508986-69B4-441D-92DB-34C9485C3DF8}" dt="2025-10-16T11:51:14.614" v="8" actId="47"/>
        <pc:sldMkLst>
          <pc:docMk/>
          <pc:sldMk cId="671713286" sldId="256"/>
        </pc:sldMkLst>
      </pc:sldChg>
      <pc:sldChg chg="del">
        <pc:chgData name="Laura Standaert" userId="57751787-d58b-49ec-bf32-1c6c653d8c17" providerId="ADAL" clId="{D0508986-69B4-441D-92DB-34C9485C3DF8}" dt="2025-10-16T11:51:08.117" v="2" actId="47"/>
        <pc:sldMkLst>
          <pc:docMk/>
          <pc:sldMk cId="451270851" sldId="530"/>
        </pc:sldMkLst>
      </pc:sldChg>
      <pc:sldChg chg="del">
        <pc:chgData name="Laura Standaert" userId="57751787-d58b-49ec-bf32-1c6c653d8c17" providerId="ADAL" clId="{D0508986-69B4-441D-92DB-34C9485C3DF8}" dt="2025-10-16T11:54:45.625" v="204" actId="47"/>
        <pc:sldMkLst>
          <pc:docMk/>
          <pc:sldMk cId="3793681565" sldId="559"/>
        </pc:sldMkLst>
      </pc:sldChg>
      <pc:sldChg chg="del">
        <pc:chgData name="Laura Standaert" userId="57751787-d58b-49ec-bf32-1c6c653d8c17" providerId="ADAL" clId="{D0508986-69B4-441D-92DB-34C9485C3DF8}" dt="2025-10-16T11:51:09.195" v="3" actId="47"/>
        <pc:sldMkLst>
          <pc:docMk/>
          <pc:sldMk cId="3913686757" sldId="856"/>
        </pc:sldMkLst>
      </pc:sldChg>
      <pc:sldChg chg="del">
        <pc:chgData name="Laura Standaert" userId="57751787-d58b-49ec-bf32-1c6c653d8c17" providerId="ADAL" clId="{D0508986-69B4-441D-92DB-34C9485C3DF8}" dt="2025-10-16T11:54:28.588" v="203" actId="47"/>
        <pc:sldMkLst>
          <pc:docMk/>
          <pc:sldMk cId="281932968" sldId="890"/>
        </pc:sldMkLst>
      </pc:sldChg>
      <pc:sldChg chg="del">
        <pc:chgData name="Laura Standaert" userId="57751787-d58b-49ec-bf32-1c6c653d8c17" providerId="ADAL" clId="{D0508986-69B4-441D-92DB-34C9485C3DF8}" dt="2025-10-16T11:51:06.672" v="1" actId="47"/>
        <pc:sldMkLst>
          <pc:docMk/>
          <pc:sldMk cId="3555707180" sldId="891"/>
        </pc:sldMkLst>
      </pc:sldChg>
      <pc:sldChg chg="modSp mod">
        <pc:chgData name="Laura Standaert" userId="57751787-d58b-49ec-bf32-1c6c653d8c17" providerId="ADAL" clId="{D0508986-69B4-441D-92DB-34C9485C3DF8}" dt="2025-10-16T11:54:16.620" v="202" actId="14734"/>
        <pc:sldMkLst>
          <pc:docMk/>
          <pc:sldMk cId="3431092181" sldId="1225"/>
        </pc:sldMkLst>
        <pc:graphicFrameChg chg="modGraphic">
          <ac:chgData name="Laura Standaert" userId="57751787-d58b-49ec-bf32-1c6c653d8c17" providerId="ADAL" clId="{D0508986-69B4-441D-92DB-34C9485C3DF8}" dt="2025-10-16T11:54:16.620" v="202" actId="14734"/>
          <ac:graphicFrameMkLst>
            <pc:docMk/>
            <pc:sldMk cId="3431092181" sldId="1225"/>
            <ac:graphicFrameMk id="6" creationId="{6935CE16-D7EE-4227-A62D-AF87E451E516}"/>
          </ac:graphicFrameMkLst>
        </pc:graphicFrameChg>
      </pc:sldChg>
      <pc:sldChg chg="del">
        <pc:chgData name="Laura Standaert" userId="57751787-d58b-49ec-bf32-1c6c653d8c17" providerId="ADAL" clId="{D0508986-69B4-441D-92DB-34C9485C3DF8}" dt="2025-10-16T11:51:10.945" v="5" actId="47"/>
        <pc:sldMkLst>
          <pc:docMk/>
          <pc:sldMk cId="1202723557" sldId="1263"/>
        </pc:sldMkLst>
      </pc:sldChg>
      <pc:sldChg chg="del">
        <pc:chgData name="Laura Standaert" userId="57751787-d58b-49ec-bf32-1c6c653d8c17" providerId="ADAL" clId="{D0508986-69B4-441D-92DB-34C9485C3DF8}" dt="2025-10-16T11:51:22.843" v="9" actId="47"/>
        <pc:sldMkLst>
          <pc:docMk/>
          <pc:sldMk cId="697409423" sldId="1270"/>
        </pc:sldMkLst>
      </pc:sldChg>
      <pc:sldChg chg="del">
        <pc:chgData name="Laura Standaert" userId="57751787-d58b-49ec-bf32-1c6c653d8c17" providerId="ADAL" clId="{D0508986-69B4-441D-92DB-34C9485C3DF8}" dt="2025-10-16T11:55:00.741" v="205" actId="47"/>
        <pc:sldMkLst>
          <pc:docMk/>
          <pc:sldMk cId="2005812304" sldId="1271"/>
        </pc:sldMkLst>
      </pc:sldChg>
      <pc:sldChg chg="del">
        <pc:chgData name="Laura Standaert" userId="57751787-d58b-49ec-bf32-1c6c653d8c17" providerId="ADAL" clId="{D0508986-69B4-441D-92DB-34C9485C3DF8}" dt="2025-10-16T11:51:05.503" v="0" actId="47"/>
        <pc:sldMkLst>
          <pc:docMk/>
          <pc:sldMk cId="3310854968" sldId="1273"/>
        </pc:sldMkLst>
      </pc:sldChg>
      <pc:sldChg chg="del">
        <pc:chgData name="Laura Standaert" userId="57751787-d58b-49ec-bf32-1c6c653d8c17" providerId="ADAL" clId="{D0508986-69B4-441D-92DB-34C9485C3DF8}" dt="2025-10-16T11:51:11.690" v="6" actId="47"/>
        <pc:sldMkLst>
          <pc:docMk/>
          <pc:sldMk cId="1935322014" sldId="1281"/>
        </pc:sldMkLst>
      </pc:sldChg>
      <pc:sldChg chg="del">
        <pc:chgData name="Laura Standaert" userId="57751787-d58b-49ec-bf32-1c6c653d8c17" providerId="ADAL" clId="{D0508986-69B4-441D-92DB-34C9485C3DF8}" dt="2025-10-16T11:51:23.846" v="10" actId="47"/>
        <pc:sldMkLst>
          <pc:docMk/>
          <pc:sldMk cId="777039177" sldId="1291"/>
        </pc:sldMkLst>
      </pc:sldChg>
      <pc:sldChg chg="del">
        <pc:chgData name="Laura Standaert" userId="57751787-d58b-49ec-bf32-1c6c653d8c17" providerId="ADAL" clId="{D0508986-69B4-441D-92DB-34C9485C3DF8}" dt="2025-10-16T11:51:25.153" v="11" actId="47"/>
        <pc:sldMkLst>
          <pc:docMk/>
          <pc:sldMk cId="3180698511" sldId="1292"/>
        </pc:sldMkLst>
      </pc:sldChg>
      <pc:sldChg chg="del">
        <pc:chgData name="Laura Standaert" userId="57751787-d58b-49ec-bf32-1c6c653d8c17" providerId="ADAL" clId="{D0508986-69B4-441D-92DB-34C9485C3DF8}" dt="2025-10-16T11:51:25.864" v="12" actId="47"/>
        <pc:sldMkLst>
          <pc:docMk/>
          <pc:sldMk cId="699112161" sldId="1293"/>
        </pc:sldMkLst>
      </pc:sldChg>
      <pc:sldChg chg="del">
        <pc:chgData name="Laura Standaert" userId="57751787-d58b-49ec-bf32-1c6c653d8c17" providerId="ADAL" clId="{D0508986-69B4-441D-92DB-34C9485C3DF8}" dt="2025-10-16T11:51:28.708" v="14" actId="47"/>
        <pc:sldMkLst>
          <pc:docMk/>
          <pc:sldMk cId="2507075557" sldId="1294"/>
        </pc:sldMkLst>
      </pc:sldChg>
      <pc:sldChg chg="del">
        <pc:chgData name="Laura Standaert" userId="57751787-d58b-49ec-bf32-1c6c653d8c17" providerId="ADAL" clId="{D0508986-69B4-441D-92DB-34C9485C3DF8}" dt="2025-10-16T11:51:27.285" v="13" actId="47"/>
        <pc:sldMkLst>
          <pc:docMk/>
          <pc:sldMk cId="519902490" sldId="1295"/>
        </pc:sldMkLst>
      </pc:sldChg>
      <pc:sldChg chg="del">
        <pc:chgData name="Laura Standaert" userId="57751787-d58b-49ec-bf32-1c6c653d8c17" providerId="ADAL" clId="{D0508986-69B4-441D-92DB-34C9485C3DF8}" dt="2025-10-16T11:55:04.336" v="206" actId="47"/>
        <pc:sldMkLst>
          <pc:docMk/>
          <pc:sldMk cId="3706617868" sldId="1302"/>
        </pc:sldMkLst>
      </pc:sldChg>
      <pc:sldChg chg="del">
        <pc:chgData name="Laura Standaert" userId="57751787-d58b-49ec-bf32-1c6c653d8c17" providerId="ADAL" clId="{D0508986-69B4-441D-92DB-34C9485C3DF8}" dt="2025-10-16T11:51:41.203" v="16" actId="47"/>
        <pc:sldMkLst>
          <pc:docMk/>
          <pc:sldMk cId="113847766" sldId="1304"/>
        </pc:sldMkLst>
      </pc:sldChg>
      <pc:sldChg chg="del">
        <pc:chgData name="Laura Standaert" userId="57751787-d58b-49ec-bf32-1c6c653d8c17" providerId="ADAL" clId="{D0508986-69B4-441D-92DB-34C9485C3DF8}" dt="2025-10-16T11:51:37.774" v="15" actId="47"/>
        <pc:sldMkLst>
          <pc:docMk/>
          <pc:sldMk cId="1148663592" sldId="1306"/>
        </pc:sldMkLst>
      </pc:sldChg>
      <pc:sldChg chg="del">
        <pc:chgData name="Laura Standaert" userId="57751787-d58b-49ec-bf32-1c6c653d8c17" providerId="ADAL" clId="{D0508986-69B4-441D-92DB-34C9485C3DF8}" dt="2025-10-16T11:51:12.506" v="7" actId="47"/>
        <pc:sldMkLst>
          <pc:docMk/>
          <pc:sldMk cId="2980750790" sldId="2076138136"/>
        </pc:sldMkLst>
      </pc:sldChg>
      <pc:sldChg chg="del">
        <pc:chgData name="Laura Standaert" userId="57751787-d58b-49ec-bf32-1c6c653d8c17" providerId="ADAL" clId="{D0508986-69B4-441D-92DB-34C9485C3DF8}" dt="2025-10-16T11:51:09.990" v="4" actId="47"/>
        <pc:sldMkLst>
          <pc:docMk/>
          <pc:sldMk cId="1934397584" sldId="2076138137"/>
        </pc:sldMkLst>
      </pc:sldChg>
      <pc:sldChg chg="del">
        <pc:chgData name="Laura Standaert" userId="57751787-d58b-49ec-bf32-1c6c653d8c17" providerId="ADAL" clId="{D0508986-69B4-441D-92DB-34C9485C3DF8}" dt="2025-10-16T11:55:10.179" v="208" actId="47"/>
        <pc:sldMkLst>
          <pc:docMk/>
          <pc:sldMk cId="1176467203" sldId="2076138138"/>
        </pc:sldMkLst>
      </pc:sldChg>
      <pc:sldChg chg="del">
        <pc:chgData name="Laura Standaert" userId="57751787-d58b-49ec-bf32-1c6c653d8c17" providerId="ADAL" clId="{D0508986-69B4-441D-92DB-34C9485C3DF8}" dt="2025-10-16T11:55:08.828" v="207" actId="47"/>
        <pc:sldMkLst>
          <pc:docMk/>
          <pc:sldMk cId="2756507519" sldId="2076138139"/>
        </pc:sldMkLst>
      </pc:sldChg>
    </pc:docChg>
  </pc:docChgLst>
  <pc:docChgLst>
    <pc:chgData name="Paula Oset Garcia" userId="S::paula.osetgarcia@ugent.be::589b13ad-a2c1-4f46-bc3d-10fb2bafbe14" providerId="AD" clId="Web-{038FB269-8A48-90E9-778B-AEFF14FA431D}"/>
    <pc:docChg chg="addSld sldOrd">
      <pc:chgData name="Paula Oset Garcia" userId="S::paula.osetgarcia@ugent.be::589b13ad-a2c1-4f46-bc3d-10fb2bafbe14" providerId="AD" clId="Web-{038FB269-8A48-90E9-778B-AEFF14FA431D}" dt="2024-10-29T09:47:09.197" v="1"/>
      <pc:docMkLst>
        <pc:docMk/>
      </pc:docMkLst>
      <pc:sldChg chg="ord">
        <pc:chgData name="Paula Oset Garcia" userId="S::paula.osetgarcia@ugent.be::589b13ad-a2c1-4f46-bc3d-10fb2bafbe14" providerId="AD" clId="Web-{038FB269-8A48-90E9-778B-AEFF14FA431D}" dt="2024-10-29T09:47:09.197" v="1"/>
        <pc:sldMkLst>
          <pc:docMk/>
          <pc:sldMk cId="522407800" sldId="1301"/>
        </pc:sldMkLst>
      </pc:sldChg>
      <pc:sldChg chg="add">
        <pc:chgData name="Paula Oset Garcia" userId="S::paula.osetgarcia@ugent.be::589b13ad-a2c1-4f46-bc3d-10fb2bafbe14" providerId="AD" clId="Web-{038FB269-8A48-90E9-778B-AEFF14FA431D}" dt="2024-10-29T09:46:24.710" v="0"/>
        <pc:sldMkLst>
          <pc:docMk/>
          <pc:sldMk cId="2980750790" sldId="2076138136"/>
        </pc:sldMkLst>
      </pc:sldChg>
    </pc:docChg>
  </pc:docChgLst>
  <pc:docChgLst>
    <pc:chgData name="Paula Oset Garcia" userId="589b13ad-a2c1-4f46-bc3d-10fb2bafbe14" providerId="ADAL" clId="{B78A6F92-459E-4F52-963A-EB6B1DA80502}"/>
    <pc:docChg chg="undo redo custSel addSld delSld modSld sldOrd">
      <pc:chgData name="Paula Oset Garcia" userId="589b13ad-a2c1-4f46-bc3d-10fb2bafbe14" providerId="ADAL" clId="{B78A6F92-459E-4F52-963A-EB6B1DA80502}" dt="2021-01-07T14:56:44.539" v="6079" actId="14100"/>
      <pc:docMkLst>
        <pc:docMk/>
      </pc:docMkLst>
      <pc:sldChg chg="addSp delSp modSp">
        <pc:chgData name="Paula Oset Garcia" userId="589b13ad-a2c1-4f46-bc3d-10fb2bafbe14" providerId="ADAL" clId="{B78A6F92-459E-4F52-963A-EB6B1DA80502}" dt="2021-01-06T12:55:14.515" v="37" actId="404"/>
        <pc:sldMkLst>
          <pc:docMk/>
          <pc:sldMk cId="3355618083" sldId="256"/>
        </pc:sldMkLst>
      </pc:sldChg>
      <pc:sldChg chg="addSp modSp ord">
        <pc:chgData name="Paula Oset Garcia" userId="589b13ad-a2c1-4f46-bc3d-10fb2bafbe14" providerId="ADAL" clId="{B78A6F92-459E-4F52-963A-EB6B1DA80502}" dt="2021-01-06T12:55:38.467" v="46"/>
        <pc:sldMkLst>
          <pc:docMk/>
          <pc:sldMk cId="3084856208" sldId="257"/>
        </pc:sldMkLst>
      </pc:sldChg>
      <pc:sldChg chg="addSp delSp modSp add">
        <pc:chgData name="Paula Oset Garcia" userId="589b13ad-a2c1-4f46-bc3d-10fb2bafbe14" providerId="ADAL" clId="{B78A6F92-459E-4F52-963A-EB6B1DA80502}" dt="2021-01-06T13:17:43.333" v="65" actId="20577"/>
        <pc:sldMkLst>
          <pc:docMk/>
          <pc:sldMk cId="706560034" sldId="267"/>
        </pc:sldMkLst>
      </pc:sldChg>
      <pc:sldChg chg="add">
        <pc:chgData name="Paula Oset Garcia" userId="589b13ad-a2c1-4f46-bc3d-10fb2bafbe14" providerId="ADAL" clId="{B78A6F92-459E-4F52-963A-EB6B1DA80502}" dt="2021-01-07T14:50:33.352" v="5715"/>
        <pc:sldMkLst>
          <pc:docMk/>
          <pc:sldMk cId="4282446803" sldId="289"/>
        </pc:sldMkLst>
      </pc:sldChg>
      <pc:sldChg chg="addSp delSp modSp add">
        <pc:chgData name="Paula Oset Garcia" userId="589b13ad-a2c1-4f46-bc3d-10fb2bafbe14" providerId="ADAL" clId="{B78A6F92-459E-4F52-963A-EB6B1DA80502}" dt="2021-01-07T14:45:30.224" v="5392" actId="20577"/>
        <pc:sldMkLst>
          <pc:docMk/>
          <pc:sldMk cId="1544253250" sldId="864"/>
        </pc:sldMkLst>
      </pc:sldChg>
    </pc:docChg>
  </pc:docChgLst>
  <pc:docChgLst>
    <pc:chgData name="Stefanie De Bodt" userId="1356c8e2-e336-4a3c-9bed-644cfa7a3883" providerId="ADAL" clId="{EC677687-43F9-4B7A-8CE2-FD84688D8718}"/>
    <pc:docChg chg="modSld">
      <pc:chgData name="Stefanie De Bodt" userId="1356c8e2-e336-4a3c-9bed-644cfa7a3883" providerId="ADAL" clId="{EC677687-43F9-4B7A-8CE2-FD84688D8718}" dt="2025-06-06T12:09:39.360" v="8" actId="1036"/>
      <pc:docMkLst>
        <pc:docMk/>
      </pc:docMkLst>
      <pc:sldChg chg="addSp modSp mod">
        <pc:chgData name="Stefanie De Bodt" userId="1356c8e2-e336-4a3c-9bed-644cfa7a3883" providerId="ADAL" clId="{EC677687-43F9-4B7A-8CE2-FD84688D8718}" dt="2025-06-06T12:09:39.360" v="8" actId="1036"/>
        <pc:sldMkLst>
          <pc:docMk/>
          <pc:sldMk cId="1934397584" sldId="2076138137"/>
        </pc:sldMkLst>
      </pc:sldChg>
    </pc:docChg>
  </pc:docChgLst>
  <pc:docChgLst>
    <pc:chgData name="Paula Oset Garcia" userId="589b13ad-a2c1-4f46-bc3d-10fb2bafbe14" providerId="ADAL" clId="{282E6B01-BF27-44D8-8052-890D47964187}"/>
    <pc:docChg chg="modSld">
      <pc:chgData name="Paula Oset Garcia" userId="589b13ad-a2c1-4f46-bc3d-10fb2bafbe14" providerId="ADAL" clId="{282E6B01-BF27-44D8-8052-890D47964187}" dt="2025-10-03T10:27:06.707" v="13" actId="1035"/>
      <pc:docMkLst>
        <pc:docMk/>
      </pc:docMkLst>
      <pc:sldChg chg="modSp mod">
        <pc:chgData name="Paula Oset Garcia" userId="589b13ad-a2c1-4f46-bc3d-10fb2bafbe14" providerId="ADAL" clId="{282E6B01-BF27-44D8-8052-890D47964187}" dt="2025-10-03T10:27:06.707" v="13" actId="1035"/>
        <pc:sldMkLst>
          <pc:docMk/>
          <pc:sldMk cId="1934397584" sldId="2076138137"/>
        </pc:sldMkLst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13" creationId="{AB7D364A-86A5-0688-63D5-EC2D9CC0AC3E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24" creationId="{878F2967-0B15-67D5-0E0A-6F9CEB4A8E69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29" creationId="{8D1E46CC-693B-45D5-D8A5-A054D9ABB074}"/>
          </ac:spMkLst>
        </pc:spChg>
        <pc:spChg chg="mod">
          <ac:chgData name="Paula Oset Garcia" userId="589b13ad-a2c1-4f46-bc3d-10fb2bafbe14" providerId="ADAL" clId="{282E6B01-BF27-44D8-8052-890D47964187}" dt="2025-10-03T10:26:59.325" v="2" actId="1076"/>
          <ac:spMkLst>
            <pc:docMk/>
            <pc:sldMk cId="1934397584" sldId="2076138137"/>
            <ac:spMk id="33" creationId="{C17CD238-2675-20B0-E373-5D3F3FDAB80B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42" creationId="{0D1996F5-D901-FBB6-737B-CED836138513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44" creationId="{564AC5C5-4C4B-EC65-D82D-5DC3524C695A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52" creationId="{1FC522E0-1E79-16C3-2A9E-6AC06672FED3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60" creationId="{96D12932-AC37-621A-256E-22667F40B67C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61" creationId="{AA37F9B6-1FF7-627D-CC3E-311E05817DC6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63" creationId="{F85957BB-DC5D-BF7C-2598-D121FF41BEF8}"/>
          </ac:spMkLst>
        </pc:spChg>
        <pc:spChg chg="mod">
          <ac:chgData name="Paula Oset Garcia" userId="589b13ad-a2c1-4f46-bc3d-10fb2bafbe14" providerId="ADAL" clId="{282E6B01-BF27-44D8-8052-890D47964187}" dt="2025-10-03T10:27:06.707" v="13" actId="1035"/>
          <ac:spMkLst>
            <pc:docMk/>
            <pc:sldMk cId="1934397584" sldId="2076138137"/>
            <ac:spMk id="67" creationId="{88CCEC9E-1992-B61D-559C-BC2413D3FBF5}"/>
          </ac:spMkLst>
        </pc:spChg>
      </pc:sldChg>
    </pc:docChg>
  </pc:docChgLst>
  <pc:docChgLst>
    <pc:chgData name="Paula Oset Garcia" userId="589b13ad-a2c1-4f46-bc3d-10fb2bafbe14" providerId="ADAL" clId="{E3EF783D-FDCB-4468-AD51-AFCA3E93E00D}"/>
    <pc:docChg chg="undo custSel addSld delSld modSld sldOrd">
      <pc:chgData name="Paula Oset Garcia" userId="589b13ad-a2c1-4f46-bc3d-10fb2bafbe14" providerId="ADAL" clId="{E3EF783D-FDCB-4468-AD51-AFCA3E93E00D}" dt="2023-11-14T10:14:17.122" v="235" actId="47"/>
      <pc:docMkLst>
        <pc:docMk/>
      </pc:docMkLst>
      <pc:sldChg chg="del">
        <pc:chgData name="Paula Oset Garcia" userId="589b13ad-a2c1-4f46-bc3d-10fb2bafbe14" providerId="ADAL" clId="{E3EF783D-FDCB-4468-AD51-AFCA3E93E00D}" dt="2023-11-13T08:15:22.162" v="89" actId="2696"/>
        <pc:sldMkLst>
          <pc:docMk/>
          <pc:sldMk cId="2655003561" sldId="559"/>
        </pc:sldMkLst>
      </pc:sldChg>
      <pc:sldChg chg="add">
        <pc:chgData name="Paula Oset Garcia" userId="589b13ad-a2c1-4f46-bc3d-10fb2bafbe14" providerId="ADAL" clId="{E3EF783D-FDCB-4468-AD51-AFCA3E93E00D}" dt="2023-11-13T08:15:24.470" v="90"/>
        <pc:sldMkLst>
          <pc:docMk/>
          <pc:sldMk cId="3793681565" sldId="559"/>
        </pc:sldMkLst>
      </pc:sldChg>
      <pc:sldChg chg="add delCm">
        <pc:chgData name="Paula Oset Garcia" userId="589b13ad-a2c1-4f46-bc3d-10fb2bafbe14" providerId="ADAL" clId="{E3EF783D-FDCB-4468-AD51-AFCA3E93E00D}" dt="2023-11-13T08:29:37.710" v="91"/>
        <pc:sldMkLst>
          <pc:docMk/>
          <pc:sldMk cId="281932968" sldId="8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ula Oset Garcia" userId="589b13ad-a2c1-4f46-bc3d-10fb2bafbe14" providerId="ADAL" clId="{E3EF783D-FDCB-4468-AD51-AFCA3E93E00D}" dt="2023-11-13T08:29:37.710" v="91"/>
              <pc2:cmMkLst xmlns:pc2="http://schemas.microsoft.com/office/powerpoint/2019/9/main/command">
                <pc:docMk/>
                <pc:sldMk cId="281932968" sldId="890"/>
                <pc2:cmMk id="{9A5E8C23-E50F-4863-A66F-1DE376951E2C}"/>
              </pc2:cmMkLst>
            </pc226:cmChg>
          </p:ext>
        </pc:extLst>
      </pc:sldChg>
      <pc:sldChg chg="del">
        <pc:chgData name="Paula Oset Garcia" userId="589b13ad-a2c1-4f46-bc3d-10fb2bafbe14" providerId="ADAL" clId="{E3EF783D-FDCB-4468-AD51-AFCA3E93E00D}" dt="2023-11-13T08:15:22.162" v="89" actId="2696"/>
        <pc:sldMkLst>
          <pc:docMk/>
          <pc:sldMk cId="1272099764" sldId="890"/>
        </pc:sldMkLst>
      </pc:sldChg>
      <pc:sldChg chg="ord">
        <pc:chgData name="Paula Oset Garcia" userId="589b13ad-a2c1-4f46-bc3d-10fb2bafbe14" providerId="ADAL" clId="{E3EF783D-FDCB-4468-AD51-AFCA3E93E00D}" dt="2023-11-14T10:13:53.291" v="234"/>
        <pc:sldMkLst>
          <pc:docMk/>
          <pc:sldMk cId="3431092181" sldId="1225"/>
        </pc:sldMkLst>
      </pc:sldChg>
      <pc:sldChg chg="mod modShow">
        <pc:chgData name="Paula Oset Garcia" userId="589b13ad-a2c1-4f46-bc3d-10fb2bafbe14" providerId="ADAL" clId="{E3EF783D-FDCB-4468-AD51-AFCA3E93E00D}" dt="2023-11-14T10:08:03.745" v="93" actId="729"/>
        <pc:sldMkLst>
          <pc:docMk/>
          <pc:sldMk cId="699112161" sldId="1293"/>
        </pc:sldMkLst>
      </pc:sldChg>
      <pc:sldChg chg="addSp delSp modSp">
        <pc:chgData name="Paula Oset Garcia" userId="589b13ad-a2c1-4f46-bc3d-10fb2bafbe14" providerId="ADAL" clId="{E3EF783D-FDCB-4468-AD51-AFCA3E93E00D}" dt="2023-11-14T10:10:14.847" v="102"/>
        <pc:sldMkLst>
          <pc:docMk/>
          <pc:sldMk cId="4017927483" sldId="1296"/>
        </pc:sldMkLst>
      </pc:sldChg>
      <pc:sldChg chg="modSp mod ord">
        <pc:chgData name="Paula Oset Garcia" userId="589b13ad-a2c1-4f46-bc3d-10fb2bafbe14" providerId="ADAL" clId="{E3EF783D-FDCB-4468-AD51-AFCA3E93E00D}" dt="2023-11-10T13:32:36.663" v="87"/>
        <pc:sldMkLst>
          <pc:docMk/>
          <pc:sldMk cId="3706617868" sldId="1302"/>
        </pc:sldMkLst>
      </pc:sldChg>
      <pc:sldChg chg="add del">
        <pc:chgData name="Paula Oset Garcia" userId="589b13ad-a2c1-4f46-bc3d-10fb2bafbe14" providerId="ADAL" clId="{E3EF783D-FDCB-4468-AD51-AFCA3E93E00D}" dt="2023-11-14T10:08:50.046" v="99"/>
        <pc:sldMkLst>
          <pc:docMk/>
          <pc:sldMk cId="3024586511" sldId="1303"/>
        </pc:sldMkLst>
      </pc:sldChg>
      <pc:sldChg chg="modSp add del mod">
        <pc:chgData name="Paula Oset Garcia" userId="589b13ad-a2c1-4f46-bc3d-10fb2bafbe14" providerId="ADAL" clId="{E3EF783D-FDCB-4468-AD51-AFCA3E93E00D}" dt="2023-11-14T10:14:17.122" v="235" actId="47"/>
        <pc:sldMkLst>
          <pc:docMk/>
          <pc:sldMk cId="4165348434" sldId="1303"/>
        </pc:sldMkLst>
      </pc:sldChg>
      <pc:sldChg chg="mod modShow">
        <pc:chgData name="Paula Oset Garcia" userId="589b13ad-a2c1-4f46-bc3d-10fb2bafbe14" providerId="ADAL" clId="{E3EF783D-FDCB-4468-AD51-AFCA3E93E00D}" dt="2023-11-13T09:39:53.693" v="92" actId="729"/>
        <pc:sldMkLst>
          <pc:docMk/>
          <pc:sldMk cId="113847766" sldId="1304"/>
        </pc:sldMkLst>
      </pc:sldChg>
      <pc:sldChg chg="addSp delSp modSp new mod">
        <pc:chgData name="Paula Oset Garcia" userId="589b13ad-a2c1-4f46-bc3d-10fb2bafbe14" providerId="ADAL" clId="{E3EF783D-FDCB-4468-AD51-AFCA3E93E00D}" dt="2023-11-14T10:10:46.118" v="175" actId="1076"/>
        <pc:sldMkLst>
          <pc:docMk/>
          <pc:sldMk cId="2079732625" sldId="1305"/>
        </pc:sldMkLst>
      </pc:sldChg>
      <pc:sldChg chg="addSp delSp modSp new mod">
        <pc:chgData name="Paula Oset Garcia" userId="589b13ad-a2c1-4f46-bc3d-10fb2bafbe14" providerId="ADAL" clId="{E3EF783D-FDCB-4468-AD51-AFCA3E93E00D}" dt="2023-11-14T10:13:42.691" v="232" actId="1076"/>
        <pc:sldMkLst>
          <pc:docMk/>
          <pc:sldMk cId="1148663592" sldId="1306"/>
        </pc:sldMkLst>
      </pc:sldChg>
    </pc:docChg>
  </pc:docChgLst>
  <pc:docChgLst>
    <pc:chgData name="Laura Standaert" userId="57751787-d58b-49ec-bf32-1c6c653d8c17" providerId="ADAL" clId="{A809F94E-1012-4EE9-A498-4358A70E8958}"/>
    <pc:docChg chg="custSel addSld modSld sldOrd">
      <pc:chgData name="Laura Standaert" userId="57751787-d58b-49ec-bf32-1c6c653d8c17" providerId="ADAL" clId="{A809F94E-1012-4EE9-A498-4358A70E8958}" dt="2025-02-25T10:36:20.456" v="24" actId="20577"/>
      <pc:docMkLst>
        <pc:docMk/>
      </pc:docMkLst>
      <pc:sldChg chg="modSp mod ord modShow">
        <pc:chgData name="Laura Standaert" userId="57751787-d58b-49ec-bf32-1c6c653d8c17" providerId="ADAL" clId="{A809F94E-1012-4EE9-A498-4358A70E8958}" dt="2025-02-25T10:36:20.456" v="24" actId="20577"/>
        <pc:sldMkLst>
          <pc:docMk/>
          <pc:sldMk cId="113847766" sldId="1304"/>
        </pc:sldMkLst>
      </pc:sldChg>
      <pc:sldChg chg="mod modShow">
        <pc:chgData name="Laura Standaert" userId="57751787-d58b-49ec-bf32-1c6c653d8c17" providerId="ADAL" clId="{A809F94E-1012-4EE9-A498-4358A70E8958}" dt="2025-02-25T10:35:46.291" v="6" actId="729"/>
        <pc:sldMkLst>
          <pc:docMk/>
          <pc:sldMk cId="1148663592" sldId="1306"/>
        </pc:sldMkLst>
      </pc:sldChg>
      <pc:sldChg chg="add">
        <pc:chgData name="Laura Standaert" userId="57751787-d58b-49ec-bf32-1c6c653d8c17" providerId="ADAL" clId="{A809F94E-1012-4EE9-A498-4358A70E8958}" dt="2025-02-25T10:35:29.469" v="1" actId="2890"/>
        <pc:sldMkLst>
          <pc:docMk/>
          <pc:sldMk cId="2756507519" sldId="2076138139"/>
        </pc:sldMkLst>
      </pc:sldChg>
    </pc:docChg>
  </pc:docChgLst>
  <pc:docChgLst>
    <pc:chgData name="Stefanie De Bodt" userId="S::stefanie.debodt@ugent.be::1356c8e2-e336-4a3c-9bed-644cfa7a3883" providerId="AD" clId="Web-{45D0E7CC-124C-792E-94AE-ACA5B0E50410}"/>
    <pc:docChg chg="modSld">
      <pc:chgData name="Stefanie De Bodt" userId="S::stefanie.debodt@ugent.be::1356c8e2-e336-4a3c-9bed-644cfa7a3883" providerId="AD" clId="Web-{45D0E7CC-124C-792E-94AE-ACA5B0E50410}" dt="2023-11-10T13:13:51.317" v="5" actId="20577"/>
      <pc:docMkLst>
        <pc:docMk/>
      </pc:docMkLst>
      <pc:sldChg chg="modSp modCm">
        <pc:chgData name="Stefanie De Bodt" userId="S::stefanie.debodt@ugent.be::1356c8e2-e336-4a3c-9bed-644cfa7a3883" providerId="AD" clId="Web-{45D0E7CC-124C-792E-94AE-ACA5B0E50410}" dt="2023-11-10T13:13:51.317" v="5" actId="20577"/>
        <pc:sldMkLst>
          <pc:docMk/>
          <pc:sldMk cId="1272099764" sldId="8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tefanie De Bodt" userId="S::stefanie.debodt@ugent.be::1356c8e2-e336-4a3c-9bed-644cfa7a3883" providerId="AD" clId="Web-{45D0E7CC-124C-792E-94AE-ACA5B0E50410}" dt="2023-11-10T13:13:51.317" v="5" actId="20577"/>
              <pc2:cmMkLst xmlns:pc2="http://schemas.microsoft.com/office/powerpoint/2019/9/main/command">
                <pc:docMk/>
                <pc:sldMk cId="1272099764" sldId="890"/>
                <pc2:cmMk id="{616E7A76-93E7-47CC-8D7B-481977B2104B}"/>
              </pc2:cmMkLst>
            </pc226:cmChg>
          </p:ext>
        </pc:extLst>
      </pc:sldChg>
    </pc:docChg>
  </pc:docChgLst>
  <pc:docChgLst>
    <pc:chgData name="Stefanie De Bodt" userId="S::stefanie.debodt@ugent.be::1356c8e2-e336-4a3c-9bed-644cfa7a3883" providerId="AD" clId="Web-{30B7D941-74A5-D7FE-5E35-94A0B02B18B9}"/>
    <pc:docChg chg="modSld">
      <pc:chgData name="Stefanie De Bodt" userId="S::stefanie.debodt@ugent.be::1356c8e2-e336-4a3c-9bed-644cfa7a3883" providerId="AD" clId="Web-{30B7D941-74A5-D7FE-5E35-94A0B02B18B9}" dt="2024-04-24T15:11:01.235" v="89" actId="20577"/>
      <pc:docMkLst>
        <pc:docMk/>
      </pc:docMkLst>
      <pc:sldChg chg="modSp mod modShow">
        <pc:chgData name="Stefanie De Bodt" userId="S::stefanie.debodt@ugent.be::1356c8e2-e336-4a3c-9bed-644cfa7a3883" providerId="AD" clId="Web-{30B7D941-74A5-D7FE-5E35-94A0B02B18B9}" dt="2024-04-24T15:08:49.731" v="72"/>
        <pc:sldMkLst>
          <pc:docMk/>
          <pc:sldMk cId="3913686757" sldId="856"/>
        </pc:sldMkLst>
      </pc:sldChg>
      <pc:sldChg chg="modSp">
        <pc:chgData name="Stefanie De Bodt" userId="S::stefanie.debodt@ugent.be::1356c8e2-e336-4a3c-9bed-644cfa7a3883" providerId="AD" clId="Web-{30B7D941-74A5-D7FE-5E35-94A0B02B18B9}" dt="2024-04-24T15:11:01.235" v="89" actId="20577"/>
        <pc:sldMkLst>
          <pc:docMk/>
          <pc:sldMk cId="3431092181" sldId="1225"/>
        </pc:sldMkLst>
      </pc:sldChg>
      <pc:sldChg chg="modSp">
        <pc:chgData name="Stefanie De Bodt" userId="S::stefanie.debodt@ugent.be::1356c8e2-e336-4a3c-9bed-644cfa7a3883" providerId="AD" clId="Web-{30B7D941-74A5-D7FE-5E35-94A0B02B18B9}" dt="2024-04-24T15:09:50.061" v="74" actId="20577"/>
        <pc:sldMkLst>
          <pc:docMk/>
          <pc:sldMk cId="4017927483" sldId="1296"/>
        </pc:sldMkLst>
      </pc:sldChg>
      <pc:sldChg chg="modSp">
        <pc:chgData name="Stefanie De Bodt" userId="S::stefanie.debodt@ugent.be::1356c8e2-e336-4a3c-9bed-644cfa7a3883" providerId="AD" clId="Web-{30B7D941-74A5-D7FE-5E35-94A0B02B18B9}" dt="2024-04-24T15:10:19.062" v="84"/>
        <pc:sldMkLst>
          <pc:docMk/>
          <pc:sldMk cId="1148663592" sldId="1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en-US" sz="1200"/>
              <a:t>Confidential data -&gt; shareable / not shareable, security measures</a:t>
            </a:r>
          </a:p>
          <a:p>
            <a:pPr lvl="1">
              <a:lnSpc>
                <a:spcPct val="100000"/>
              </a:lnSpc>
            </a:pPr>
            <a:r>
              <a:rPr lang="en-US" sz="1200"/>
              <a:t>Volume &amp; need for collaboration-&gt; influence the choice of storage platform</a:t>
            </a:r>
          </a:p>
          <a:p>
            <a:pPr lvl="1">
              <a:lnSpc>
                <a:spcPct val="100000"/>
              </a:lnSpc>
            </a:pPr>
            <a:r>
              <a:rPr lang="en-US" sz="1200"/>
              <a:t>Domain and data types -&gt; choice of repositories or archives</a:t>
            </a:r>
          </a:p>
          <a:p>
            <a:pPr lvl="1">
              <a:lnSpc>
                <a:spcPct val="100000"/>
              </a:lnSpc>
            </a:pPr>
            <a:r>
              <a:rPr lang="en-US" sz="1200"/>
              <a:t>Own vs. third-party data -&gt; limitations to share derived work?</a:t>
            </a:r>
          </a:p>
          <a:p>
            <a:pPr lvl="1">
              <a:lnSpc>
                <a:spcPct val="100000"/>
              </a:lnSpc>
            </a:pPr>
            <a:r>
              <a:rPr lang="en-US" sz="1200"/>
              <a:t>File formats -&gt; influence collaboration, long-term reusability</a:t>
            </a:r>
          </a:p>
          <a:p>
            <a:pPr lvl="1">
              <a:spcAft>
                <a:spcPts val="1200"/>
              </a:spcAft>
            </a:pPr>
            <a:r>
              <a:rPr lang="en-US" sz="1200"/>
              <a:t>Origin &amp; possibility to reproduce -&gt; what should be preserved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000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70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1074" y="228600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3000">
                <a:solidFill>
                  <a:schemeClr val="accent2"/>
                </a:solidFill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/>
              <a:t>Click to add subtitle / presenter / date [</a:t>
            </a:r>
            <a:r>
              <a:rPr lang="en-GB" noProof="0" err="1"/>
              <a:t>dd</a:t>
            </a:r>
            <a:r>
              <a:rPr lang="en-GB" noProof="0"/>
              <a:t>-mm-</a:t>
            </a:r>
            <a:r>
              <a:rPr lang="en-GB" noProof="0" err="1"/>
              <a:t>yyyy</a:t>
            </a:r>
            <a:r>
              <a:rPr lang="en-GB" noProof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291074" y="266218"/>
            <a:ext cx="15183366" cy="567930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1400" b="1" i="0" u="sng" cap="all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noProof="0"/>
              <a:t>Click to edit organisation styles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32004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1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57132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2</a:t>
            </a:r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82296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3</a:t>
            </a:r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460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4</a:t>
            </a:r>
          </a:p>
        </p:txBody>
      </p:sp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15699575" cy="6696000"/>
          </a:xfrm>
        </p:spPr>
        <p:txBody>
          <a:bodyPr/>
          <a:lstStyle>
            <a:lvl1pPr marL="536400" indent="-4500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1pPr>
            <a:lvl2pPr marL="1170000" indent="-450000">
              <a:lnSpc>
                <a:spcPct val="120000"/>
              </a:lnSpc>
              <a:defRPr/>
            </a:lvl2pPr>
            <a:lvl3pPr marL="1756800" indent="-450000" defTabSz="457200">
              <a:lnSpc>
                <a:spcPct val="120000"/>
              </a:lnSpc>
              <a:defRPr/>
            </a:lvl3pPr>
            <a:lvl4pPr marL="2329200" indent="-550800" defTabSz="457200">
              <a:lnSpc>
                <a:spcPct val="120000"/>
              </a:lnSpc>
              <a:defRPr/>
            </a:lvl4pPr>
            <a:lvl5pPr marL="2962800" indent="-4428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CAF6-1686-4743-9124-83F33F1A0EA9}" type="datetime1">
              <a:rPr lang="en-GB" noProof="0" smtClean="0"/>
              <a:t>16/10/2025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16/10/2025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104438" y="1371918"/>
            <a:ext cx="6300000" cy="64980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8442000" cy="6696000"/>
          </a:xfrm>
        </p:spPr>
        <p:txBody>
          <a:bodyPr/>
          <a:lstStyle>
            <a:lvl1pPr defTabSz="457200"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 defTabSz="457200">
              <a:lnSpc>
                <a:spcPct val="120000"/>
              </a:lnSpc>
              <a:defRPr/>
            </a:lvl3pPr>
            <a:lvl4pPr defTabSz="457200">
              <a:lnSpc>
                <a:spcPct val="120000"/>
              </a:lnSpc>
              <a:defRPr/>
            </a:lvl4pPr>
            <a:lvl5pPr defTabSz="457200">
              <a:lnSpc>
                <a:spcPct val="120000"/>
              </a:lnSpc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16/10/2025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16-10-2025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691979"/>
            <a:ext cx="6764400" cy="5230800"/>
          </a:xfrm>
          <a:solidFill>
            <a:srgbClr val="1E64C8"/>
          </a:solidFill>
        </p:spPr>
        <p:txBody>
          <a:bodyPr anchor="b" anchorCtr="0">
            <a:noAutofit/>
          </a:bodyPr>
          <a:lstStyle>
            <a:lvl1pPr marL="85725" indent="0">
              <a:buNone/>
              <a:defRPr sz="10000" u="sng" cap="all" baseline="0">
                <a:solidFill>
                  <a:schemeClr val="bg1"/>
                </a:solidFill>
              </a:defRPr>
            </a:lvl1pPr>
            <a:lvl2pPr marL="984250" indent="-625475"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add  text</a:t>
            </a:r>
          </a:p>
        </p:txBody>
      </p:sp>
    </p:spTree>
    <p:extLst>
      <p:ext uri="{BB962C8B-B14F-4D97-AF65-F5344CB8AC3E}">
        <p14:creationId xmlns:p14="http://schemas.microsoft.com/office/powerpoint/2010/main" val="164598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76AD30-96E8-448B-B97A-24B00ADE12C5}"/>
              </a:ext>
            </a:extLst>
          </p:cNvPr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16-10-2025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399" y="1011602"/>
            <a:ext cx="7754938" cy="6908398"/>
          </a:xfrm>
          <a:solidFill>
            <a:srgbClr val="E9F0FA"/>
          </a:solidFill>
        </p:spPr>
        <p:txBody>
          <a:bodyPr>
            <a:normAutofit/>
          </a:bodyPr>
          <a:lstStyle>
            <a:lvl1pPr marL="85725" indent="0">
              <a:buNone/>
              <a:defRPr sz="5400" u="sng" cap="all" baseline="0">
                <a:solidFill>
                  <a:srgbClr val="1E64C8"/>
                </a:solidFill>
              </a:defRPr>
            </a:lvl1pPr>
            <a:lvl2pPr marL="984250" indent="-625475">
              <a:defRPr>
                <a:solidFill>
                  <a:srgbClr val="1E64C8"/>
                </a:solidFill>
              </a:defRPr>
            </a:lvl2pPr>
            <a:lvl3pPr>
              <a:defRPr>
                <a:solidFill>
                  <a:srgbClr val="1E64C8"/>
                </a:solidFill>
              </a:defRPr>
            </a:lvl3pPr>
            <a:lvl4pPr>
              <a:defRPr>
                <a:solidFill>
                  <a:srgbClr val="1E64C8"/>
                </a:solidFill>
              </a:defRPr>
            </a:lvl4pPr>
            <a:lvl5pPr>
              <a:defRPr>
                <a:solidFill>
                  <a:srgbClr val="1E64C8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5972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7416000" cy="5769600"/>
          </a:xfrm>
        </p:spPr>
        <p:txBody>
          <a:bodyPr anchor="t" anchorCtr="0">
            <a:noAutofit/>
          </a:bodyPr>
          <a:lstStyle>
            <a:lvl1pPr algn="l" defTabSz="539750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UGent Panno Text" panose="02000506040000040003" pitchFamily="50" charset="0"/>
              </a:defRPr>
            </a:lvl1pPr>
          </a:lstStyle>
          <a:p>
            <a:r>
              <a:rPr lang="en-GB" noProof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2099844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add social media names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  <a:latin typeface="UGent Panno Text" panose="02000506040000040003" pitchFamily="50" charset="0"/>
              </a:defRPr>
            </a:lvl1pPr>
          </a:lstStyle>
          <a:p>
            <a:fld id="{434BA3CA-1064-434F-B179-AB3B0298C0D6}" type="datetime1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  <a:latin typeface="UGent Panno Text" panose="02000506040000040003" pitchFamily="50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  <a:latin typeface="UGent Panno Text" panose="02000506040000040003" pitchFamily="50" charset="0"/>
              </a:defRPr>
            </a:lvl1pPr>
          </a:lstStyle>
          <a:p>
            <a:fld id="{7AE184E0-0BD4-4705-A12B-9B71DDE6330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positioning box" hidden="1"/>
          <p:cNvSpPr/>
          <p:nvPr userDrawn="1"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 userDrawn="1"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 userDrawn="1"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 userDrawn="1"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 userDrawn="1"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4" r:id="rId5"/>
    <p:sldLayoutId id="2147483666" r:id="rId6"/>
    <p:sldLayoutId id="2147483675" r:id="rId7"/>
    <p:sldLayoutId id="2147483679" r:id="rId8"/>
    <p:sldLayoutId id="2147483680" r:id="rId9"/>
    <p:sldLayoutId id="2147483676" r:id="rId10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UGent Panno Text" panose="02000506040000040003" pitchFamily="50" charset="0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UGent Panno Text" panose="02000506040000040003" pitchFamily="50" charset="0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UGent Panno Text" panose="02000506040000040003" pitchFamily="50" charset="0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UGent Panno Text" panose="02000506040000040003" pitchFamily="50" charset="0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UGent Panno Text" panose="02000506040000040003" pitchFamily="50" charset="0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UGent Panno Text" panose="02000506040000040003" pitchFamily="50" charset="0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hyperlink" Target="https://ugentbe.sharepoint.com/sites/CA2010_OpenScience" TargetMode="External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hyperlink" Target="https://boekentoren.gent/nl/bibliotheek/onderzoeken/open-science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hyperlink" Target="https://www.youtube.com/@ugent_OS" TargetMode="External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2F5DF0-5698-74AF-CE8F-667ED09A1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describing and Classifying your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8C47B-BDBE-C546-4D68-9000AAEBB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43360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EADBCE-A486-9BE7-7314-39D39F28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DMP sections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93C18-A021-D9E5-B2B3-DB92C930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</a:t>
            </a:fld>
            <a:endParaRPr lang="en-GB" noProof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9D3626-60FE-1624-020F-18A0EFDAD679}"/>
              </a:ext>
            </a:extLst>
          </p:cNvPr>
          <p:cNvSpPr txBox="1">
            <a:spLocks/>
          </p:cNvSpPr>
          <p:nvPr/>
        </p:nvSpPr>
        <p:spPr>
          <a:xfrm>
            <a:off x="2487588" y="4379250"/>
            <a:ext cx="3050510" cy="4113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Ethical &amp; legal issues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E452CB-B4D2-69F8-6EB4-CF98492E58D8}"/>
              </a:ext>
            </a:extLst>
          </p:cNvPr>
          <p:cNvSpPr txBox="1">
            <a:spLocks/>
          </p:cNvSpPr>
          <p:nvPr/>
        </p:nvSpPr>
        <p:spPr>
          <a:xfrm>
            <a:off x="2487588" y="4780016"/>
            <a:ext cx="3050510" cy="4113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Intellectual property, GDPR, etc.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A31FCB-7B5A-C8BC-73E2-C98DA7AE1640}"/>
              </a:ext>
            </a:extLst>
          </p:cNvPr>
          <p:cNvGrpSpPr/>
          <p:nvPr/>
        </p:nvGrpSpPr>
        <p:grpSpPr>
          <a:xfrm>
            <a:off x="1034706" y="4091486"/>
            <a:ext cx="1260000" cy="1260000"/>
            <a:chOff x="5562578" y="514487"/>
            <a:chExt cx="1260000" cy="1260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D7A259-3138-2D62-7908-F12239B121A9}"/>
                </a:ext>
              </a:extLst>
            </p:cNvPr>
            <p:cNvSpPr/>
            <p:nvPr/>
          </p:nvSpPr>
          <p:spPr>
            <a:xfrm>
              <a:off x="5562578" y="514487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27" name="Graphic 26" descr="Scales of justice">
              <a:extLst>
                <a:ext uri="{FF2B5EF4-FFF2-40B4-BE49-F238E27FC236}">
                  <a16:creationId xmlns:a16="http://schemas.microsoft.com/office/drawing/2014/main" id="{AC54FB33-E2F9-7797-1BAD-553C07DC6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52578" y="600665"/>
              <a:ext cx="1079999" cy="1080000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D7299A-16E6-D758-B54D-F84232DBCB09}"/>
              </a:ext>
            </a:extLst>
          </p:cNvPr>
          <p:cNvSpPr txBox="1">
            <a:spLocks/>
          </p:cNvSpPr>
          <p:nvPr/>
        </p:nvSpPr>
        <p:spPr>
          <a:xfrm>
            <a:off x="8169192" y="1973823"/>
            <a:ext cx="3546949" cy="4350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Documentation &amp; metadata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E304C05-D896-95D4-0FBA-A21006DA64DE}"/>
              </a:ext>
            </a:extLst>
          </p:cNvPr>
          <p:cNvSpPr txBox="1">
            <a:spLocks/>
          </p:cNvSpPr>
          <p:nvPr/>
        </p:nvSpPr>
        <p:spPr>
          <a:xfrm>
            <a:off x="8169192" y="2453251"/>
            <a:ext cx="3546950" cy="72865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Information to keep data findable, understandable, reusable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715ED7-99EF-0DEA-4294-C1645BBA53AD}"/>
              </a:ext>
            </a:extLst>
          </p:cNvPr>
          <p:cNvGrpSpPr/>
          <p:nvPr/>
        </p:nvGrpSpPr>
        <p:grpSpPr>
          <a:xfrm>
            <a:off x="6539313" y="1936245"/>
            <a:ext cx="1260000" cy="1260000"/>
            <a:chOff x="11718674" y="4030134"/>
            <a:chExt cx="1260000" cy="126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419F2FB-F963-472F-D3F3-256954339D29}"/>
                </a:ext>
              </a:extLst>
            </p:cNvPr>
            <p:cNvSpPr/>
            <p:nvPr/>
          </p:nvSpPr>
          <p:spPr>
            <a:xfrm>
              <a:off x="11718674" y="4030134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29" name="Graphic 28" descr="Route (Two Pins With A Path) with solid fill">
              <a:extLst>
                <a:ext uri="{FF2B5EF4-FFF2-40B4-BE49-F238E27FC236}">
                  <a16:creationId xmlns:a16="http://schemas.microsoft.com/office/drawing/2014/main" id="{D8B9AB1B-1D2F-9074-EB5A-1CC7CF5FC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768333" y="4120134"/>
              <a:ext cx="1080000" cy="10800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7E8FF9E-15E8-8D82-845B-828EF609EBD9}"/>
              </a:ext>
            </a:extLst>
          </p:cNvPr>
          <p:cNvGrpSpPr/>
          <p:nvPr/>
        </p:nvGrpSpPr>
        <p:grpSpPr>
          <a:xfrm>
            <a:off x="6498972" y="6171053"/>
            <a:ext cx="1260000" cy="1260000"/>
            <a:chOff x="11191110" y="6559269"/>
            <a:chExt cx="1260000" cy="126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664064F-725D-9F0A-0089-23C49A4CA07F}"/>
                </a:ext>
              </a:extLst>
            </p:cNvPr>
            <p:cNvSpPr/>
            <p:nvPr/>
          </p:nvSpPr>
          <p:spPr>
            <a:xfrm>
              <a:off x="11191110" y="6559269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37" name="Graphic 36" descr="Refresh with solid fill">
              <a:extLst>
                <a:ext uri="{FF2B5EF4-FFF2-40B4-BE49-F238E27FC236}">
                  <a16:creationId xmlns:a16="http://schemas.microsoft.com/office/drawing/2014/main" id="{3BF04712-4BDE-1551-CEF0-4EC8976BE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11451" y="6764321"/>
              <a:ext cx="900000" cy="900000"/>
            </a:xfrm>
            <a:prstGeom prst="rect">
              <a:avLst/>
            </a:prstGeom>
          </p:spPr>
        </p:pic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D5986C3E-E2B1-883C-D29E-C8F2010E1935}"/>
              </a:ext>
            </a:extLst>
          </p:cNvPr>
          <p:cNvSpPr txBox="1">
            <a:spLocks/>
          </p:cNvSpPr>
          <p:nvPr/>
        </p:nvSpPr>
        <p:spPr>
          <a:xfrm>
            <a:off x="8040134" y="6270274"/>
            <a:ext cx="2969972" cy="4113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Data sharing and reuse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CF0C0B4-4FC1-B99B-D260-AFECE850D8CF}"/>
              </a:ext>
            </a:extLst>
          </p:cNvPr>
          <p:cNvSpPr txBox="1">
            <a:spLocks/>
          </p:cNvSpPr>
          <p:nvPr/>
        </p:nvSpPr>
        <p:spPr>
          <a:xfrm>
            <a:off x="8046573" y="6682526"/>
            <a:ext cx="3086380" cy="72865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Data repositories, access conditions, licenses or agreements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0702980-E8B0-E36D-4D76-1DA66623C3B4}"/>
              </a:ext>
            </a:extLst>
          </p:cNvPr>
          <p:cNvGrpSpPr/>
          <p:nvPr/>
        </p:nvGrpSpPr>
        <p:grpSpPr>
          <a:xfrm>
            <a:off x="1034705" y="6208631"/>
            <a:ext cx="1260000" cy="1260000"/>
            <a:chOff x="498414" y="2007775"/>
            <a:chExt cx="1260000" cy="1260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201C4F6-D0F5-01DB-CEEB-842B7DF3BA6B}"/>
                </a:ext>
              </a:extLst>
            </p:cNvPr>
            <p:cNvSpPr/>
            <p:nvPr/>
          </p:nvSpPr>
          <p:spPr>
            <a:xfrm>
              <a:off x="498414" y="2007775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58" name="Graphic 57" descr="Server with solid fill">
              <a:extLst>
                <a:ext uri="{FF2B5EF4-FFF2-40B4-BE49-F238E27FC236}">
                  <a16:creationId xmlns:a16="http://schemas.microsoft.com/office/drawing/2014/main" id="{485D6F2D-BCB2-F385-6970-33DAA678C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8414" y="2187775"/>
              <a:ext cx="900000" cy="900000"/>
            </a:xfrm>
            <a:prstGeom prst="rect">
              <a:avLst/>
            </a:prstGeom>
          </p:spPr>
        </p:pic>
      </p:grp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843C7601-C7E4-BE1B-BCAE-BD1DDDC7BF00}"/>
              </a:ext>
            </a:extLst>
          </p:cNvPr>
          <p:cNvSpPr txBox="1">
            <a:spLocks/>
          </p:cNvSpPr>
          <p:nvPr/>
        </p:nvSpPr>
        <p:spPr>
          <a:xfrm>
            <a:off x="2487588" y="6237999"/>
            <a:ext cx="2943248" cy="4113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Data storage &amp; security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4AF202CC-9883-2ACE-B28B-8EA0E5800DA2}"/>
              </a:ext>
            </a:extLst>
          </p:cNvPr>
          <p:cNvSpPr txBox="1">
            <a:spLocks/>
          </p:cNvSpPr>
          <p:nvPr/>
        </p:nvSpPr>
        <p:spPr>
          <a:xfrm>
            <a:off x="2487588" y="6765351"/>
            <a:ext cx="3001452" cy="6059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Security measures, back-up, data transfers &amp; access control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618D86-1B11-A1BD-DC8F-3C177302B3AA}"/>
              </a:ext>
            </a:extLst>
          </p:cNvPr>
          <p:cNvGrpSpPr/>
          <p:nvPr/>
        </p:nvGrpSpPr>
        <p:grpSpPr>
          <a:xfrm>
            <a:off x="6588972" y="4001920"/>
            <a:ext cx="1260000" cy="1260000"/>
            <a:chOff x="4334858" y="1840068"/>
            <a:chExt cx="1260000" cy="126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505C68D-C388-1B1F-42DF-1F3905ADA523}"/>
                </a:ext>
              </a:extLst>
            </p:cNvPr>
            <p:cNvSpPr/>
            <p:nvPr/>
          </p:nvSpPr>
          <p:spPr>
            <a:xfrm>
              <a:off x="4334858" y="1840068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46" name="Graphic 45" descr="Future with solid fill">
              <a:extLst>
                <a:ext uri="{FF2B5EF4-FFF2-40B4-BE49-F238E27FC236}">
                  <a16:creationId xmlns:a16="http://schemas.microsoft.com/office/drawing/2014/main" id="{B5182EAC-BB27-B603-6D60-0DD439473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14858" y="2020068"/>
              <a:ext cx="900000" cy="900000"/>
            </a:xfrm>
            <a:prstGeom prst="rect">
              <a:avLst/>
            </a:prstGeom>
          </p:spPr>
        </p:pic>
      </p:grp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6E1B13D6-10E6-C2D1-1A01-AFC1BC49D633}"/>
              </a:ext>
            </a:extLst>
          </p:cNvPr>
          <p:cNvSpPr txBox="1">
            <a:spLocks/>
          </p:cNvSpPr>
          <p:nvPr/>
        </p:nvSpPr>
        <p:spPr>
          <a:xfrm>
            <a:off x="8169192" y="4009795"/>
            <a:ext cx="2969971" cy="4113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Long-term preservation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F9E99991-19F2-62C0-4A0A-14440B77320C}"/>
              </a:ext>
            </a:extLst>
          </p:cNvPr>
          <p:cNvSpPr txBox="1">
            <a:spLocks/>
          </p:cNvSpPr>
          <p:nvPr/>
        </p:nvSpPr>
        <p:spPr>
          <a:xfrm>
            <a:off x="8162982" y="4464608"/>
            <a:ext cx="2969971" cy="72865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What to preserve &amp; where,</a:t>
            </a:r>
          </a:p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for how long, access restrictions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6820A5-4182-C687-DAF9-B14B4308F3D4}"/>
              </a:ext>
            </a:extLst>
          </p:cNvPr>
          <p:cNvSpPr txBox="1">
            <a:spLocks/>
          </p:cNvSpPr>
          <p:nvPr/>
        </p:nvSpPr>
        <p:spPr>
          <a:xfrm>
            <a:off x="2493498" y="2647104"/>
            <a:ext cx="2868961" cy="72865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Purpose, origin, type, </a:t>
            </a:r>
          </a:p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>
                <a:latin typeface="UGent Panno Text" panose="02000506040000040003" pitchFamily="2" charset="0"/>
              </a:rPr>
              <a:t>sensitiveness, format &amp; volume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1F34400-4EC8-83B6-EAC3-9446D1DBA7FF}"/>
              </a:ext>
            </a:extLst>
          </p:cNvPr>
          <p:cNvGrpSpPr/>
          <p:nvPr/>
        </p:nvGrpSpPr>
        <p:grpSpPr>
          <a:xfrm>
            <a:off x="1034706" y="1973823"/>
            <a:ext cx="1260000" cy="1260000"/>
            <a:chOff x="2382141" y="2341800"/>
            <a:chExt cx="1260000" cy="1260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55946AA-3CC0-28E6-0A9E-37E98A4D9699}"/>
                </a:ext>
              </a:extLst>
            </p:cNvPr>
            <p:cNvSpPr/>
            <p:nvPr/>
          </p:nvSpPr>
          <p:spPr>
            <a:xfrm>
              <a:off x="2382141" y="2341800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25" name="Graphic 24" descr="Table">
              <a:extLst>
                <a:ext uri="{FF2B5EF4-FFF2-40B4-BE49-F238E27FC236}">
                  <a16:creationId xmlns:a16="http://schemas.microsoft.com/office/drawing/2014/main" id="{87C4BAB9-3845-46C9-6F21-8E694CB4D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472141" y="2431800"/>
              <a:ext cx="1080000" cy="1080000"/>
            </a:xfrm>
            <a:prstGeom prst="rect">
              <a:avLst/>
            </a:prstGeom>
          </p:spPr>
        </p:pic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8EFF78-DE57-2767-CDDF-F5D177120FD1}"/>
              </a:ext>
            </a:extLst>
          </p:cNvPr>
          <p:cNvSpPr txBox="1">
            <a:spLocks/>
          </p:cNvSpPr>
          <p:nvPr/>
        </p:nvSpPr>
        <p:spPr>
          <a:xfrm>
            <a:off x="2487588" y="1802927"/>
            <a:ext cx="1985206" cy="8309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Data summary &amp; description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30E3D3-9D9F-D1ED-FAE7-8E4862C8BF72}"/>
              </a:ext>
            </a:extLst>
          </p:cNvPr>
          <p:cNvGrpSpPr/>
          <p:nvPr/>
        </p:nvGrpSpPr>
        <p:grpSpPr>
          <a:xfrm>
            <a:off x="12724885" y="1916070"/>
            <a:ext cx="1260000" cy="1260000"/>
            <a:chOff x="2447673" y="2654443"/>
            <a:chExt cx="1260000" cy="1260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4DC3873-0B96-8538-B18C-120C20446620}"/>
                </a:ext>
              </a:extLst>
            </p:cNvPr>
            <p:cNvSpPr/>
            <p:nvPr/>
          </p:nvSpPr>
          <p:spPr>
            <a:xfrm>
              <a:off x="2447673" y="2654443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36" name="Graphic 35" descr="Users with solid fill">
              <a:extLst>
                <a:ext uri="{FF2B5EF4-FFF2-40B4-BE49-F238E27FC236}">
                  <a16:creationId xmlns:a16="http://schemas.microsoft.com/office/drawing/2014/main" id="{AC9D3B8E-3099-B99F-F0FC-0065AC35D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627673" y="2834443"/>
              <a:ext cx="900000" cy="900000"/>
            </a:xfrm>
            <a:prstGeom prst="rect">
              <a:avLst/>
            </a:prstGeom>
          </p:spPr>
        </p:pic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610EF8B-A0B2-5E4A-CA34-D93AE3C6497C}"/>
              </a:ext>
            </a:extLst>
          </p:cNvPr>
          <p:cNvSpPr txBox="1">
            <a:spLocks/>
          </p:cNvSpPr>
          <p:nvPr/>
        </p:nvSpPr>
        <p:spPr>
          <a:xfrm>
            <a:off x="14193456" y="1973823"/>
            <a:ext cx="2020513" cy="72865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ts val="28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Roles &amp;</a:t>
            </a:r>
          </a:p>
          <a:p>
            <a:pPr marL="85714" indent="0">
              <a:lnSpc>
                <a:spcPts val="28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responsibilities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4BF95D-356C-19F3-0583-37D1CEDF4FF7}"/>
              </a:ext>
            </a:extLst>
          </p:cNvPr>
          <p:cNvGrpSpPr/>
          <p:nvPr/>
        </p:nvGrpSpPr>
        <p:grpSpPr>
          <a:xfrm>
            <a:off x="12724885" y="4087664"/>
            <a:ext cx="1260000" cy="1260000"/>
            <a:chOff x="2447673" y="5664139"/>
            <a:chExt cx="1260000" cy="1260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1A4E85B-2DE1-D5F6-D4BC-DD6C94180901}"/>
                </a:ext>
              </a:extLst>
            </p:cNvPr>
            <p:cNvSpPr/>
            <p:nvPr/>
          </p:nvSpPr>
          <p:spPr>
            <a:xfrm>
              <a:off x="2447673" y="5664139"/>
              <a:ext cx="1260000" cy="1260000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52" name="Graphic 51" descr="Coins">
              <a:extLst>
                <a:ext uri="{FF2B5EF4-FFF2-40B4-BE49-F238E27FC236}">
                  <a16:creationId xmlns:a16="http://schemas.microsoft.com/office/drawing/2014/main" id="{94E4A8F7-64CC-261F-BC82-CBF82320C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627673" y="5844139"/>
              <a:ext cx="900000" cy="900000"/>
            </a:xfrm>
            <a:prstGeom prst="rect">
              <a:avLst/>
            </a:prstGeom>
          </p:spPr>
        </p:pic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50C18E9C-4D77-B07F-7AC4-96791EE69F5C}"/>
              </a:ext>
            </a:extLst>
          </p:cNvPr>
          <p:cNvSpPr txBox="1">
            <a:spLocks/>
          </p:cNvSpPr>
          <p:nvPr/>
        </p:nvSpPr>
        <p:spPr>
          <a:xfrm>
            <a:off x="14193456" y="4148148"/>
            <a:ext cx="1762396" cy="72865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14" indent="0">
              <a:lnSpc>
                <a:spcPts val="28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Costs &amp;</a:t>
            </a:r>
          </a:p>
          <a:p>
            <a:pPr marL="85714" indent="0">
              <a:lnSpc>
                <a:spcPts val="2800"/>
              </a:lnSpc>
              <a:spcAft>
                <a:spcPts val="0"/>
              </a:spcAft>
              <a:buNone/>
            </a:pPr>
            <a:r>
              <a:rPr lang="en-US" sz="2800">
                <a:solidFill>
                  <a:srgbClr val="1E64C8"/>
                </a:solidFill>
                <a:latin typeface="UGent Panno Text" panose="02000506040000040003" pitchFamily="2" charset="0"/>
              </a:rPr>
              <a:t>resources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EBDE6D-6454-E93F-0C5C-ED3236DC56AF}"/>
              </a:ext>
            </a:extLst>
          </p:cNvPr>
          <p:cNvSpPr/>
          <p:nvPr/>
        </p:nvSpPr>
        <p:spPr>
          <a:xfrm>
            <a:off x="263047" y="225468"/>
            <a:ext cx="16734772" cy="9269261"/>
          </a:xfrm>
          <a:custGeom>
            <a:avLst/>
            <a:gdLst>
              <a:gd name="connsiteX0" fmla="*/ 0 w 14605348"/>
              <a:gd name="connsiteY0" fmla="*/ 0 h 9281787"/>
              <a:gd name="connsiteX1" fmla="*/ 0 w 14605348"/>
              <a:gd name="connsiteY1" fmla="*/ 1716066 h 9281787"/>
              <a:gd name="connsiteX2" fmla="*/ 5448822 w 14605348"/>
              <a:gd name="connsiteY2" fmla="*/ 1716066 h 9281787"/>
              <a:gd name="connsiteX3" fmla="*/ 5448822 w 14605348"/>
              <a:gd name="connsiteY3" fmla="*/ 5749447 h 9281787"/>
              <a:gd name="connsiteX4" fmla="*/ 37578 w 14605348"/>
              <a:gd name="connsiteY4" fmla="*/ 5749447 h 9281787"/>
              <a:gd name="connsiteX5" fmla="*/ 37578 w 14605348"/>
              <a:gd name="connsiteY5" fmla="*/ 9281787 h 9281787"/>
              <a:gd name="connsiteX6" fmla="*/ 14605348 w 14605348"/>
              <a:gd name="connsiteY6" fmla="*/ 9281787 h 9281787"/>
              <a:gd name="connsiteX7" fmla="*/ 14605348 w 14605348"/>
              <a:gd name="connsiteY7" fmla="*/ 12526 h 9281787"/>
              <a:gd name="connsiteX8" fmla="*/ 0 w 14605348"/>
              <a:gd name="connsiteY8" fmla="*/ 0 h 9281787"/>
              <a:gd name="connsiteX0" fmla="*/ 0 w 14605348"/>
              <a:gd name="connsiteY0" fmla="*/ 0 h 9281787"/>
              <a:gd name="connsiteX1" fmla="*/ 2630466 w 14605348"/>
              <a:gd name="connsiteY1" fmla="*/ 1189973 h 9281787"/>
              <a:gd name="connsiteX2" fmla="*/ 5448822 w 14605348"/>
              <a:gd name="connsiteY2" fmla="*/ 1716066 h 9281787"/>
              <a:gd name="connsiteX3" fmla="*/ 5448822 w 14605348"/>
              <a:gd name="connsiteY3" fmla="*/ 5749447 h 9281787"/>
              <a:gd name="connsiteX4" fmla="*/ 37578 w 14605348"/>
              <a:gd name="connsiteY4" fmla="*/ 5749447 h 9281787"/>
              <a:gd name="connsiteX5" fmla="*/ 37578 w 14605348"/>
              <a:gd name="connsiteY5" fmla="*/ 9281787 h 9281787"/>
              <a:gd name="connsiteX6" fmla="*/ 14605348 w 14605348"/>
              <a:gd name="connsiteY6" fmla="*/ 9281787 h 9281787"/>
              <a:gd name="connsiteX7" fmla="*/ 14605348 w 14605348"/>
              <a:gd name="connsiteY7" fmla="*/ 12526 h 9281787"/>
              <a:gd name="connsiteX8" fmla="*/ 0 w 14605348"/>
              <a:gd name="connsiteY8" fmla="*/ 0 h 9281787"/>
              <a:gd name="connsiteX0" fmla="*/ 2617940 w 14567770"/>
              <a:gd name="connsiteY0" fmla="*/ 0 h 9269261"/>
              <a:gd name="connsiteX1" fmla="*/ 2592888 w 14567770"/>
              <a:gd name="connsiteY1" fmla="*/ 1177447 h 9269261"/>
              <a:gd name="connsiteX2" fmla="*/ 5411244 w 14567770"/>
              <a:gd name="connsiteY2" fmla="*/ 1703540 h 9269261"/>
              <a:gd name="connsiteX3" fmla="*/ 5411244 w 14567770"/>
              <a:gd name="connsiteY3" fmla="*/ 5736921 h 9269261"/>
              <a:gd name="connsiteX4" fmla="*/ 0 w 14567770"/>
              <a:gd name="connsiteY4" fmla="*/ 5736921 h 9269261"/>
              <a:gd name="connsiteX5" fmla="*/ 0 w 14567770"/>
              <a:gd name="connsiteY5" fmla="*/ 9269261 h 9269261"/>
              <a:gd name="connsiteX6" fmla="*/ 14567770 w 14567770"/>
              <a:gd name="connsiteY6" fmla="*/ 9269261 h 9269261"/>
              <a:gd name="connsiteX7" fmla="*/ 14567770 w 14567770"/>
              <a:gd name="connsiteY7" fmla="*/ 0 h 9269261"/>
              <a:gd name="connsiteX8" fmla="*/ 2617940 w 14567770"/>
              <a:gd name="connsiteY8" fmla="*/ 0 h 9269261"/>
              <a:gd name="connsiteX0" fmla="*/ 2617940 w 14567770"/>
              <a:gd name="connsiteY0" fmla="*/ 0 h 9269261"/>
              <a:gd name="connsiteX1" fmla="*/ 2592888 w 14567770"/>
              <a:gd name="connsiteY1" fmla="*/ 1177447 h 9269261"/>
              <a:gd name="connsiteX2" fmla="*/ 3106455 w 14567770"/>
              <a:gd name="connsiteY2" fmla="*/ 1490598 h 9269261"/>
              <a:gd name="connsiteX3" fmla="*/ 5411244 w 14567770"/>
              <a:gd name="connsiteY3" fmla="*/ 5736921 h 9269261"/>
              <a:gd name="connsiteX4" fmla="*/ 0 w 14567770"/>
              <a:gd name="connsiteY4" fmla="*/ 5736921 h 9269261"/>
              <a:gd name="connsiteX5" fmla="*/ 0 w 14567770"/>
              <a:gd name="connsiteY5" fmla="*/ 9269261 h 9269261"/>
              <a:gd name="connsiteX6" fmla="*/ 14567770 w 14567770"/>
              <a:gd name="connsiteY6" fmla="*/ 9269261 h 9269261"/>
              <a:gd name="connsiteX7" fmla="*/ 14567770 w 14567770"/>
              <a:gd name="connsiteY7" fmla="*/ 0 h 9269261"/>
              <a:gd name="connsiteX8" fmla="*/ 2617940 w 14567770"/>
              <a:gd name="connsiteY8" fmla="*/ 0 h 9269261"/>
              <a:gd name="connsiteX0" fmla="*/ 2617940 w 14567770"/>
              <a:gd name="connsiteY0" fmla="*/ 0 h 9269261"/>
              <a:gd name="connsiteX1" fmla="*/ 2592888 w 14567770"/>
              <a:gd name="connsiteY1" fmla="*/ 1177447 h 9269261"/>
              <a:gd name="connsiteX2" fmla="*/ 3106455 w 14567770"/>
              <a:gd name="connsiteY2" fmla="*/ 1490598 h 9269261"/>
              <a:gd name="connsiteX3" fmla="*/ 3131507 w 14567770"/>
              <a:gd name="connsiteY3" fmla="*/ 5123146 h 9269261"/>
              <a:gd name="connsiteX4" fmla="*/ 0 w 14567770"/>
              <a:gd name="connsiteY4" fmla="*/ 5736921 h 9269261"/>
              <a:gd name="connsiteX5" fmla="*/ 0 w 14567770"/>
              <a:gd name="connsiteY5" fmla="*/ 9269261 h 9269261"/>
              <a:gd name="connsiteX6" fmla="*/ 14567770 w 14567770"/>
              <a:gd name="connsiteY6" fmla="*/ 9269261 h 9269261"/>
              <a:gd name="connsiteX7" fmla="*/ 14567770 w 14567770"/>
              <a:gd name="connsiteY7" fmla="*/ 0 h 9269261"/>
              <a:gd name="connsiteX8" fmla="*/ 2617940 w 14567770"/>
              <a:gd name="connsiteY8" fmla="*/ 0 h 9269261"/>
              <a:gd name="connsiteX0" fmla="*/ 4597052 w 16546882"/>
              <a:gd name="connsiteY0" fmla="*/ 0 h 9269261"/>
              <a:gd name="connsiteX1" fmla="*/ 4572000 w 16546882"/>
              <a:gd name="connsiteY1" fmla="*/ 1177447 h 9269261"/>
              <a:gd name="connsiteX2" fmla="*/ 5085567 w 16546882"/>
              <a:gd name="connsiteY2" fmla="*/ 1490598 h 9269261"/>
              <a:gd name="connsiteX3" fmla="*/ 5110619 w 16546882"/>
              <a:gd name="connsiteY3" fmla="*/ 5123146 h 9269261"/>
              <a:gd name="connsiteX4" fmla="*/ 0 w 16546882"/>
              <a:gd name="connsiteY4" fmla="*/ 5736921 h 9269261"/>
              <a:gd name="connsiteX5" fmla="*/ 1979112 w 16546882"/>
              <a:gd name="connsiteY5" fmla="*/ 9269261 h 9269261"/>
              <a:gd name="connsiteX6" fmla="*/ 16546882 w 16546882"/>
              <a:gd name="connsiteY6" fmla="*/ 9269261 h 9269261"/>
              <a:gd name="connsiteX7" fmla="*/ 16546882 w 16546882"/>
              <a:gd name="connsiteY7" fmla="*/ 0 h 9269261"/>
              <a:gd name="connsiteX8" fmla="*/ 4597052 w 16546882"/>
              <a:gd name="connsiteY8" fmla="*/ 0 h 9269261"/>
              <a:gd name="connsiteX0" fmla="*/ 4597052 w 16546882"/>
              <a:gd name="connsiteY0" fmla="*/ 0 h 9269261"/>
              <a:gd name="connsiteX1" fmla="*/ 4572000 w 16546882"/>
              <a:gd name="connsiteY1" fmla="*/ 1177447 h 9269261"/>
              <a:gd name="connsiteX2" fmla="*/ 5085567 w 16546882"/>
              <a:gd name="connsiteY2" fmla="*/ 1490598 h 9269261"/>
              <a:gd name="connsiteX3" fmla="*/ 5110619 w 16546882"/>
              <a:gd name="connsiteY3" fmla="*/ 5123146 h 9269261"/>
              <a:gd name="connsiteX4" fmla="*/ 0 w 16546882"/>
              <a:gd name="connsiteY4" fmla="*/ 5736921 h 9269261"/>
              <a:gd name="connsiteX5" fmla="*/ 1979112 w 16546882"/>
              <a:gd name="connsiteY5" fmla="*/ 9269261 h 9269261"/>
              <a:gd name="connsiteX6" fmla="*/ 16546882 w 16546882"/>
              <a:gd name="connsiteY6" fmla="*/ 9269261 h 9269261"/>
              <a:gd name="connsiteX7" fmla="*/ 16546882 w 16546882"/>
              <a:gd name="connsiteY7" fmla="*/ 0 h 9269261"/>
              <a:gd name="connsiteX8" fmla="*/ 4597052 w 16546882"/>
              <a:gd name="connsiteY8" fmla="*/ 0 h 9269261"/>
              <a:gd name="connsiteX0" fmla="*/ 4597052 w 16546882"/>
              <a:gd name="connsiteY0" fmla="*/ 0 h 9269261"/>
              <a:gd name="connsiteX1" fmla="*/ 4572000 w 16546882"/>
              <a:gd name="connsiteY1" fmla="*/ 1177447 h 9269261"/>
              <a:gd name="connsiteX2" fmla="*/ 5085567 w 16546882"/>
              <a:gd name="connsiteY2" fmla="*/ 1490598 h 9269261"/>
              <a:gd name="connsiteX3" fmla="*/ 5110619 w 16546882"/>
              <a:gd name="connsiteY3" fmla="*/ 5123146 h 9269261"/>
              <a:gd name="connsiteX4" fmla="*/ 0 w 16546882"/>
              <a:gd name="connsiteY4" fmla="*/ 5736921 h 9269261"/>
              <a:gd name="connsiteX5" fmla="*/ 2004164 w 16546882"/>
              <a:gd name="connsiteY5" fmla="*/ 8855902 h 9269261"/>
              <a:gd name="connsiteX6" fmla="*/ 16546882 w 16546882"/>
              <a:gd name="connsiteY6" fmla="*/ 9269261 h 9269261"/>
              <a:gd name="connsiteX7" fmla="*/ 16546882 w 16546882"/>
              <a:gd name="connsiteY7" fmla="*/ 0 h 9269261"/>
              <a:gd name="connsiteX8" fmla="*/ 4597052 w 16546882"/>
              <a:gd name="connsiteY8" fmla="*/ 0 h 9269261"/>
              <a:gd name="connsiteX0" fmla="*/ 4597052 w 16546882"/>
              <a:gd name="connsiteY0" fmla="*/ 0 h 9269261"/>
              <a:gd name="connsiteX1" fmla="*/ 4572000 w 16546882"/>
              <a:gd name="connsiteY1" fmla="*/ 1177447 h 9269261"/>
              <a:gd name="connsiteX2" fmla="*/ 5085567 w 16546882"/>
              <a:gd name="connsiteY2" fmla="*/ 1490598 h 9269261"/>
              <a:gd name="connsiteX3" fmla="*/ 5110619 w 16546882"/>
              <a:gd name="connsiteY3" fmla="*/ 5123146 h 9269261"/>
              <a:gd name="connsiteX4" fmla="*/ 0 w 16546882"/>
              <a:gd name="connsiteY4" fmla="*/ 5736921 h 9269261"/>
              <a:gd name="connsiteX5" fmla="*/ 1402915 w 16546882"/>
              <a:gd name="connsiteY5" fmla="*/ 8354861 h 9269261"/>
              <a:gd name="connsiteX6" fmla="*/ 16546882 w 16546882"/>
              <a:gd name="connsiteY6" fmla="*/ 9269261 h 9269261"/>
              <a:gd name="connsiteX7" fmla="*/ 16546882 w 16546882"/>
              <a:gd name="connsiteY7" fmla="*/ 0 h 9269261"/>
              <a:gd name="connsiteX8" fmla="*/ 4597052 w 16546882"/>
              <a:gd name="connsiteY8" fmla="*/ 0 h 9269261"/>
              <a:gd name="connsiteX0" fmla="*/ 4597052 w 16546882"/>
              <a:gd name="connsiteY0" fmla="*/ 0 h 9269261"/>
              <a:gd name="connsiteX1" fmla="*/ 4572000 w 16546882"/>
              <a:gd name="connsiteY1" fmla="*/ 1177447 h 9269261"/>
              <a:gd name="connsiteX2" fmla="*/ 5085567 w 16546882"/>
              <a:gd name="connsiteY2" fmla="*/ 1490598 h 9269261"/>
              <a:gd name="connsiteX3" fmla="*/ 4960307 w 16546882"/>
              <a:gd name="connsiteY3" fmla="*/ 3482236 h 9269261"/>
              <a:gd name="connsiteX4" fmla="*/ 0 w 16546882"/>
              <a:gd name="connsiteY4" fmla="*/ 5736921 h 9269261"/>
              <a:gd name="connsiteX5" fmla="*/ 1402915 w 16546882"/>
              <a:gd name="connsiteY5" fmla="*/ 8354861 h 9269261"/>
              <a:gd name="connsiteX6" fmla="*/ 16546882 w 16546882"/>
              <a:gd name="connsiteY6" fmla="*/ 9269261 h 9269261"/>
              <a:gd name="connsiteX7" fmla="*/ 16546882 w 16546882"/>
              <a:gd name="connsiteY7" fmla="*/ 0 h 9269261"/>
              <a:gd name="connsiteX8" fmla="*/ 4597052 w 16546882"/>
              <a:gd name="connsiteY8" fmla="*/ 0 h 9269261"/>
              <a:gd name="connsiteX0" fmla="*/ 4784942 w 16734772"/>
              <a:gd name="connsiteY0" fmla="*/ 0 h 9269261"/>
              <a:gd name="connsiteX1" fmla="*/ 4759890 w 16734772"/>
              <a:gd name="connsiteY1" fmla="*/ 1177447 h 9269261"/>
              <a:gd name="connsiteX2" fmla="*/ 5273457 w 16734772"/>
              <a:gd name="connsiteY2" fmla="*/ 1490598 h 9269261"/>
              <a:gd name="connsiteX3" fmla="*/ 5148197 w 16734772"/>
              <a:gd name="connsiteY3" fmla="*/ 3482236 h 9269261"/>
              <a:gd name="connsiteX4" fmla="*/ 0 w 16734772"/>
              <a:gd name="connsiteY4" fmla="*/ 3519814 h 9269261"/>
              <a:gd name="connsiteX5" fmla="*/ 1590805 w 16734772"/>
              <a:gd name="connsiteY5" fmla="*/ 8354861 h 9269261"/>
              <a:gd name="connsiteX6" fmla="*/ 16734772 w 16734772"/>
              <a:gd name="connsiteY6" fmla="*/ 9269261 h 9269261"/>
              <a:gd name="connsiteX7" fmla="*/ 16734772 w 16734772"/>
              <a:gd name="connsiteY7" fmla="*/ 0 h 9269261"/>
              <a:gd name="connsiteX8" fmla="*/ 4784942 w 16734772"/>
              <a:gd name="connsiteY8" fmla="*/ 0 h 9269261"/>
              <a:gd name="connsiteX0" fmla="*/ 4784942 w 16734772"/>
              <a:gd name="connsiteY0" fmla="*/ 0 h 9269261"/>
              <a:gd name="connsiteX1" fmla="*/ 4759890 w 16734772"/>
              <a:gd name="connsiteY1" fmla="*/ 1177447 h 9269261"/>
              <a:gd name="connsiteX2" fmla="*/ 5273457 w 16734772"/>
              <a:gd name="connsiteY2" fmla="*/ 1490598 h 9269261"/>
              <a:gd name="connsiteX3" fmla="*/ 5148197 w 16734772"/>
              <a:gd name="connsiteY3" fmla="*/ 3482236 h 9269261"/>
              <a:gd name="connsiteX4" fmla="*/ 0 w 16734772"/>
              <a:gd name="connsiteY4" fmla="*/ 3519814 h 9269261"/>
              <a:gd name="connsiteX5" fmla="*/ 676405 w 16734772"/>
              <a:gd name="connsiteY5" fmla="*/ 7866346 h 9269261"/>
              <a:gd name="connsiteX6" fmla="*/ 16734772 w 16734772"/>
              <a:gd name="connsiteY6" fmla="*/ 9269261 h 9269261"/>
              <a:gd name="connsiteX7" fmla="*/ 16734772 w 16734772"/>
              <a:gd name="connsiteY7" fmla="*/ 0 h 9269261"/>
              <a:gd name="connsiteX8" fmla="*/ 4784942 w 16734772"/>
              <a:gd name="connsiteY8" fmla="*/ 0 h 9269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34772" h="9269261">
                <a:moveTo>
                  <a:pt x="4784942" y="0"/>
                </a:moveTo>
                <a:lnTo>
                  <a:pt x="4759890" y="1177447"/>
                </a:lnTo>
                <a:lnTo>
                  <a:pt x="5273457" y="1490598"/>
                </a:lnTo>
                <a:lnTo>
                  <a:pt x="5148197" y="3482236"/>
                </a:lnTo>
                <a:lnTo>
                  <a:pt x="0" y="3519814"/>
                </a:lnTo>
                <a:cubicBezTo>
                  <a:pt x="534444" y="5223354"/>
                  <a:pt x="16701" y="6688899"/>
                  <a:pt x="676405" y="7866346"/>
                </a:cubicBezTo>
                <a:lnTo>
                  <a:pt x="16734772" y="9269261"/>
                </a:lnTo>
                <a:lnTo>
                  <a:pt x="16734772" y="0"/>
                </a:lnTo>
                <a:lnTo>
                  <a:pt x="4784942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720000" rtlCol="0" anchor="ctr"/>
          <a:lstStyle/>
          <a:p>
            <a:pPr algn="r"/>
            <a:r>
              <a:rPr lang="en-US" sz="4000">
                <a:solidFill>
                  <a:schemeClr val="tx1"/>
                </a:solidFill>
                <a:latin typeface="UGent Panno Text" panose="02000506040000040003" pitchFamily="2" charset="0"/>
              </a:rPr>
              <a:t>Describe the data that will be used </a:t>
            </a:r>
          </a:p>
          <a:p>
            <a:pPr algn="r"/>
            <a:r>
              <a:rPr lang="en-US" sz="4000">
                <a:solidFill>
                  <a:schemeClr val="tx1"/>
                </a:solidFill>
                <a:latin typeface="UGent Panno Text" panose="02000506040000040003" pitchFamily="2" charset="0"/>
              </a:rPr>
              <a:t>and/or generated during the research project</a:t>
            </a:r>
          </a:p>
          <a:p>
            <a:pPr algn="r"/>
            <a:endParaRPr lang="en-US" sz="4000">
              <a:solidFill>
                <a:schemeClr val="tx1"/>
              </a:solidFill>
              <a:latin typeface="UGent Panno Text" panose="02000506040000040003" pitchFamily="2" charset="0"/>
            </a:endParaRPr>
          </a:p>
          <a:p>
            <a:pPr algn="r"/>
            <a:r>
              <a:rPr lang="en-US" sz="4000" b="1">
                <a:solidFill>
                  <a:schemeClr val="tx2"/>
                </a:solidFill>
                <a:latin typeface="UGent Panno Text" panose="02000506040000040003" pitchFamily="2" charset="0"/>
              </a:rPr>
              <a:t>Different data types require different management approaches</a:t>
            </a:r>
          </a:p>
          <a:p>
            <a:pPr algn="r"/>
            <a:endParaRPr lang="en-US" sz="4000" b="1">
              <a:solidFill>
                <a:schemeClr val="tx2"/>
              </a:solidFill>
              <a:latin typeface="UGent Panno Text" panose="02000506040000040003" pitchFamily="2" charset="0"/>
            </a:endParaRPr>
          </a:p>
          <a:p>
            <a:pPr algn="r"/>
            <a:r>
              <a:rPr lang="en-US" sz="4000">
                <a:solidFill>
                  <a:schemeClr val="tx1"/>
                </a:solidFill>
                <a:latin typeface="UGent Panno Text" panose="02000506040000040003" pitchFamily="2" charset="0"/>
              </a:rPr>
              <a:t>First step to identify needs and design data management strategy</a:t>
            </a:r>
            <a:endParaRPr lang="en-US" sz="4000" b="1">
              <a:solidFill>
                <a:schemeClr val="tx1"/>
              </a:solidFill>
              <a:latin typeface="UGent Panno Text" panose="02000506040000040003" pitchFamily="2" charset="0"/>
            </a:endParaRPr>
          </a:p>
          <a:p>
            <a:pPr algn="r"/>
            <a:endParaRPr lang="en-US" sz="4000" b="1">
              <a:solidFill>
                <a:schemeClr val="tx2"/>
              </a:solidFill>
              <a:latin typeface="UGent Panno Text" panose="02000506040000040003" pitchFamily="2" charset="0"/>
            </a:endParaRPr>
          </a:p>
          <a:p>
            <a:pPr algn="r"/>
            <a:endParaRPr lang="en-US" sz="4000">
              <a:solidFill>
                <a:schemeClr val="tx1"/>
              </a:solidFill>
              <a:latin typeface="UGent Panno Text" panose="0200050604000004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407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4C3E-83B8-446F-8365-373E69B5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UGent Panno Text"/>
              </a:rPr>
              <a:t>Data </a:t>
            </a:r>
            <a:r>
              <a:rPr lang="nl-BE" err="1">
                <a:latin typeface="UGent Panno Text"/>
              </a:rPr>
              <a:t>Description</a:t>
            </a:r>
            <a:r>
              <a:rPr lang="nl-BE">
                <a:latin typeface="UGent Panno Text"/>
              </a:rPr>
              <a:t>: different approaches</a:t>
            </a:r>
            <a:endParaRPr lang="en-GB">
              <a:latin typeface="UGent Panno Text" panose="02000506040000040003" pitchFamily="2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26BB390-FEF5-408B-874D-84E6CF28F03C}"/>
              </a:ext>
            </a:extLst>
          </p:cNvPr>
          <p:cNvGrpSpPr/>
          <p:nvPr/>
        </p:nvGrpSpPr>
        <p:grpSpPr>
          <a:xfrm>
            <a:off x="1003238" y="1515812"/>
            <a:ext cx="4317468" cy="1249573"/>
            <a:chOff x="463187" y="1724470"/>
            <a:chExt cx="4317468" cy="124957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B52083-699A-4774-ACFE-DD260E2F0A88}"/>
                </a:ext>
              </a:extLst>
            </p:cNvPr>
            <p:cNvSpPr txBox="1"/>
            <p:nvPr/>
          </p:nvSpPr>
          <p:spPr>
            <a:xfrm>
              <a:off x="1485133" y="1724470"/>
              <a:ext cx="3295522" cy="1249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3200">
                  <a:latin typeface="UGent Panno Text" panose="02000506040000040003" pitchFamily="50" charset="0"/>
                </a:rPr>
                <a:t>Write a data description paragraph</a:t>
              </a:r>
            </a:p>
          </p:txBody>
        </p:sp>
        <p:pic>
          <p:nvPicPr>
            <p:cNvPr id="15" name="Graphic 14" descr="Document">
              <a:extLst>
                <a:ext uri="{FF2B5EF4-FFF2-40B4-BE49-F238E27FC236}">
                  <a16:creationId xmlns:a16="http://schemas.microsoft.com/office/drawing/2014/main" id="{A2E90DB6-8693-4DA3-8FDC-F9546A79E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3187" y="1892055"/>
              <a:ext cx="914400" cy="9144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62FD18-03BA-48F0-B3B2-7B0C4BD57A10}"/>
              </a:ext>
            </a:extLst>
          </p:cNvPr>
          <p:cNvGrpSpPr/>
          <p:nvPr/>
        </p:nvGrpSpPr>
        <p:grpSpPr>
          <a:xfrm>
            <a:off x="12388386" y="1515811"/>
            <a:ext cx="3487814" cy="1249573"/>
            <a:chOff x="11842194" y="1724469"/>
            <a:chExt cx="3487814" cy="124957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7C14F9-068A-4BBC-AC03-4EEF05C04047}"/>
                </a:ext>
              </a:extLst>
            </p:cNvPr>
            <p:cNvSpPr txBox="1"/>
            <p:nvPr/>
          </p:nvSpPr>
          <p:spPr>
            <a:xfrm>
              <a:off x="12903882" y="1724469"/>
              <a:ext cx="2426126" cy="1249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3200">
                  <a:latin typeface="UGent Panno Text" panose="02000506040000040003" pitchFamily="50" charset="0"/>
                </a:rPr>
                <a:t>Prepare a data summary table</a:t>
              </a:r>
            </a:p>
          </p:txBody>
        </p:sp>
        <p:pic>
          <p:nvPicPr>
            <p:cNvPr id="17" name="Graphic 16" descr="Table">
              <a:extLst>
                <a:ext uri="{FF2B5EF4-FFF2-40B4-BE49-F238E27FC236}">
                  <a16:creationId xmlns:a16="http://schemas.microsoft.com/office/drawing/2014/main" id="{127B11FF-17D2-4ACA-ABD6-416043A29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842194" y="1892055"/>
              <a:ext cx="914400" cy="9144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B5F84D-099F-480B-959D-5E66B1087E16}"/>
              </a:ext>
            </a:extLst>
          </p:cNvPr>
          <p:cNvGrpSpPr/>
          <p:nvPr/>
        </p:nvGrpSpPr>
        <p:grpSpPr>
          <a:xfrm>
            <a:off x="6832430" y="1511539"/>
            <a:ext cx="3277112" cy="1249573"/>
            <a:chOff x="6485693" y="1724470"/>
            <a:chExt cx="3277112" cy="124957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01A728-31D3-454D-9BED-96B6DEDDA67F}"/>
                </a:ext>
              </a:extLst>
            </p:cNvPr>
            <p:cNvSpPr txBox="1"/>
            <p:nvPr/>
          </p:nvSpPr>
          <p:spPr>
            <a:xfrm>
              <a:off x="7479874" y="1724470"/>
              <a:ext cx="2282931" cy="1249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3200">
                  <a:latin typeface="UGent Panno Text" panose="02000506040000040003" pitchFamily="50" charset="0"/>
                </a:rPr>
                <a:t>Build a project data workflow</a:t>
              </a:r>
            </a:p>
          </p:txBody>
        </p:sp>
        <p:pic>
          <p:nvPicPr>
            <p:cNvPr id="19" name="Graphic 18" descr="Workflow">
              <a:extLst>
                <a:ext uri="{FF2B5EF4-FFF2-40B4-BE49-F238E27FC236}">
                  <a16:creationId xmlns:a16="http://schemas.microsoft.com/office/drawing/2014/main" id="{A14FC82A-59F3-4A78-95A9-66A0E55B6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85693" y="1892055"/>
              <a:ext cx="914400" cy="914400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5D8E5B9-9CFC-463E-9A1E-D1A1885F4BF6}"/>
              </a:ext>
            </a:extLst>
          </p:cNvPr>
          <p:cNvSpPr txBox="1"/>
          <p:nvPr/>
        </p:nvSpPr>
        <p:spPr>
          <a:xfrm>
            <a:off x="1003239" y="3156959"/>
            <a:ext cx="4722502" cy="110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latin typeface="UGent Panno Text" panose="02000506040000040003" pitchFamily="50" charset="0"/>
              </a:rPr>
              <a:t>Straightforward project structure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latin typeface="UGent Panno Text" panose="02000506040000040003" pitchFamily="50" charset="0"/>
              </a:rPr>
              <a:t>Limited number of data types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3597F8-0EAF-4F9D-815A-D9D907F9380F}"/>
              </a:ext>
            </a:extLst>
          </p:cNvPr>
          <p:cNvSpPr txBox="1"/>
          <p:nvPr/>
        </p:nvSpPr>
        <p:spPr>
          <a:xfrm>
            <a:off x="5887201" y="3156959"/>
            <a:ext cx="5738014" cy="420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latin typeface="UGent Panno Text" panose="02000506040000040003" pitchFamily="50" charset="0"/>
              </a:rPr>
              <a:t>Complex project structure, small to medium number of data types.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latin typeface="UGent Panno Text" panose="02000506040000040003" pitchFamily="50" charset="0"/>
              </a:rPr>
              <a:t>To </a:t>
            </a:r>
            <a:r>
              <a:rPr lang="en-US" sz="2800">
                <a:solidFill>
                  <a:schemeClr val="tx2"/>
                </a:solidFill>
                <a:latin typeface="UGent Panno Text" panose="02000506040000040003" pitchFamily="50" charset="0"/>
              </a:rPr>
              <a:t>visualize data</a:t>
            </a:r>
            <a:r>
              <a:rPr lang="en-US" sz="2800">
                <a:latin typeface="UGent Panno Text" panose="02000506040000040003" pitchFamily="50" charset="0"/>
              </a:rPr>
              <a:t> as input &amp; outputs + the different </a:t>
            </a:r>
            <a:r>
              <a:rPr lang="en-US" sz="2800">
                <a:solidFill>
                  <a:schemeClr val="tx2"/>
                </a:solidFill>
                <a:latin typeface="UGent Panno Text" panose="02000506040000040003" pitchFamily="50" charset="0"/>
              </a:rPr>
              <a:t>processing and analysis steps</a:t>
            </a:r>
            <a:r>
              <a:rPr lang="en-US" sz="2800">
                <a:latin typeface="UGent Panno Text" panose="02000506040000040003" pitchFamily="50" charset="0"/>
              </a:rPr>
              <a:t>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latin typeface="UGent Panno Text" panose="02000506040000040003" pitchFamily="50" charset="0"/>
              </a:rPr>
              <a:t>Can help in other RDM steps: file organization &amp; naming, documentation.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endParaRPr lang="en-US" sz="2800">
              <a:latin typeface="UGent Panno Text" panose="02000506040000040003" pitchFamily="50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endParaRPr lang="en-US" sz="2800">
              <a:latin typeface="UGent Panno Text" panose="02000506040000040003" pitchFamily="50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E90436-2DE9-442D-9485-87247BBFE261}"/>
              </a:ext>
            </a:extLst>
          </p:cNvPr>
          <p:cNvSpPr txBox="1"/>
          <p:nvPr/>
        </p:nvSpPr>
        <p:spPr>
          <a:xfrm>
            <a:off x="11905613" y="3156959"/>
            <a:ext cx="4898132" cy="369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latin typeface="UGent Panno Text" panose="02000506040000040003" pitchFamily="50" charset="0"/>
              </a:rPr>
              <a:t>Complex project structure, medium to large number of data types.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latin typeface="UGent Panno Text" panose="02000506040000040003" pitchFamily="50" charset="0"/>
              </a:rPr>
              <a:t>Data sets and/or types as rows, with characteristics as columns.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‒"/>
            </a:pPr>
            <a:r>
              <a:rPr lang="en-US" sz="2800">
                <a:solidFill>
                  <a:schemeClr val="tx2"/>
                </a:solidFill>
                <a:latin typeface="UGent Panno Text" panose="02000506040000040003" pitchFamily="50" charset="0"/>
              </a:rPr>
              <a:t>To detect RDM needs</a:t>
            </a:r>
            <a:r>
              <a:rPr lang="en-US" sz="2800">
                <a:latin typeface="UGent Panno Text" panose="02000506040000040003" pitchFamily="50" charset="0"/>
              </a:rPr>
              <a:t>: e.g. additional storage space needed, confidential data…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3A6EC6A-9E2D-426B-B3AF-6DE4047EA3FA}"/>
              </a:ext>
            </a:extLst>
          </p:cNvPr>
          <p:cNvGrpSpPr/>
          <p:nvPr/>
        </p:nvGrpSpPr>
        <p:grpSpPr>
          <a:xfrm>
            <a:off x="4030899" y="7482399"/>
            <a:ext cx="2269420" cy="720000"/>
            <a:chOff x="7564283" y="5944347"/>
            <a:chExt cx="2269420" cy="720000"/>
          </a:xfrm>
        </p:grpSpPr>
        <p:pic>
          <p:nvPicPr>
            <p:cNvPr id="43" name="Graphic 42" descr="Workflow">
              <a:extLst>
                <a:ext uri="{FF2B5EF4-FFF2-40B4-BE49-F238E27FC236}">
                  <a16:creationId xmlns:a16="http://schemas.microsoft.com/office/drawing/2014/main" id="{5370D8E5-4451-47F5-9274-3258E14D3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64283" y="5944347"/>
              <a:ext cx="720000" cy="720000"/>
            </a:xfrm>
            <a:prstGeom prst="rect">
              <a:avLst/>
            </a:prstGeom>
          </p:spPr>
        </p:pic>
        <p:pic>
          <p:nvPicPr>
            <p:cNvPr id="44" name="Graphic 43" descr="Document">
              <a:extLst>
                <a:ext uri="{FF2B5EF4-FFF2-40B4-BE49-F238E27FC236}">
                  <a16:creationId xmlns:a16="http://schemas.microsoft.com/office/drawing/2014/main" id="{7727110C-433B-458E-A9A7-A35CBFC54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13703" y="5944347"/>
              <a:ext cx="720000" cy="720000"/>
            </a:xfrm>
            <a:prstGeom prst="rect">
              <a:avLst/>
            </a:prstGeom>
          </p:spPr>
        </p:pic>
        <p:pic>
          <p:nvPicPr>
            <p:cNvPr id="45" name="Graphic 44" descr="Add">
              <a:extLst>
                <a:ext uri="{FF2B5EF4-FFF2-40B4-BE49-F238E27FC236}">
                  <a16:creationId xmlns:a16="http://schemas.microsoft.com/office/drawing/2014/main" id="{E3C93865-B90B-4F08-ABDE-DCEDA685B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476537" y="6115335"/>
              <a:ext cx="385602" cy="38560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E56C334-F9CD-42C0-A734-19A67623E55A}"/>
              </a:ext>
            </a:extLst>
          </p:cNvPr>
          <p:cNvGrpSpPr/>
          <p:nvPr/>
        </p:nvGrpSpPr>
        <p:grpSpPr>
          <a:xfrm>
            <a:off x="7985874" y="7482399"/>
            <a:ext cx="2269420" cy="720000"/>
            <a:chOff x="7564283" y="6867774"/>
            <a:chExt cx="2269420" cy="720000"/>
          </a:xfrm>
        </p:grpSpPr>
        <p:pic>
          <p:nvPicPr>
            <p:cNvPr id="47" name="Graphic 46" descr="Workflow">
              <a:extLst>
                <a:ext uri="{FF2B5EF4-FFF2-40B4-BE49-F238E27FC236}">
                  <a16:creationId xmlns:a16="http://schemas.microsoft.com/office/drawing/2014/main" id="{976C5573-533F-4744-BE2B-B5C06D27E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64283" y="6867774"/>
              <a:ext cx="720000" cy="720000"/>
            </a:xfrm>
            <a:prstGeom prst="rect">
              <a:avLst/>
            </a:prstGeom>
          </p:spPr>
        </p:pic>
        <p:pic>
          <p:nvPicPr>
            <p:cNvPr id="48" name="Graphic 47" descr="Add">
              <a:extLst>
                <a:ext uri="{FF2B5EF4-FFF2-40B4-BE49-F238E27FC236}">
                  <a16:creationId xmlns:a16="http://schemas.microsoft.com/office/drawing/2014/main" id="{3E7DB40D-3DA0-4866-B854-473769F3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476536" y="7038762"/>
              <a:ext cx="385602" cy="385602"/>
            </a:xfrm>
            <a:prstGeom prst="rect">
              <a:avLst/>
            </a:prstGeom>
          </p:spPr>
        </p:pic>
        <p:pic>
          <p:nvPicPr>
            <p:cNvPr id="49" name="Graphic 48" descr="Table">
              <a:extLst>
                <a:ext uri="{FF2B5EF4-FFF2-40B4-BE49-F238E27FC236}">
                  <a16:creationId xmlns:a16="http://schemas.microsoft.com/office/drawing/2014/main" id="{92767E7F-1E58-4FFB-B0AD-5C3263CE5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113703" y="6867774"/>
              <a:ext cx="720000" cy="720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512B27A-B2A5-4445-B9B5-9D385A50AD27}"/>
              </a:ext>
            </a:extLst>
          </p:cNvPr>
          <p:cNvGrpSpPr/>
          <p:nvPr/>
        </p:nvGrpSpPr>
        <p:grpSpPr>
          <a:xfrm>
            <a:off x="11940850" y="7482399"/>
            <a:ext cx="3878151" cy="720000"/>
            <a:chOff x="7583641" y="7791201"/>
            <a:chExt cx="3878151" cy="720000"/>
          </a:xfrm>
        </p:grpSpPr>
        <p:pic>
          <p:nvPicPr>
            <p:cNvPr id="51" name="Graphic 50" descr="Workflow">
              <a:extLst>
                <a:ext uri="{FF2B5EF4-FFF2-40B4-BE49-F238E27FC236}">
                  <a16:creationId xmlns:a16="http://schemas.microsoft.com/office/drawing/2014/main" id="{B78E12BE-92AF-4BDD-AAD4-A3E9347A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83641" y="7791201"/>
              <a:ext cx="720000" cy="720000"/>
            </a:xfrm>
            <a:prstGeom prst="rect">
              <a:avLst/>
            </a:prstGeom>
          </p:spPr>
        </p:pic>
        <p:pic>
          <p:nvPicPr>
            <p:cNvPr id="52" name="Graphic 51" descr="Add">
              <a:extLst>
                <a:ext uri="{FF2B5EF4-FFF2-40B4-BE49-F238E27FC236}">
                  <a16:creationId xmlns:a16="http://schemas.microsoft.com/office/drawing/2014/main" id="{60C797D9-DA0E-4671-B290-2B11AB462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495894" y="7962189"/>
              <a:ext cx="385602" cy="385602"/>
            </a:xfrm>
            <a:prstGeom prst="rect">
              <a:avLst/>
            </a:prstGeom>
          </p:spPr>
        </p:pic>
        <p:pic>
          <p:nvPicPr>
            <p:cNvPr id="53" name="Graphic 52" descr="Table">
              <a:extLst>
                <a:ext uri="{FF2B5EF4-FFF2-40B4-BE49-F238E27FC236}">
                  <a16:creationId xmlns:a16="http://schemas.microsoft.com/office/drawing/2014/main" id="{779A2495-940A-4B47-96D0-037B21976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133061" y="7791201"/>
              <a:ext cx="720000" cy="720000"/>
            </a:xfrm>
            <a:prstGeom prst="rect">
              <a:avLst/>
            </a:prstGeom>
          </p:spPr>
        </p:pic>
        <p:pic>
          <p:nvPicPr>
            <p:cNvPr id="54" name="Graphic 53" descr="Document">
              <a:extLst>
                <a:ext uri="{FF2B5EF4-FFF2-40B4-BE49-F238E27FC236}">
                  <a16:creationId xmlns:a16="http://schemas.microsoft.com/office/drawing/2014/main" id="{FE148901-D19A-4BD8-87EA-23635106F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41792" y="7791201"/>
              <a:ext cx="720000" cy="720000"/>
            </a:xfrm>
            <a:prstGeom prst="rect">
              <a:avLst/>
            </a:prstGeom>
          </p:spPr>
        </p:pic>
        <p:pic>
          <p:nvPicPr>
            <p:cNvPr id="55" name="Graphic 54" descr="Add">
              <a:extLst>
                <a:ext uri="{FF2B5EF4-FFF2-40B4-BE49-F238E27FC236}">
                  <a16:creationId xmlns:a16="http://schemas.microsoft.com/office/drawing/2014/main" id="{97F68D96-F620-48C2-B280-861F521F0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104626" y="7962189"/>
              <a:ext cx="385602" cy="385602"/>
            </a:xfrm>
            <a:prstGeom prst="rect">
              <a:avLst/>
            </a:prstGeom>
          </p:spPr>
        </p:pic>
      </p:grpSp>
      <p:pic>
        <p:nvPicPr>
          <p:cNvPr id="56" name="Graphic 55" descr="Document">
            <a:extLst>
              <a:ext uri="{FF2B5EF4-FFF2-40B4-BE49-F238E27FC236}">
                <a16:creationId xmlns:a16="http://schemas.microsoft.com/office/drawing/2014/main" id="{ABFB5E93-0412-450E-9BB6-CC089545F7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25344" y="7482399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27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3FC5-4BE6-84B2-17DA-FF8688AC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workflow: generic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B5E18-80C2-E7B9-9218-236AB305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/>
          </a:p>
        </p:txBody>
      </p:sp>
      <p:pic>
        <p:nvPicPr>
          <p:cNvPr id="5" name="Picture 4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387721FE-050D-6754-4643-8A3EF4D3C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25" y="1480722"/>
            <a:ext cx="15699575" cy="65273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973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D3D1-AA46-46AF-A928-E95337A0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UGent Panno Text"/>
              </a:rPr>
              <a:t>Data overview table in FWO/cSBO VLAIO DMP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AFA7F-1045-416F-8B5F-A4CE528C9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overview tables are a useful way to index all the data/outputs in the project and refer to them in other parts of DMP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6935CE16-D7EE-4227-A62D-AF87E451E5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7262978"/>
              </p:ext>
            </p:extLst>
          </p:nvPr>
        </p:nvGraphicFramePr>
        <p:xfrm>
          <a:off x="836425" y="3432661"/>
          <a:ext cx="15595066" cy="5679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430">
                  <a:extLst>
                    <a:ext uri="{9D8B030D-6E8A-4147-A177-3AD203B41FA5}">
                      <a16:colId xmlns:a16="http://schemas.microsoft.com/office/drawing/2014/main" val="1574564560"/>
                    </a:ext>
                  </a:extLst>
                </a:gridCol>
                <a:gridCol w="2202872">
                  <a:extLst>
                    <a:ext uri="{9D8B030D-6E8A-4147-A177-3AD203B41FA5}">
                      <a16:colId xmlns:a16="http://schemas.microsoft.com/office/drawing/2014/main" val="366546276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713042036"/>
                    </a:ext>
                  </a:extLst>
                </a:gridCol>
                <a:gridCol w="2687782">
                  <a:extLst>
                    <a:ext uri="{9D8B030D-6E8A-4147-A177-3AD203B41FA5}">
                      <a16:colId xmlns:a16="http://schemas.microsoft.com/office/drawing/2014/main" val="3084515731"/>
                    </a:ext>
                  </a:extLst>
                </a:gridCol>
                <a:gridCol w="2105891">
                  <a:extLst>
                    <a:ext uri="{9D8B030D-6E8A-4147-A177-3AD203B41FA5}">
                      <a16:colId xmlns:a16="http://schemas.microsoft.com/office/drawing/2014/main" val="2662475933"/>
                    </a:ext>
                  </a:extLst>
                </a:gridCol>
                <a:gridCol w="2784764">
                  <a:extLst>
                    <a:ext uri="{9D8B030D-6E8A-4147-A177-3AD203B41FA5}">
                      <a16:colId xmlns:a16="http://schemas.microsoft.com/office/drawing/2014/main" val="2035084099"/>
                    </a:ext>
                  </a:extLst>
                </a:gridCol>
                <a:gridCol w="1759527">
                  <a:extLst>
                    <a:ext uri="{9D8B030D-6E8A-4147-A177-3AD203B41FA5}">
                      <a16:colId xmlns:a16="http://schemas.microsoft.com/office/drawing/2014/main" val="1482512962"/>
                    </a:ext>
                  </a:extLst>
                </a:gridCol>
              </a:tblGrid>
              <a:tr h="842249"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i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Only for digital data </a:t>
                      </a:r>
                      <a:endParaRPr lang="en-US" sz="20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i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Only for digital data </a:t>
                      </a:r>
                      <a:endParaRPr lang="en-US" sz="20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i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Only for physical data</a:t>
                      </a:r>
                      <a:endParaRPr lang="en-US" sz="20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extLst>
                  <a:ext uri="{0D108BD9-81ED-4DB2-BD59-A6C34878D82A}">
                    <a16:rowId xmlns:a16="http://schemas.microsoft.com/office/drawing/2014/main" val="782969523"/>
                  </a:ext>
                </a:extLst>
              </a:tr>
              <a:tr h="760928"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Dataset Reference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2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or reused</a:t>
                      </a:r>
                      <a:endParaRPr lang="en-US" sz="2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Type</a:t>
                      </a:r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Digital Data format</a:t>
                      </a:r>
                      <a:endParaRPr lang="en-US" sz="2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Digital data volume (MB/GB/TB)</a:t>
                      </a:r>
                      <a:endParaRPr lang="en-US" sz="2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Physical volume</a:t>
                      </a:r>
                      <a:endParaRPr lang="en-US" sz="2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extLst>
                  <a:ext uri="{0D108BD9-81ED-4DB2-BD59-A6C34878D82A}">
                    <a16:rowId xmlns:a16="http://schemas.microsoft.com/office/drawing/2014/main" val="1869448883"/>
                  </a:ext>
                </a:extLst>
              </a:tr>
              <a:tr h="3041878"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i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Please choose from the following options: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Generate new data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Reuse existing data</a:t>
                      </a: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i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Please choose from the following options: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Audiovisual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Numerical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Software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Workflow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Physical object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Other </a:t>
                      </a: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i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 example: .csv, .pdf, .txt</a:t>
                      </a: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i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Please choose from the following options: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 100MB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 1GB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 2 TB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extLst>
                  <a:ext uri="{0D108BD9-81ED-4DB2-BD59-A6C34878D82A}">
                    <a16:rowId xmlns:a16="http://schemas.microsoft.com/office/drawing/2014/main" val="3847495804"/>
                  </a:ext>
                </a:extLst>
              </a:tr>
              <a:tr h="354383"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extLst>
                  <a:ext uri="{0D108BD9-81ED-4DB2-BD59-A6C34878D82A}">
                    <a16:rowId xmlns:a16="http://schemas.microsoft.com/office/drawing/2014/main" val="2372462002"/>
                  </a:ext>
                </a:extLst>
              </a:tr>
              <a:tr h="354383"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3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2" marR="7182" marT="7610" marB="0"/>
                </a:tc>
                <a:extLst>
                  <a:ext uri="{0D108BD9-81ED-4DB2-BD59-A6C34878D82A}">
                    <a16:rowId xmlns:a16="http://schemas.microsoft.com/office/drawing/2014/main" val="3258623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09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B48E8B-90B2-4197-96B9-171258988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A90D7-3B99-4085-9E31-A2FD59179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4425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 anchor="t" anchorCtr="0"/>
          <a:lstStyle/>
          <a:p>
            <a:r>
              <a:rPr lang="en-GB"/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535940" indent="-449580"/>
            <a:r>
              <a:rPr lang="en-GB" sz="5200" b="1">
                <a:solidFill>
                  <a:schemeClr val="tx2"/>
                </a:solidFill>
              </a:rPr>
              <a:t>Rows</a:t>
            </a:r>
            <a:r>
              <a:rPr lang="en-GB" sz="5200" b="1"/>
              <a:t> (i.e. datasets, data types)</a:t>
            </a:r>
            <a:endParaRPr lang="en-US"/>
          </a:p>
          <a:p>
            <a:pPr marL="1169670" lvl="1" indent="-449580"/>
            <a:r>
              <a:rPr lang="en-GB"/>
              <a:t>Which methods do you use to collect data?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Why are you collecting the data?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What type of data is it? Content? Format? Physical or digital?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Is it raw data or processed data?</a:t>
            </a:r>
          </a:p>
          <a:p>
            <a:pPr marL="1169670" lvl="1" indent="-449580"/>
            <a:endParaRPr lang="en-GB">
              <a:cs typeface="Arial"/>
            </a:endParaRPr>
          </a:p>
          <a:p>
            <a:pPr marL="535940" indent="-449580"/>
            <a:r>
              <a:rPr lang="en-GB" sz="5200" b="1">
                <a:solidFill>
                  <a:schemeClr val="tx2"/>
                </a:solidFill>
              </a:rPr>
              <a:t>Columns</a:t>
            </a:r>
            <a:r>
              <a:rPr lang="en-GB" sz="5200" b="1"/>
              <a:t> (i.e. characteristics of the data)</a:t>
            </a:r>
            <a:endParaRPr lang="en-GB" sz="5200" b="1">
              <a:cs typeface="Arial"/>
            </a:endParaRPr>
          </a:p>
          <a:p>
            <a:pPr marL="1169670" lvl="1" indent="-449580"/>
            <a:r>
              <a:rPr lang="en-US"/>
              <a:t>Is there any pre-existing data that you will be using?</a:t>
            </a:r>
            <a:endParaRPr lang="en-US">
              <a:cs typeface="Arial"/>
            </a:endParaRPr>
          </a:p>
          <a:p>
            <a:pPr marL="1169670" lvl="1" indent="-449580"/>
            <a:r>
              <a:rPr lang="en-GB"/>
              <a:t>What is the source of the pre-existing data?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Will you be collecting physical materials?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Which methods will you use to collect/generate new data?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Which data is confidential? Personal data? 3</a:t>
            </a:r>
            <a:r>
              <a:rPr lang="en-GB" baseline="30000"/>
              <a:t>rd</a:t>
            </a:r>
            <a:r>
              <a:rPr lang="en-GB"/>
              <a:t> party data?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What is the expected size of the data?</a:t>
            </a:r>
            <a:endParaRPr lang="en-GB">
              <a:cs typeface="Arial"/>
            </a:endParaRPr>
          </a:p>
          <a:p>
            <a:pPr marL="1169670" lvl="1" indent="-449580"/>
            <a:r>
              <a:rPr lang="en-GB"/>
              <a:t>Which file/data formats will you be using? Are they open and sustainable?</a:t>
            </a:r>
            <a:endParaRPr lang="en-GB">
              <a:cs typeface="Arial"/>
            </a:endParaRPr>
          </a:p>
          <a:p>
            <a:pPr marL="1169670" lvl="1" indent="-449580"/>
            <a:endParaRPr lang="en-GB">
              <a:cs typeface="Arial"/>
            </a:endParaRPr>
          </a:p>
          <a:p>
            <a:pPr marL="535940" indent="-449580"/>
            <a:endParaRPr lang="en-GB">
              <a:cs typeface="Arial"/>
            </a:endParaRPr>
          </a:p>
          <a:p>
            <a:pPr marL="535940" indent="-449580"/>
            <a:endParaRPr lang="en-GB">
              <a:cs typeface="Arial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85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500" dirty="0">
                <a:latin typeface="UGent Panno Text"/>
              </a:rPr>
              <a:t>UGent Data Stewards</a:t>
            </a:r>
            <a:br>
              <a:rPr lang="en-GB" dirty="0"/>
            </a:br>
            <a:br>
              <a:rPr lang="en-GB" dirty="0"/>
            </a:br>
            <a:r>
              <a:rPr lang="en-GB" dirty="0">
                <a:uFill>
                  <a:solidFill>
                    <a:prstClr val="white"/>
                  </a:solidFill>
                </a:uFill>
                <a:latin typeface="UGent Panno Text"/>
              </a:rPr>
              <a:t>UNIVERSITY SERVICES – RESEARCH </a:t>
            </a:r>
            <a:br>
              <a:rPr lang="en-GB" dirty="0">
                <a:latin typeface="UGent Panno Text"/>
              </a:rPr>
            </a:br>
            <a:r>
              <a:rPr lang="en-GB" dirty="0">
                <a:latin typeface="UGent Panno Text"/>
              </a:rPr>
              <a:t>TEAM </a:t>
            </a:r>
            <a:r>
              <a:rPr lang="en-GB" cap="all" dirty="0" err="1">
                <a:uFill>
                  <a:solidFill>
                    <a:prstClr val="white"/>
                  </a:solidFill>
                </a:uFill>
                <a:latin typeface="UGent Panno Text"/>
              </a:rPr>
              <a:t>OPen</a:t>
            </a:r>
            <a:r>
              <a:rPr lang="en-GB" cap="all" dirty="0">
                <a:uFill>
                  <a:solidFill>
                    <a:prstClr val="white"/>
                  </a:solidFill>
                </a:uFill>
                <a:latin typeface="UGent Panno Text"/>
              </a:rPr>
              <a:t> Science </a:t>
            </a:r>
            <a:br>
              <a:rPr lang="en-GB" cap="all" dirty="0"/>
            </a:br>
            <a:br>
              <a:rPr lang="en-GB" dirty="0">
                <a:latin typeface="UGent Panno Text"/>
              </a:rPr>
            </a:br>
            <a:br>
              <a:rPr lang="en-GB" dirty="0"/>
            </a:br>
            <a:br>
              <a:rPr lang="en-GB" dirty="0"/>
            </a:br>
            <a:endParaRPr lang="en-GB" dirty="0">
              <a:uFill>
                <a:solidFill>
                  <a:prstClr val="white"/>
                </a:solidFill>
              </a:uFill>
            </a:endParaRPr>
          </a:p>
        </p:txBody>
      </p:sp>
      <p:sp>
        <p:nvSpPr>
          <p:cNvPr id="16" name="Tijdelijke aanduiding voor tekst 3">
            <a:extLst>
              <a:ext uri="{FF2B5EF4-FFF2-40B4-BE49-F238E27FC236}">
                <a16:creationId xmlns:a16="http://schemas.microsoft.com/office/drawing/2014/main" id="{12138BDE-24CF-164D-AEA4-B8A7498428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15999" y="3095999"/>
            <a:ext cx="7257600" cy="26283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>
                <a:latin typeface="UGent Panno Text"/>
              </a:rPr>
              <a:t>openscience@ugent.be / rdm.support@ugent.be / biblio@ugent.be</a:t>
            </a:r>
            <a:br>
              <a:rPr lang="nl-NL" dirty="0"/>
            </a:br>
            <a:r>
              <a:rPr lang="nl-NL" dirty="0">
                <a:latin typeface="UGent Panno Text"/>
              </a:rPr>
              <a:t>@ugentopenscience.bsky.social</a:t>
            </a:r>
          </a:p>
          <a:p>
            <a:r>
              <a:rPr lang="nl-NL" dirty="0">
                <a:latin typeface="UGent Panno Text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boekentoren.gent/UGent_OS</a:t>
            </a:r>
            <a:br>
              <a:rPr lang="nl-NL" dirty="0"/>
            </a:br>
            <a:r>
              <a:rPr lang="da-DK" dirty="0">
                <a:latin typeface="UGent Panno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ugentbe.sharepoint.com/UGent_OS_training</a:t>
            </a:r>
            <a:endParaRPr lang="da-DK" dirty="0"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nl-NL" dirty="0">
                <a:latin typeface="UGent Panno Tex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youtube.com/UGent_OS</a:t>
            </a:r>
          </a:p>
        </p:txBody>
      </p:sp>
      <p:pic>
        <p:nvPicPr>
          <p:cNvPr id="17" name="Graphic 16" descr="Email with solid fill">
            <a:extLst>
              <a:ext uri="{FF2B5EF4-FFF2-40B4-BE49-F238E27FC236}">
                <a16:creationId xmlns:a16="http://schemas.microsoft.com/office/drawing/2014/main" id="{35FD2734-14CA-6599-5E9F-6B2AF8D83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2559" y="3120220"/>
            <a:ext cx="396000" cy="396000"/>
          </a:xfrm>
          <a:prstGeom prst="rect">
            <a:avLst/>
          </a:prstGeom>
        </p:spPr>
      </p:pic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D12AB0A7-CFB0-2313-EBB2-A18CEEA65F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4559" y="4038945"/>
            <a:ext cx="432000" cy="432000"/>
          </a:xfrm>
          <a:prstGeom prst="rect">
            <a:avLst/>
          </a:prstGeom>
        </p:spPr>
      </p:pic>
      <p:pic>
        <p:nvPicPr>
          <p:cNvPr id="20" name="Graphic 19" descr="Presentation with pie chart">
            <a:extLst>
              <a:ext uri="{FF2B5EF4-FFF2-40B4-BE49-F238E27FC236}">
                <a16:creationId xmlns:a16="http://schemas.microsoft.com/office/drawing/2014/main" id="{BCD8671D-2C89-0BE2-FF03-C74E36E022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29217" y="4522357"/>
            <a:ext cx="432000" cy="432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03EF252-0B33-05A7-4920-D02922E704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8559" y="4990791"/>
            <a:ext cx="360000" cy="36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CEAB6A04-E26B-4097-03A0-12EC68DDC5B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8673213" y="3602919"/>
            <a:ext cx="402772" cy="43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03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Gent Corporate">
      <a:dk1>
        <a:sysClr val="windowText" lastClr="000000"/>
      </a:dk1>
      <a:lt1>
        <a:sysClr val="window" lastClr="FFFFFF"/>
      </a:lt1>
      <a:dk2>
        <a:srgbClr val="1E64C8"/>
      </a:dk2>
      <a:lt2>
        <a:srgbClr val="E9F0FA"/>
      </a:lt2>
      <a:accent1>
        <a:srgbClr val="1E64C8"/>
      </a:accent1>
      <a:accent2>
        <a:srgbClr val="FFD200"/>
      </a:accent2>
      <a:accent3>
        <a:srgbClr val="3574CE"/>
      </a:accent3>
      <a:accent4>
        <a:srgbClr val="4B83D3"/>
      </a:accent4>
      <a:accent5>
        <a:srgbClr val="6293D9"/>
      </a:accent5>
      <a:accent6>
        <a:srgbClr val="78A2DE"/>
      </a:accent6>
      <a:hlink>
        <a:srgbClr val="1E64C8"/>
      </a:hlink>
      <a:folHlink>
        <a:srgbClr val="3574CE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342900" indent="-342900" algn="l">
          <a:lnSpc>
            <a:spcPct val="120000"/>
          </a:lnSpc>
          <a:buFont typeface="Arial" panose="020B0604020202020204" pitchFamily="34" charset="0"/>
          <a:buChar char="‒"/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UGent_EN.potx" id="{C13B4B38-29A5-474E-8BA7-DC976804664A}" vid="{DC5B41C7-CA43-4E14-AB4C-72FA02633B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d7671653-5777-4515-be6d-22c95294c830" xsi:nil="true"/>
    <Domain xmlns="d7671653-5777-4515-be6d-22c95294c830" xsi:nil="true"/>
    <Valuablesection xmlns="d7671653-5777-4515-be6d-22c95294c830" xsi:nil="true"/>
    <DMPversion xmlns="d7671653-5777-4515-be6d-22c95294c830" xsi:nil="true"/>
    <Shareable xmlns="d7671653-5777-4515-be6d-22c95294c830" xsi:nil="true"/>
    <ShortName xmlns="d7671653-5777-4515-be6d-22c95294c830" xsi:nil="true"/>
    <WorkPackage xmlns="d7671653-5777-4515-be6d-22c95294c830" xsi:nil="true"/>
    <TaxCatchAll xmlns="ed73d88f-2738-4c68-a2de-96dc89f05060" xsi:nil="true"/>
    <lcf76f155ced4ddcb4097134ff3c332f xmlns="d7671653-5777-4515-be6d-22c95294c83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8D042C8B98F4EAC07EAED7929CC0B" ma:contentTypeVersion="29" ma:contentTypeDescription="Create a new document." ma:contentTypeScope="" ma:versionID="c4d423602de6a8cfd3f2cd01e9719a5e">
  <xsd:schema xmlns:xsd="http://www.w3.org/2001/XMLSchema" xmlns:xs="http://www.w3.org/2001/XMLSchema" xmlns:p="http://schemas.microsoft.com/office/2006/metadata/properties" xmlns:ns2="d7671653-5777-4515-be6d-22c95294c830" xmlns:ns3="ed73d88f-2738-4c68-a2de-96dc89f05060" targetNamespace="http://schemas.microsoft.com/office/2006/metadata/properties" ma:root="true" ma:fieldsID="53c7e96fffe7db095a24aaffa850286b" ns2:_="" ns3:_="">
    <xsd:import namespace="d7671653-5777-4515-be6d-22c95294c830"/>
    <xsd:import namespace="ed73d88f-2738-4c68-a2de-96dc89f05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Descrip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ShortName" minOccurs="0"/>
                <xsd:element ref="ns2:MediaServiceDateTaken" minOccurs="0"/>
                <xsd:element ref="ns2:Domain" minOccurs="0"/>
                <xsd:element ref="ns2:Valuablesection" minOccurs="0"/>
                <xsd:element ref="ns2:DMPversion" minOccurs="0"/>
                <xsd:element ref="ns2:Shareable" minOccurs="0"/>
                <xsd:element ref="ns2:MediaLengthInSeconds" minOccurs="0"/>
                <xsd:element ref="ns2:WorkPack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671653-5777-4515-be6d-22c95294c8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escription" ma:index="12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ShortName" ma:index="19" nillable="true" ma:displayName="Short Name" ma:format="Dropdown" ma:internalName="ShortName">
      <xsd:simpleType>
        <xsd:restriction base="dms:Choice">
          <xsd:enumeration value="FWO"/>
          <xsd:enumeration value="H2020"/>
          <xsd:enumeration value="BELSPO"/>
          <xsd:enumeration value="UGent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Domain" ma:index="21" nillable="true" ma:displayName="Domain" ma:format="Dropdown" ma:internalName="Domai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Social and Behavioral Scences"/>
                    <xsd:enumeration value="Life Sciences"/>
                    <xsd:enumeration value="(Bio)Engineering"/>
                    <xsd:enumeration value="Natural Sciences"/>
                    <xsd:enumeration value="Law, Art and Humanities"/>
                  </xsd:restriction>
                </xsd:simpleType>
              </xsd:element>
            </xsd:sequence>
          </xsd:extension>
        </xsd:complexContent>
      </xsd:complexType>
    </xsd:element>
    <xsd:element name="Valuablesection" ma:index="22" nillable="true" ma:displayName="Valuable section" ma:format="Dropdown" ma:internalName="Valuablese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Data description"/>
                    <xsd:enumeration value="Metadata and documentation"/>
                    <xsd:enumeration value="Data storage and security"/>
                    <xsd:enumeration value="Preservation"/>
                    <xsd:enumeration value="Data sharing"/>
                    <xsd:enumeration value="Ethical and legal issues"/>
                    <xsd:enumeration value="Costs and resources"/>
                    <xsd:enumeration value="Responsibilities"/>
                  </xsd:restriction>
                </xsd:simpleType>
              </xsd:element>
            </xsd:sequence>
          </xsd:extension>
        </xsd:complexContent>
      </xsd:complexType>
    </xsd:element>
    <xsd:element name="DMPversion" ma:index="23" nillable="true" ma:displayName="DMP version" ma:format="Dropdown" ma:internalName="DMPversion">
      <xsd:simpleType>
        <xsd:restriction base="dms:Choice">
          <xsd:enumeration value="Proposal"/>
          <xsd:enumeration value="V1 (6M)"/>
          <xsd:enumeration value="Other"/>
          <xsd:enumeration value="Final"/>
        </xsd:restriction>
      </xsd:simpleType>
    </xsd:element>
    <xsd:element name="Shareable" ma:index="24" nillable="true" ma:displayName="Shareable" ma:description="Specify whether there is permission by the author(s) to share the DMP" ma:format="Dropdown" ma:internalName="Shareable">
      <xsd:simpleType>
        <xsd:restriction base="dms:Choice">
          <xsd:enumeration value="Not shareable"/>
          <xsd:enumeration value="Internally"/>
          <xsd:enumeration value="Externally"/>
          <xsd:enumeration value="Already public"/>
        </xsd:restriction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WorkPackage" ma:index="27" nillable="true" ma:displayName="Work Package" ma:format="Dropdown" ma:internalName="WorkPackage">
      <xsd:simpleType>
        <xsd:restriction base="dms:Text">
          <xsd:maxLength value="255"/>
        </xsd:restriction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3b9bb814-139f-4039-9463-697760f06a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3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3d88f-2738-4c68-a2de-96dc89f05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0" nillable="true" ma:displayName="Taxonomy Catch All Column" ma:hidden="true" ma:list="{e944e1ce-d024-48cd-a551-62c6bb5628b5}" ma:internalName="TaxCatchAll" ma:showField="CatchAllData" ma:web="ed73d88f-2738-4c68-a2de-96dc89f050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25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648D35-31E6-49DB-9231-189EB114145F}">
  <ds:schemaRefs>
    <ds:schemaRef ds:uri="d7671653-5777-4515-be6d-22c95294c830"/>
    <ds:schemaRef ds:uri="ed73d88f-2738-4c68-a2de-96dc89f0506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F478CE7-D6F1-4359-B157-49ABDC6DAF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671653-5777-4515-be6d-22c95294c830"/>
    <ds:schemaRef ds:uri="ed73d88f-2738-4c68-a2de-96dc89f050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E128F1-C5B5-4A4C-9DDF-4A5030975E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</Template>
  <TotalTime>29</TotalTime>
  <Words>667</Words>
  <Application>Microsoft Office PowerPoint</Application>
  <PresentationFormat>Custom</PresentationFormat>
  <Paragraphs>125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UGent Panno Text</vt:lpstr>
      <vt:lpstr>Office Theme</vt:lpstr>
      <vt:lpstr>describing and Classifying your data</vt:lpstr>
      <vt:lpstr>DMP sections</vt:lpstr>
      <vt:lpstr>Data Description: different approaches</vt:lpstr>
      <vt:lpstr>Data workflow: generic example</vt:lpstr>
      <vt:lpstr>Data overview table in FWO/cSBO VLAIO DMP</vt:lpstr>
      <vt:lpstr>In practice</vt:lpstr>
      <vt:lpstr>Data overview</vt:lpstr>
      <vt:lpstr>UGent Data Stewards  UNIVERSITY SERVICES – RESEARCH  TEAM OPen Science     </vt:lpstr>
    </vt:vector>
  </TitlesOfParts>
  <Manager/>
  <Company>Ghent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Paula Oset Garcia</dc:creator>
  <cp:keywords/>
  <dc:description/>
  <cp:lastModifiedBy>Laura Standaert</cp:lastModifiedBy>
  <cp:revision>4</cp:revision>
  <dcterms:created xsi:type="dcterms:W3CDTF">2021-01-06T12:52:13Z</dcterms:created>
  <dcterms:modified xsi:type="dcterms:W3CDTF">2025-10-16T11:55:19Z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1.1</vt:lpwstr>
  </property>
  <property fmtid="{D5CDD505-2E9C-101B-9397-08002B2CF9AE}" pid="4" name="Date">
    <vt:filetime>2019-05-23T22:00:00Z</vt:filetime>
  </property>
  <property fmtid="{D5CDD505-2E9C-101B-9397-08002B2CF9AE}" pid="5" name="Build">
    <vt:i4>20</vt:i4>
  </property>
  <property fmtid="{D5CDD505-2E9C-101B-9397-08002B2CF9AE}" pid="6" name="ContentTypeId">
    <vt:lpwstr>0x010100E008D042C8B98F4EAC07EAED7929CC0B</vt:lpwstr>
  </property>
  <property fmtid="{D5CDD505-2E9C-101B-9397-08002B2CF9AE}" pid="7" name="MediaServiceImageTags">
    <vt:lpwstr/>
  </property>
</Properties>
</file>