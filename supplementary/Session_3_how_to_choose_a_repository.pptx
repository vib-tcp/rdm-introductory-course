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60" r:id="rId5"/>
    <p:sldMasterId id="2147483752" r:id="rId6"/>
    <p:sldMasterId id="2147483890" r:id="rId7"/>
    <p:sldMasterId id="2147483891" r:id="rId8"/>
    <p:sldMasterId id="2147483711" r:id="rId9"/>
    <p:sldMasterId id="2147483913" r:id="rId10"/>
  </p:sldMasterIdLst>
  <p:notesMasterIdLst>
    <p:notesMasterId r:id="rId68"/>
  </p:notesMasterIdLst>
  <p:handoutMasterIdLst>
    <p:handoutMasterId r:id="rId69"/>
  </p:handoutMasterIdLst>
  <p:sldIdLst>
    <p:sldId id="426" r:id="rId11"/>
    <p:sldId id="440" r:id="rId12"/>
    <p:sldId id="379" r:id="rId13"/>
    <p:sldId id="375" r:id="rId14"/>
    <p:sldId id="358" r:id="rId15"/>
    <p:sldId id="429" r:id="rId16"/>
    <p:sldId id="428" r:id="rId17"/>
    <p:sldId id="386" r:id="rId18"/>
    <p:sldId id="439" r:id="rId19"/>
    <p:sldId id="390" r:id="rId20"/>
    <p:sldId id="394" r:id="rId21"/>
    <p:sldId id="393" r:id="rId22"/>
    <p:sldId id="380" r:id="rId23"/>
    <p:sldId id="377" r:id="rId24"/>
    <p:sldId id="385" r:id="rId25"/>
    <p:sldId id="445" r:id="rId26"/>
    <p:sldId id="378" r:id="rId27"/>
    <p:sldId id="446" r:id="rId28"/>
    <p:sldId id="395" r:id="rId29"/>
    <p:sldId id="424" r:id="rId30"/>
    <p:sldId id="396" r:id="rId31"/>
    <p:sldId id="443" r:id="rId32"/>
    <p:sldId id="387" r:id="rId33"/>
    <p:sldId id="441" r:id="rId34"/>
    <p:sldId id="399" r:id="rId35"/>
    <p:sldId id="400" r:id="rId36"/>
    <p:sldId id="403" r:id="rId37"/>
    <p:sldId id="404" r:id="rId38"/>
    <p:sldId id="405" r:id="rId39"/>
    <p:sldId id="444" r:id="rId40"/>
    <p:sldId id="407" r:id="rId41"/>
    <p:sldId id="442" r:id="rId42"/>
    <p:sldId id="411" r:id="rId43"/>
    <p:sldId id="413" r:id="rId44"/>
    <p:sldId id="412" r:id="rId45"/>
    <p:sldId id="414" r:id="rId46"/>
    <p:sldId id="415" r:id="rId47"/>
    <p:sldId id="416" r:id="rId48"/>
    <p:sldId id="417" r:id="rId49"/>
    <p:sldId id="381" r:id="rId50"/>
    <p:sldId id="382" r:id="rId51"/>
    <p:sldId id="383" r:id="rId52"/>
    <p:sldId id="427" r:id="rId53"/>
    <p:sldId id="389" r:id="rId54"/>
    <p:sldId id="398" r:id="rId55"/>
    <p:sldId id="408" r:id="rId56"/>
    <p:sldId id="397" r:id="rId57"/>
    <p:sldId id="406" r:id="rId58"/>
    <p:sldId id="423" r:id="rId59"/>
    <p:sldId id="421" r:id="rId60"/>
    <p:sldId id="422" r:id="rId61"/>
    <p:sldId id="418" r:id="rId62"/>
    <p:sldId id="419" r:id="rId63"/>
    <p:sldId id="430" r:id="rId64"/>
    <p:sldId id="420" r:id="rId65"/>
    <p:sldId id="402" r:id="rId66"/>
    <p:sldId id="368" r:id="rId6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E1239652-8482-435A-9D5D-5EF1D95668CE}">
          <p14:sldIdLst>
            <p14:sldId id="426"/>
            <p14:sldId id="440"/>
            <p14:sldId id="379"/>
            <p14:sldId id="375"/>
            <p14:sldId id="358"/>
            <p14:sldId id="429"/>
            <p14:sldId id="428"/>
            <p14:sldId id="386"/>
            <p14:sldId id="439"/>
            <p14:sldId id="390"/>
            <p14:sldId id="394"/>
            <p14:sldId id="393"/>
            <p14:sldId id="380"/>
            <p14:sldId id="377"/>
            <p14:sldId id="385"/>
            <p14:sldId id="445"/>
            <p14:sldId id="378"/>
            <p14:sldId id="446"/>
            <p14:sldId id="395"/>
            <p14:sldId id="424"/>
            <p14:sldId id="396"/>
            <p14:sldId id="443"/>
            <p14:sldId id="387"/>
            <p14:sldId id="441"/>
            <p14:sldId id="399"/>
            <p14:sldId id="400"/>
            <p14:sldId id="403"/>
            <p14:sldId id="404"/>
            <p14:sldId id="405"/>
            <p14:sldId id="444"/>
            <p14:sldId id="407"/>
            <p14:sldId id="442"/>
            <p14:sldId id="411"/>
            <p14:sldId id="413"/>
            <p14:sldId id="412"/>
            <p14:sldId id="414"/>
            <p14:sldId id="415"/>
            <p14:sldId id="416"/>
            <p14:sldId id="417"/>
            <p14:sldId id="381"/>
            <p14:sldId id="382"/>
            <p14:sldId id="383"/>
            <p14:sldId id="427"/>
            <p14:sldId id="389"/>
            <p14:sldId id="398"/>
            <p14:sldId id="408"/>
            <p14:sldId id="397"/>
            <p14:sldId id="406"/>
            <p14:sldId id="423"/>
            <p14:sldId id="421"/>
            <p14:sldId id="422"/>
            <p14:sldId id="418"/>
            <p14:sldId id="419"/>
            <p14:sldId id="430"/>
            <p14:sldId id="420"/>
          </p14:sldIdLst>
        </p14:section>
        <p14:section name="Resources" id="{30428B34-BE69-469C-940B-6B55042463D2}">
          <p14:sldIdLst/>
        </p14:section>
        <p14:section name="End" id="{09FC1EDC-3BD4-4826-93EE-0C8EBFFA2311}">
          <p14:sldIdLst>
            <p14:sldId id="402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5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311BA8-933E-02E3-D02C-66D699C11360}" name="Matheus Lourenço" initials="ML" userId="S::matheus.lourenco@vib.be::d44209e8-f0d6-4c43-b6b0-f6a25df566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438"/>
    <a:srgbClr val="F9C1A4"/>
    <a:srgbClr val="ED4D6B"/>
    <a:srgbClr val="E5FECE"/>
    <a:srgbClr val="C2AFD0"/>
    <a:srgbClr val="693B93"/>
    <a:srgbClr val="D1E4F7"/>
    <a:srgbClr val="617FC0"/>
    <a:srgbClr val="A1C1FF"/>
    <a:srgbClr val="CC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1A4BB-5651-4B1F-836C-8DFFD4990614}" v="1" dt="2025-10-24T07:41:35.0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/>
  </p:normalViewPr>
  <p:slideViewPr>
    <p:cSldViewPr snapToGrid="0">
      <p:cViewPr varScale="1">
        <p:scale>
          <a:sx n="77" d="100"/>
          <a:sy n="77" d="100"/>
        </p:scale>
        <p:origin x="96" y="43"/>
      </p:cViewPr>
      <p:guideLst>
        <p:guide orient="horz" pos="686"/>
        <p:guide pos="55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microsoft.com/office/2018/10/relationships/authors" Target="authors.xml"/><Relationship Id="rId7" Type="http://schemas.openxmlformats.org/officeDocument/2006/relationships/slideMaster" Target="slideMasters/slideMaster4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Pereira da Cruz Gomes Lourenço" userId="d44209e8-f0d6-4c43-b6b0-f6a25df56671" providerId="ADAL" clId="{79D99BBC-6E9E-456C-BFD8-FCF860E693A2}"/>
    <pc:docChg chg="modSld">
      <pc:chgData name="Matheus Pereira da Cruz Gomes Lourenço" userId="d44209e8-f0d6-4c43-b6b0-f6a25df56671" providerId="ADAL" clId="{79D99BBC-6E9E-456C-BFD8-FCF860E693A2}" dt="2025-09-26T10:39:15.760" v="0" actId="729"/>
      <pc:docMkLst>
        <pc:docMk/>
      </pc:docMkLst>
      <pc:sldChg chg="mod modShow">
        <pc:chgData name="Matheus Pereira da Cruz Gomes Lourenço" userId="d44209e8-f0d6-4c43-b6b0-f6a25df56671" providerId="ADAL" clId="{79D99BBC-6E9E-456C-BFD8-FCF860E693A2}" dt="2025-09-26T10:39:15.760" v="0" actId="729"/>
        <pc:sldMkLst>
          <pc:docMk/>
          <pc:sldMk cId="2708328631" sldId="390"/>
        </pc:sldMkLst>
      </pc:sldChg>
      <pc:sldChg chg="mod modShow">
        <pc:chgData name="Matheus Pereira da Cruz Gomes Lourenço" userId="d44209e8-f0d6-4c43-b6b0-f6a25df56671" providerId="ADAL" clId="{79D99BBC-6E9E-456C-BFD8-FCF860E693A2}" dt="2025-09-26T10:39:15.760" v="0" actId="729"/>
        <pc:sldMkLst>
          <pc:docMk/>
          <pc:sldMk cId="2440935093" sldId="394"/>
        </pc:sldMkLst>
      </pc:sldChg>
    </pc:docChg>
  </pc:docChgLst>
  <pc:docChgLst>
    <pc:chgData name="Matheus Pereira da Cruz Gomes Lourenço" userId="d44209e8-f0d6-4c43-b6b0-f6a25df56671" providerId="ADAL" clId="{4248C149-9FCF-4987-A807-356311E19D23}"/>
    <pc:docChg chg="undo custSel addSld modSld modSection">
      <pc:chgData name="Matheus Pereira da Cruz Gomes Lourenço" userId="d44209e8-f0d6-4c43-b6b0-f6a25df56671" providerId="ADAL" clId="{4248C149-9FCF-4987-A807-356311E19D23}" dt="2025-10-15T09:09:14.477" v="717" actId="20577"/>
      <pc:docMkLst>
        <pc:docMk/>
      </pc:docMkLst>
      <pc:sldChg chg="modSp mod">
        <pc:chgData name="Matheus Pereira da Cruz Gomes Lourenço" userId="d44209e8-f0d6-4c43-b6b0-f6a25df56671" providerId="ADAL" clId="{4248C149-9FCF-4987-A807-356311E19D23}" dt="2025-10-15T08:54:08.222" v="368" actId="20577"/>
        <pc:sldMkLst>
          <pc:docMk/>
          <pc:sldMk cId="2354957376" sldId="358"/>
        </pc:sldMkLst>
        <pc:spChg chg="mod">
          <ac:chgData name="Matheus Pereira da Cruz Gomes Lourenço" userId="d44209e8-f0d6-4c43-b6b0-f6a25df56671" providerId="ADAL" clId="{4248C149-9FCF-4987-A807-356311E19D23}" dt="2025-10-15T08:54:08.222" v="368" actId="20577"/>
          <ac:spMkLst>
            <pc:docMk/>
            <pc:sldMk cId="2354957376" sldId="358"/>
            <ac:spMk id="2" creationId="{4224B375-0331-66F8-29F7-5423F70F15EC}"/>
          </ac:spMkLst>
        </pc:spChg>
      </pc:sldChg>
      <pc:sldChg chg="modSp mod">
        <pc:chgData name="Matheus Pereira da Cruz Gomes Lourenço" userId="d44209e8-f0d6-4c43-b6b0-f6a25df56671" providerId="ADAL" clId="{4248C149-9FCF-4987-A807-356311E19D23}" dt="2025-10-15T08:53:56.082" v="348" actId="20577"/>
        <pc:sldMkLst>
          <pc:docMk/>
          <pc:sldMk cId="1178117576" sldId="375"/>
        </pc:sldMkLst>
        <pc:spChg chg="mod">
          <ac:chgData name="Matheus Pereira da Cruz Gomes Lourenço" userId="d44209e8-f0d6-4c43-b6b0-f6a25df56671" providerId="ADAL" clId="{4248C149-9FCF-4987-A807-356311E19D23}" dt="2025-10-15T08:53:56.082" v="348" actId="20577"/>
          <ac:spMkLst>
            <pc:docMk/>
            <pc:sldMk cId="1178117576" sldId="375"/>
            <ac:spMk id="3" creationId="{5FFFA4C9-2F27-D66F-AC46-7C9615595B43}"/>
          </ac:spMkLst>
        </pc:spChg>
      </pc:sldChg>
      <pc:sldChg chg="modSp mod">
        <pc:chgData name="Matheus Pereira da Cruz Gomes Lourenço" userId="d44209e8-f0d6-4c43-b6b0-f6a25df56671" providerId="ADAL" clId="{4248C149-9FCF-4987-A807-356311E19D23}" dt="2025-10-15T08:54:15.136" v="370" actId="20577"/>
        <pc:sldMkLst>
          <pc:docMk/>
          <pc:sldMk cId="3967044115" sldId="380"/>
        </pc:sldMkLst>
        <pc:spChg chg="mod">
          <ac:chgData name="Matheus Pereira da Cruz Gomes Lourenço" userId="d44209e8-f0d6-4c43-b6b0-f6a25df56671" providerId="ADAL" clId="{4248C149-9FCF-4987-A807-356311E19D23}" dt="2025-10-15T08:54:15.136" v="370" actId="20577"/>
          <ac:spMkLst>
            <pc:docMk/>
            <pc:sldMk cId="3967044115" sldId="380"/>
            <ac:spMk id="3" creationId="{0070BE69-E283-18E9-38E6-1FD2FF92F7FF}"/>
          </ac:spMkLst>
        </pc:spChg>
      </pc:sldChg>
      <pc:sldChg chg="modSp mod">
        <pc:chgData name="Matheus Pereira da Cruz Gomes Lourenço" userId="d44209e8-f0d6-4c43-b6b0-f6a25df56671" providerId="ADAL" clId="{4248C149-9FCF-4987-A807-356311E19D23}" dt="2025-10-15T08:54:24.811" v="372" actId="20577"/>
        <pc:sldMkLst>
          <pc:docMk/>
          <pc:sldMk cId="229850220" sldId="381"/>
        </pc:sldMkLst>
        <pc:spChg chg="mod">
          <ac:chgData name="Matheus Pereira da Cruz Gomes Lourenço" userId="d44209e8-f0d6-4c43-b6b0-f6a25df56671" providerId="ADAL" clId="{4248C149-9FCF-4987-A807-356311E19D23}" dt="2025-10-15T08:54:24.811" v="372" actId="20577"/>
          <ac:spMkLst>
            <pc:docMk/>
            <pc:sldMk cId="229850220" sldId="381"/>
            <ac:spMk id="3" creationId="{1A20596C-57CC-1D2E-4317-D276737DDFC4}"/>
          </ac:spMkLst>
        </pc:spChg>
      </pc:sldChg>
      <pc:sldChg chg="modSp mod">
        <pc:chgData name="Matheus Pereira da Cruz Gomes Lourenço" userId="d44209e8-f0d6-4c43-b6b0-f6a25df56671" providerId="ADAL" clId="{4248C149-9FCF-4987-A807-356311E19D23}" dt="2025-10-15T08:54:35.853" v="374" actId="20577"/>
        <pc:sldMkLst>
          <pc:docMk/>
          <pc:sldMk cId="4106136498" sldId="397"/>
        </pc:sldMkLst>
        <pc:spChg chg="mod">
          <ac:chgData name="Matheus Pereira da Cruz Gomes Lourenço" userId="d44209e8-f0d6-4c43-b6b0-f6a25df56671" providerId="ADAL" clId="{4248C149-9FCF-4987-A807-356311E19D23}" dt="2025-10-15T08:54:35.853" v="374" actId="20577"/>
          <ac:spMkLst>
            <pc:docMk/>
            <pc:sldMk cId="4106136498" sldId="397"/>
            <ac:spMk id="3" creationId="{35396A91-63F2-D5D9-FDA5-48B337905B59}"/>
          </ac:spMkLst>
        </pc:spChg>
      </pc:sldChg>
      <pc:sldChg chg="mod modShow">
        <pc:chgData name="Matheus Pereira da Cruz Gomes Lourenço" userId="d44209e8-f0d6-4c43-b6b0-f6a25df56671" providerId="ADAL" clId="{4248C149-9FCF-4987-A807-356311E19D23}" dt="2025-10-15T08:53:12.376" v="330" actId="729"/>
        <pc:sldMkLst>
          <pc:docMk/>
          <pc:sldMk cId="581432283" sldId="422"/>
        </pc:sldMkLst>
      </pc:sldChg>
      <pc:sldChg chg="addSp delSp modSp new mod">
        <pc:chgData name="Matheus Pereira da Cruz Gomes Lourenço" userId="d44209e8-f0d6-4c43-b6b0-f6a25df56671" providerId="ADAL" clId="{4248C149-9FCF-4987-A807-356311E19D23}" dt="2025-10-15T08:52:15.787" v="329" actId="20577"/>
        <pc:sldMkLst>
          <pc:docMk/>
          <pc:sldMk cId="3797603428" sldId="427"/>
        </pc:sldMkLst>
        <pc:spChg chg="mod">
          <ac:chgData name="Matheus Pereira da Cruz Gomes Lourenço" userId="d44209e8-f0d6-4c43-b6b0-f6a25df56671" providerId="ADAL" clId="{4248C149-9FCF-4987-A807-356311E19D23}" dt="2025-10-15T08:45:56.125" v="17" actId="20577"/>
          <ac:spMkLst>
            <pc:docMk/>
            <pc:sldMk cId="3797603428" sldId="427"/>
            <ac:spMk id="2" creationId="{4CF4D79F-F1AF-0EFB-6BB1-07FB1BBB715B}"/>
          </ac:spMkLst>
        </pc:spChg>
        <pc:spChg chg="mod">
          <ac:chgData name="Matheus Pereira da Cruz Gomes Lourenço" userId="d44209e8-f0d6-4c43-b6b0-f6a25df56671" providerId="ADAL" clId="{4248C149-9FCF-4987-A807-356311E19D23}" dt="2025-10-15T08:52:15.787" v="329" actId="20577"/>
          <ac:spMkLst>
            <pc:docMk/>
            <pc:sldMk cId="3797603428" sldId="427"/>
            <ac:spMk id="3" creationId="{5FF065EA-0CAF-E2E9-5BF4-DFF1E7E649E3}"/>
          </ac:spMkLst>
        </pc:spChg>
        <pc:picChg chg="add mod">
          <ac:chgData name="Matheus Pereira da Cruz Gomes Lourenço" userId="d44209e8-f0d6-4c43-b6b0-f6a25df56671" providerId="ADAL" clId="{4248C149-9FCF-4987-A807-356311E19D23}" dt="2025-10-15T08:46:49.087" v="25" actId="1076"/>
          <ac:picMkLst>
            <pc:docMk/>
            <pc:sldMk cId="3797603428" sldId="427"/>
            <ac:picMk id="1028" creationId="{57C9B2F4-1C33-B5DE-81AD-468799D80434}"/>
          </ac:picMkLst>
        </pc:picChg>
      </pc:sldChg>
      <pc:sldChg chg="modSp add mod">
        <pc:chgData name="Matheus Pereira da Cruz Gomes Lourenço" userId="d44209e8-f0d6-4c43-b6b0-f6a25df56671" providerId="ADAL" clId="{4248C149-9FCF-4987-A807-356311E19D23}" dt="2025-10-15T08:54:03.042" v="351" actId="20577"/>
        <pc:sldMkLst>
          <pc:docMk/>
          <pc:sldMk cId="3800669157" sldId="428"/>
        </pc:sldMkLst>
        <pc:spChg chg="mod">
          <ac:chgData name="Matheus Pereira da Cruz Gomes Lourenço" userId="d44209e8-f0d6-4c43-b6b0-f6a25df56671" providerId="ADAL" clId="{4248C149-9FCF-4987-A807-356311E19D23}" dt="2025-10-15T08:54:03.042" v="351" actId="20577"/>
          <ac:spMkLst>
            <pc:docMk/>
            <pc:sldMk cId="3800669157" sldId="428"/>
            <ac:spMk id="3" creationId="{F748CEB0-ADD4-BBDC-DD96-1278475D7416}"/>
          </ac:spMkLst>
        </pc:spChg>
      </pc:sldChg>
      <pc:sldChg chg="addSp modSp new mod">
        <pc:chgData name="Matheus Pereira da Cruz Gomes Lourenço" userId="d44209e8-f0d6-4c43-b6b0-f6a25df56671" providerId="ADAL" clId="{4248C149-9FCF-4987-A807-356311E19D23}" dt="2025-10-15T09:01:49.329" v="686" actId="6549"/>
        <pc:sldMkLst>
          <pc:docMk/>
          <pc:sldMk cId="209886376" sldId="429"/>
        </pc:sldMkLst>
        <pc:spChg chg="mod">
          <ac:chgData name="Matheus Pereira da Cruz Gomes Lourenço" userId="d44209e8-f0d6-4c43-b6b0-f6a25df56671" providerId="ADAL" clId="{4248C149-9FCF-4987-A807-356311E19D23}" dt="2025-10-15T08:54:50.322" v="392" actId="20577"/>
          <ac:spMkLst>
            <pc:docMk/>
            <pc:sldMk cId="209886376" sldId="429"/>
            <ac:spMk id="2" creationId="{35366C20-19F2-CE58-C0FD-1CC0999BDA71}"/>
          </ac:spMkLst>
        </pc:spChg>
        <pc:spChg chg="mod">
          <ac:chgData name="Matheus Pereira da Cruz Gomes Lourenço" userId="d44209e8-f0d6-4c43-b6b0-f6a25df56671" providerId="ADAL" clId="{4248C149-9FCF-4987-A807-356311E19D23}" dt="2025-10-15T09:01:49.329" v="686" actId="6549"/>
          <ac:spMkLst>
            <pc:docMk/>
            <pc:sldMk cId="209886376" sldId="429"/>
            <ac:spMk id="3" creationId="{E1EFC610-837A-4F99-D9F1-2F82EB14B31F}"/>
          </ac:spMkLst>
        </pc:spChg>
      </pc:sldChg>
      <pc:sldChg chg="modSp new mod">
        <pc:chgData name="Matheus Pereira da Cruz Gomes Lourenço" userId="d44209e8-f0d6-4c43-b6b0-f6a25df56671" providerId="ADAL" clId="{4248C149-9FCF-4987-A807-356311E19D23}" dt="2025-10-15T09:09:14.477" v="717" actId="20577"/>
        <pc:sldMkLst>
          <pc:docMk/>
          <pc:sldMk cId="3489350917" sldId="430"/>
        </pc:sldMkLst>
        <pc:spChg chg="mod">
          <ac:chgData name="Matheus Pereira da Cruz Gomes Lourenço" userId="d44209e8-f0d6-4c43-b6b0-f6a25df56671" providerId="ADAL" clId="{4248C149-9FCF-4987-A807-356311E19D23}" dt="2025-10-15T09:09:11.960" v="715" actId="20577"/>
          <ac:spMkLst>
            <pc:docMk/>
            <pc:sldMk cId="3489350917" sldId="430"/>
            <ac:spMk id="2" creationId="{2D4ADD1F-FB20-15D3-3825-364B20EB29CF}"/>
          </ac:spMkLst>
        </pc:spChg>
        <pc:spChg chg="mod">
          <ac:chgData name="Matheus Pereira da Cruz Gomes Lourenço" userId="d44209e8-f0d6-4c43-b6b0-f6a25df56671" providerId="ADAL" clId="{4248C149-9FCF-4987-A807-356311E19D23}" dt="2025-10-15T09:09:14.477" v="717" actId="20577"/>
          <ac:spMkLst>
            <pc:docMk/>
            <pc:sldMk cId="3489350917" sldId="430"/>
            <ac:spMk id="3" creationId="{B46032DB-3816-28E2-2BB9-6B9282912E53}"/>
          </ac:spMkLst>
        </pc:spChg>
      </pc:sldChg>
    </pc:docChg>
  </pc:docChgLst>
  <pc:docChgLst>
    <pc:chgData name="Matheus Pereira da Cruz Gomes Lourenço" userId="d44209e8-f0d6-4c43-b6b0-f6a25df56671" providerId="ADAL" clId="{9CAE576A-5E32-44DC-B1A0-4E8D44ED0D83}"/>
    <pc:docChg chg="undo custSel addSld modSld sldOrd">
      <pc:chgData name="Matheus Pereira da Cruz Gomes Lourenço" userId="d44209e8-f0d6-4c43-b6b0-f6a25df56671" providerId="ADAL" clId="{9CAE576A-5E32-44DC-B1A0-4E8D44ED0D83}" dt="2025-10-24T07:41:43.525" v="29" actId="1076"/>
      <pc:docMkLst>
        <pc:docMk/>
      </pc:docMkLst>
      <pc:sldChg chg="mod modShow">
        <pc:chgData name="Matheus Pereira da Cruz Gomes Lourenço" userId="d44209e8-f0d6-4c43-b6b0-f6a25df56671" providerId="ADAL" clId="{9CAE576A-5E32-44DC-B1A0-4E8D44ED0D83}" dt="2025-10-16T08:13:33.359" v="9" actId="729"/>
        <pc:sldMkLst>
          <pc:docMk/>
          <pc:sldMk cId="2708328631" sldId="390"/>
        </pc:sldMkLst>
      </pc:sldChg>
      <pc:sldChg chg="mod modShow">
        <pc:chgData name="Matheus Pereira da Cruz Gomes Lourenço" userId="d44209e8-f0d6-4c43-b6b0-f6a25df56671" providerId="ADAL" clId="{9CAE576A-5E32-44DC-B1A0-4E8D44ED0D83}" dt="2025-10-16T08:13:33.359" v="9" actId="729"/>
        <pc:sldMkLst>
          <pc:docMk/>
          <pc:sldMk cId="2440935093" sldId="394"/>
        </pc:sldMkLst>
      </pc:sldChg>
      <pc:sldChg chg="modSp mod">
        <pc:chgData name="Matheus Pereira da Cruz Gomes Lourenço" userId="d44209e8-f0d6-4c43-b6b0-f6a25df56671" providerId="ADAL" clId="{9CAE576A-5E32-44DC-B1A0-4E8D44ED0D83}" dt="2025-10-16T08:27:54.447" v="17" actId="120"/>
        <pc:sldMkLst>
          <pc:docMk/>
          <pc:sldMk cId="2383754012" sldId="421"/>
        </pc:sldMkLst>
        <pc:spChg chg="mod">
          <ac:chgData name="Matheus Pereira da Cruz Gomes Lourenço" userId="d44209e8-f0d6-4c43-b6b0-f6a25df56671" providerId="ADAL" clId="{9CAE576A-5E32-44DC-B1A0-4E8D44ED0D83}" dt="2025-10-16T08:27:54.447" v="17" actId="120"/>
          <ac:spMkLst>
            <pc:docMk/>
            <pc:sldMk cId="2383754012" sldId="421"/>
            <ac:spMk id="4" creationId="{0BD2E62B-15C5-4F16-9155-C8F1C52D9F63}"/>
          </ac:spMkLst>
        </pc:spChg>
      </pc:sldChg>
      <pc:sldChg chg="modSp mod">
        <pc:chgData name="Matheus Pereira da Cruz Gomes Lourenço" userId="d44209e8-f0d6-4c43-b6b0-f6a25df56671" providerId="ADAL" clId="{9CAE576A-5E32-44DC-B1A0-4E8D44ED0D83}" dt="2025-10-16T14:46:11.054" v="18" actId="20577"/>
        <pc:sldMkLst>
          <pc:docMk/>
          <pc:sldMk cId="3021910855" sldId="424"/>
        </pc:sldMkLst>
        <pc:spChg chg="mod">
          <ac:chgData name="Matheus Pereira da Cruz Gomes Lourenço" userId="d44209e8-f0d6-4c43-b6b0-f6a25df56671" providerId="ADAL" clId="{9CAE576A-5E32-44DC-B1A0-4E8D44ED0D83}" dt="2025-10-16T14:46:11.054" v="18" actId="20577"/>
          <ac:spMkLst>
            <pc:docMk/>
            <pc:sldMk cId="3021910855" sldId="424"/>
            <ac:spMk id="2" creationId="{547DF8A6-8B4F-47FF-4A64-EE8BB703A914}"/>
          </ac:spMkLst>
        </pc:spChg>
      </pc:sldChg>
      <pc:sldChg chg="addSp modSp mod">
        <pc:chgData name="Matheus Pereira da Cruz Gomes Lourenço" userId="d44209e8-f0d6-4c43-b6b0-f6a25df56671" providerId="ADAL" clId="{9CAE576A-5E32-44DC-B1A0-4E8D44ED0D83}" dt="2025-10-24T07:41:43.525" v="29" actId="1076"/>
        <pc:sldMkLst>
          <pc:docMk/>
          <pc:sldMk cId="2342988850" sldId="426"/>
        </pc:sldMkLst>
        <pc:spChg chg="mod">
          <ac:chgData name="Matheus Pereira da Cruz Gomes Lourenço" userId="d44209e8-f0d6-4c43-b6b0-f6a25df56671" providerId="ADAL" clId="{9CAE576A-5E32-44DC-B1A0-4E8D44ED0D83}" dt="2025-10-16T08:09:46.205" v="3" actId="27636"/>
          <ac:spMkLst>
            <pc:docMk/>
            <pc:sldMk cId="2342988850" sldId="426"/>
            <ac:spMk id="5" creationId="{BD6F1B80-AE3D-16C4-251E-D8F9DA4F2FE2}"/>
          </ac:spMkLst>
        </pc:spChg>
        <pc:picChg chg="add mod">
          <ac:chgData name="Matheus Pereira da Cruz Gomes Lourenço" userId="d44209e8-f0d6-4c43-b6b0-f6a25df56671" providerId="ADAL" clId="{9CAE576A-5E32-44DC-B1A0-4E8D44ED0D83}" dt="2025-10-24T07:41:43.525" v="29" actId="1076"/>
          <ac:picMkLst>
            <pc:docMk/>
            <pc:sldMk cId="2342988850" sldId="426"/>
            <ac:picMk id="6" creationId="{06E16E62-82D0-4135-0278-5B2D981D1314}"/>
          </ac:picMkLst>
        </pc:picChg>
      </pc:sldChg>
      <pc:sldChg chg="modSp ord">
        <pc:chgData name="Matheus Pereira da Cruz Gomes Lourenço" userId="d44209e8-f0d6-4c43-b6b0-f6a25df56671" providerId="ADAL" clId="{9CAE576A-5E32-44DC-B1A0-4E8D44ED0D83}" dt="2025-10-16T14:54:36.974" v="25"/>
        <pc:sldMkLst>
          <pc:docMk/>
          <pc:sldMk cId="3797603428" sldId="427"/>
        </pc:sldMkLst>
        <pc:picChg chg="mod">
          <ac:chgData name="Matheus Pereira da Cruz Gomes Lourenço" userId="d44209e8-f0d6-4c43-b6b0-f6a25df56671" providerId="ADAL" clId="{9CAE576A-5E32-44DC-B1A0-4E8D44ED0D83}" dt="2025-10-16T08:20:33.270" v="16" actId="1076"/>
          <ac:picMkLst>
            <pc:docMk/>
            <pc:sldMk cId="3797603428" sldId="427"/>
            <ac:picMk id="1028" creationId="{57C9B2F4-1C33-B5DE-81AD-468799D80434}"/>
          </ac:picMkLst>
        </pc:picChg>
      </pc:sldChg>
      <pc:sldChg chg="modAnim">
        <pc:chgData name="Matheus Pereira da Cruz Gomes Lourenço" userId="d44209e8-f0d6-4c43-b6b0-f6a25df56671" providerId="ADAL" clId="{9CAE576A-5E32-44DC-B1A0-4E8D44ED0D83}" dt="2025-10-16T08:11:25.687" v="7"/>
        <pc:sldMkLst>
          <pc:docMk/>
          <pc:sldMk cId="209886376" sldId="429"/>
        </pc:sldMkLst>
      </pc:sldChg>
      <pc:sldChg chg="add">
        <pc:chgData name="Matheus Pereira da Cruz Gomes Lourenço" userId="d44209e8-f0d6-4c43-b6b0-f6a25df56671" providerId="ADAL" clId="{9CAE576A-5E32-44DC-B1A0-4E8D44ED0D83}" dt="2025-10-16T08:13:11.595" v="8"/>
        <pc:sldMkLst>
          <pc:docMk/>
          <pc:sldMk cId="2728088812" sldId="439"/>
        </pc:sldMkLst>
      </pc:sldChg>
      <pc:sldChg chg="add">
        <pc:chgData name="Matheus Pereira da Cruz Gomes Lourenço" userId="d44209e8-f0d6-4c43-b6b0-f6a25df56671" providerId="ADAL" clId="{9CAE576A-5E32-44DC-B1A0-4E8D44ED0D83}" dt="2025-10-16T08:14:32.144" v="10"/>
        <pc:sldMkLst>
          <pc:docMk/>
          <pc:sldMk cId="1141588276" sldId="440"/>
        </pc:sldMkLst>
      </pc:sldChg>
      <pc:sldChg chg="add">
        <pc:chgData name="Matheus Pereira da Cruz Gomes Lourenço" userId="d44209e8-f0d6-4c43-b6b0-f6a25df56671" providerId="ADAL" clId="{9CAE576A-5E32-44DC-B1A0-4E8D44ED0D83}" dt="2025-10-16T08:14:47.964" v="11"/>
        <pc:sldMkLst>
          <pc:docMk/>
          <pc:sldMk cId="581137027" sldId="441"/>
        </pc:sldMkLst>
      </pc:sldChg>
      <pc:sldChg chg="add">
        <pc:chgData name="Matheus Pereira da Cruz Gomes Lourenço" userId="d44209e8-f0d6-4c43-b6b0-f6a25df56671" providerId="ADAL" clId="{9CAE576A-5E32-44DC-B1A0-4E8D44ED0D83}" dt="2025-10-16T08:15:07.995" v="12"/>
        <pc:sldMkLst>
          <pc:docMk/>
          <pc:sldMk cId="1691257238" sldId="442"/>
        </pc:sldMkLst>
      </pc:sldChg>
      <pc:sldChg chg="add mod ord modShow">
        <pc:chgData name="Matheus Pereira da Cruz Gomes Lourenço" userId="d44209e8-f0d6-4c43-b6b0-f6a25df56671" providerId="ADAL" clId="{9CAE576A-5E32-44DC-B1A0-4E8D44ED0D83}" dt="2025-10-17T08:16:25.910" v="27" actId="729"/>
        <pc:sldMkLst>
          <pc:docMk/>
          <pc:sldMk cId="915117823" sldId="443"/>
        </pc:sldMkLst>
      </pc:sldChg>
      <pc:sldChg chg="add">
        <pc:chgData name="Matheus Pereira da Cruz Gomes Lourenço" userId="d44209e8-f0d6-4c43-b6b0-f6a25df56671" providerId="ADAL" clId="{9CAE576A-5E32-44DC-B1A0-4E8D44ED0D83}" dt="2025-10-16T08:16:12.259" v="14"/>
        <pc:sldMkLst>
          <pc:docMk/>
          <pc:sldMk cId="2374784190" sldId="444"/>
        </pc:sldMkLst>
      </pc:sldChg>
      <pc:sldChg chg="add">
        <pc:chgData name="Matheus Pereira da Cruz Gomes Lourenço" userId="d44209e8-f0d6-4c43-b6b0-f6a25df56671" providerId="ADAL" clId="{9CAE576A-5E32-44DC-B1A0-4E8D44ED0D83}" dt="2025-10-16T14:46:28.512" v="22"/>
        <pc:sldMkLst>
          <pc:docMk/>
          <pc:sldMk cId="1600648967" sldId="445"/>
        </pc:sldMkLst>
      </pc:sldChg>
      <pc:sldChg chg="add mod modShow">
        <pc:chgData name="Matheus Pereira da Cruz Gomes Lourenço" userId="d44209e8-f0d6-4c43-b6b0-f6a25df56671" providerId="ADAL" clId="{9CAE576A-5E32-44DC-B1A0-4E8D44ED0D83}" dt="2025-10-17T08:16:23.121" v="26" actId="729"/>
        <pc:sldMkLst>
          <pc:docMk/>
          <pc:sldMk cId="3189808027" sldId="446"/>
        </pc:sldMkLst>
      </pc:sldChg>
    </pc:docChg>
  </pc:docChgLst>
  <pc:docChgLst>
    <pc:chgData name="Laura Standaert" userId="S::lauralucia.standaert@ugent.be::57751787-d58b-49ec-bf32-1c6c653d8c17" providerId="AD" clId="Web-{C8F2B0B9-F288-BBE8-935A-1EA3D51122C3}"/>
    <pc:docChg chg="modSld">
      <pc:chgData name="Laura Standaert" userId="S::lauralucia.standaert@ugent.be::57751787-d58b-49ec-bf32-1c6c653d8c17" providerId="AD" clId="Web-{C8F2B0B9-F288-BBE8-935A-1EA3D51122C3}" dt="2025-09-29T11:31:36.195" v="1"/>
      <pc:docMkLst>
        <pc:docMk/>
      </pc:docMkLst>
      <pc:sldChg chg="modSp">
        <pc:chgData name="Laura Standaert" userId="S::lauralucia.standaert@ugent.be::57751787-d58b-49ec-bf32-1c6c653d8c17" providerId="AD" clId="Web-{C8F2B0B9-F288-BBE8-935A-1EA3D51122C3}" dt="2025-09-29T11:28:04.598" v="0" actId="20577"/>
        <pc:sldMkLst>
          <pc:docMk/>
          <pc:sldMk cId="792543019" sldId="387"/>
        </pc:sldMkLst>
        <pc:spChg chg="mod">
          <ac:chgData name="Laura Standaert" userId="S::lauralucia.standaert@ugent.be::57751787-d58b-49ec-bf32-1c6c653d8c17" providerId="AD" clId="Web-{C8F2B0B9-F288-BBE8-935A-1EA3D51122C3}" dt="2025-09-29T11:28:04.598" v="0" actId="20577"/>
          <ac:spMkLst>
            <pc:docMk/>
            <pc:sldMk cId="792543019" sldId="387"/>
            <ac:spMk id="3" creationId="{D5978A7A-9F13-F166-0AC0-1C800B538811}"/>
          </ac:spMkLst>
        </pc:spChg>
      </pc:sldChg>
      <pc:sldChg chg="delSp">
        <pc:chgData name="Laura Standaert" userId="S::lauralucia.standaert@ugent.be::57751787-d58b-49ec-bf32-1c6c653d8c17" providerId="AD" clId="Web-{C8F2B0B9-F288-BBE8-935A-1EA3D51122C3}" dt="2025-09-29T11:31:36.195" v="1"/>
        <pc:sldMkLst>
          <pc:docMk/>
          <pc:sldMk cId="3438795104" sldId="4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1281F7-D938-640D-0E4A-0855AC9ED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6DFAD-5558-4BDD-F34D-D1563E8E8F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D6ADD-B21C-E948-AA04-DCFC50B51270}" type="datetimeFigureOut">
              <a:rPr lang="en-BE" smtClean="0"/>
              <a:t>24/10/2025</a:t>
            </a:fld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40D42-69DB-4AE7-F156-C620991F75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0471F-1FE7-7945-A53A-D70D6E2125E3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25A-4D42-40F9-6535-2110A38B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1" t="24623" r="16868" b="24268"/>
          <a:stretch/>
        </p:blipFill>
        <p:spPr>
          <a:xfrm>
            <a:off x="138545" y="8685213"/>
            <a:ext cx="658351" cy="3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651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71814-10B7-DF4E-B6E5-F469B8DD27A5}" type="datetimeFigureOut">
              <a:rPr lang="en-BE" smtClean="0"/>
              <a:t>24/10/2025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728FA-C277-644A-B7A0-E50FFC1951C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4839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expectations and main objective of the training:</a:t>
            </a:r>
          </a:p>
          <a:p>
            <a:r>
              <a:rPr lang="en-US" dirty="0"/>
              <a:t>1- This is an introductory course</a:t>
            </a:r>
          </a:p>
          <a:p>
            <a:r>
              <a:rPr lang="en-US" dirty="0"/>
              <a:t>2- For you to know ahead of time necessary steps and available resources for you to turn policy into action, benefiting your research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29425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CE59-AD55-B28C-3B71-97A984E2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B0254-509F-3DAA-867A-3F6146514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E1FE3-A35D-00E7-8F57-C8F595E0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F8B0-501F-6DA8-1039-BA4BE6DD4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5041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1BAD-47CB-8752-7C39-2C9A291E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74BE2-0E43-BEC9-0E50-C06F1A741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CF33F-7FBB-B18C-2AB2-585AC76F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5EE8F-81C4-7C84-97CE-D012636B9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8463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62ADF-0585-C232-BF6E-56457E5F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7932A-32A5-A4B6-232A-EC4E71A25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09CBA-48AD-92FA-FB9C-36D8507ED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15FE3-F6C3-6FC6-2DC2-9D9151F2B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164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537E-AA43-DA92-5586-F7094D33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5699E-0087-1A05-3105-6ABF5F3E6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85049-34E1-38EF-7C46-2D77308D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38BB6-F368-618F-A492-21F2565BC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33034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CE59-AD55-B28C-3B71-97A984E2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B0254-509F-3DAA-867A-3F6146514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E1FE3-A35D-00E7-8F57-C8F595E0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F8B0-501F-6DA8-1039-BA4BE6DD4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5041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537E-AA43-DA92-5586-F7094D33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5699E-0087-1A05-3105-6ABF5F3E6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85049-34E1-38EF-7C46-2D77308D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38BB6-F368-618F-A492-21F2565BC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33034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CE59-AD55-B28C-3B71-97A984E2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B0254-509F-3DAA-867A-3F6146514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E1FE3-A35D-00E7-8F57-C8F595E0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F8B0-501F-6DA8-1039-BA4BE6DD4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32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5041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svg"/><Relationship Id="rId21" Type="http://schemas.openxmlformats.org/officeDocument/2006/relationships/image" Target="../media/image48.svg"/><Relationship Id="rId42" Type="http://schemas.openxmlformats.org/officeDocument/2006/relationships/image" Target="../media/image69.png"/><Relationship Id="rId63" Type="http://schemas.openxmlformats.org/officeDocument/2006/relationships/image" Target="../media/image90.sv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107" Type="http://schemas.openxmlformats.org/officeDocument/2006/relationships/image" Target="../media/image134.svg"/><Relationship Id="rId11" Type="http://schemas.openxmlformats.org/officeDocument/2006/relationships/image" Target="../media/image38.svg"/><Relationship Id="rId32" Type="http://schemas.openxmlformats.org/officeDocument/2006/relationships/image" Target="../media/image59.png"/><Relationship Id="rId37" Type="http://schemas.openxmlformats.org/officeDocument/2006/relationships/image" Target="../media/image64.svg"/><Relationship Id="rId53" Type="http://schemas.openxmlformats.org/officeDocument/2006/relationships/image" Target="../media/image80.svg"/><Relationship Id="rId58" Type="http://schemas.openxmlformats.org/officeDocument/2006/relationships/image" Target="../media/image85.png"/><Relationship Id="rId74" Type="http://schemas.openxmlformats.org/officeDocument/2006/relationships/image" Target="../media/image101.png"/><Relationship Id="rId79" Type="http://schemas.openxmlformats.org/officeDocument/2006/relationships/image" Target="../media/image106.svg"/><Relationship Id="rId102" Type="http://schemas.openxmlformats.org/officeDocument/2006/relationships/image" Target="../media/image129.png"/><Relationship Id="rId123" Type="http://schemas.openxmlformats.org/officeDocument/2006/relationships/image" Target="../media/image150.svg"/><Relationship Id="rId128" Type="http://schemas.openxmlformats.org/officeDocument/2006/relationships/image" Target="../media/image155.png"/><Relationship Id="rId5" Type="http://schemas.openxmlformats.org/officeDocument/2006/relationships/image" Target="../media/image32.svg"/><Relationship Id="rId90" Type="http://schemas.openxmlformats.org/officeDocument/2006/relationships/image" Target="../media/image117.png"/><Relationship Id="rId95" Type="http://schemas.openxmlformats.org/officeDocument/2006/relationships/image" Target="../media/image122.svg"/><Relationship Id="rId22" Type="http://schemas.openxmlformats.org/officeDocument/2006/relationships/image" Target="../media/image49.png"/><Relationship Id="rId27" Type="http://schemas.openxmlformats.org/officeDocument/2006/relationships/image" Target="../media/image54.svg"/><Relationship Id="rId43" Type="http://schemas.openxmlformats.org/officeDocument/2006/relationships/image" Target="../media/image70.svg"/><Relationship Id="rId48" Type="http://schemas.openxmlformats.org/officeDocument/2006/relationships/image" Target="../media/image75.png"/><Relationship Id="rId64" Type="http://schemas.openxmlformats.org/officeDocument/2006/relationships/image" Target="../media/image91.png"/><Relationship Id="rId69" Type="http://schemas.openxmlformats.org/officeDocument/2006/relationships/image" Target="../media/image96.svg"/><Relationship Id="rId113" Type="http://schemas.openxmlformats.org/officeDocument/2006/relationships/image" Target="../media/image140.svg"/><Relationship Id="rId118" Type="http://schemas.openxmlformats.org/officeDocument/2006/relationships/image" Target="../media/image145.png"/><Relationship Id="rId134" Type="http://schemas.openxmlformats.org/officeDocument/2006/relationships/image" Target="../media/image161.png"/><Relationship Id="rId139" Type="http://schemas.openxmlformats.org/officeDocument/2006/relationships/image" Target="../media/image166.svg"/><Relationship Id="rId80" Type="http://schemas.openxmlformats.org/officeDocument/2006/relationships/image" Target="../media/image107.png"/><Relationship Id="rId85" Type="http://schemas.openxmlformats.org/officeDocument/2006/relationships/image" Target="../media/image112.svg"/><Relationship Id="rId12" Type="http://schemas.openxmlformats.org/officeDocument/2006/relationships/image" Target="../media/image39.png"/><Relationship Id="rId17" Type="http://schemas.openxmlformats.org/officeDocument/2006/relationships/image" Target="../media/image44.svg"/><Relationship Id="rId33" Type="http://schemas.openxmlformats.org/officeDocument/2006/relationships/image" Target="../media/image60.svg"/><Relationship Id="rId38" Type="http://schemas.openxmlformats.org/officeDocument/2006/relationships/image" Target="../media/image65.png"/><Relationship Id="rId59" Type="http://schemas.openxmlformats.org/officeDocument/2006/relationships/image" Target="../media/image86.svg"/><Relationship Id="rId103" Type="http://schemas.openxmlformats.org/officeDocument/2006/relationships/image" Target="../media/image130.svg"/><Relationship Id="rId108" Type="http://schemas.openxmlformats.org/officeDocument/2006/relationships/image" Target="../media/image135.png"/><Relationship Id="rId124" Type="http://schemas.openxmlformats.org/officeDocument/2006/relationships/image" Target="../media/image151.png"/><Relationship Id="rId129" Type="http://schemas.openxmlformats.org/officeDocument/2006/relationships/image" Target="../media/image156.svg"/><Relationship Id="rId54" Type="http://schemas.openxmlformats.org/officeDocument/2006/relationships/image" Target="../media/image81.png"/><Relationship Id="rId70" Type="http://schemas.openxmlformats.org/officeDocument/2006/relationships/image" Target="../media/image97.png"/><Relationship Id="rId75" Type="http://schemas.openxmlformats.org/officeDocument/2006/relationships/image" Target="../media/image102.svg"/><Relationship Id="rId91" Type="http://schemas.openxmlformats.org/officeDocument/2006/relationships/image" Target="../media/image118.svg"/><Relationship Id="rId96" Type="http://schemas.openxmlformats.org/officeDocument/2006/relationships/image" Target="../media/image123.png"/><Relationship Id="rId140" Type="http://schemas.openxmlformats.org/officeDocument/2006/relationships/image" Target="../media/image16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33.png"/><Relationship Id="rId23" Type="http://schemas.openxmlformats.org/officeDocument/2006/relationships/image" Target="../media/image50.svg"/><Relationship Id="rId28" Type="http://schemas.openxmlformats.org/officeDocument/2006/relationships/image" Target="../media/image55.png"/><Relationship Id="rId49" Type="http://schemas.openxmlformats.org/officeDocument/2006/relationships/image" Target="../media/image76.svg"/><Relationship Id="rId114" Type="http://schemas.openxmlformats.org/officeDocument/2006/relationships/image" Target="../media/image141.png"/><Relationship Id="rId119" Type="http://schemas.openxmlformats.org/officeDocument/2006/relationships/image" Target="../media/image146.svg"/><Relationship Id="rId44" Type="http://schemas.openxmlformats.org/officeDocument/2006/relationships/image" Target="../media/image71.png"/><Relationship Id="rId60" Type="http://schemas.openxmlformats.org/officeDocument/2006/relationships/image" Target="../media/image87.png"/><Relationship Id="rId65" Type="http://schemas.openxmlformats.org/officeDocument/2006/relationships/image" Target="../media/image92.svg"/><Relationship Id="rId81" Type="http://schemas.openxmlformats.org/officeDocument/2006/relationships/image" Target="../media/image108.svg"/><Relationship Id="rId86" Type="http://schemas.openxmlformats.org/officeDocument/2006/relationships/image" Target="../media/image113.png"/><Relationship Id="rId130" Type="http://schemas.openxmlformats.org/officeDocument/2006/relationships/image" Target="../media/image157.png"/><Relationship Id="rId135" Type="http://schemas.openxmlformats.org/officeDocument/2006/relationships/image" Target="../media/image162.svg"/><Relationship Id="rId13" Type="http://schemas.openxmlformats.org/officeDocument/2006/relationships/image" Target="../media/image40.svg"/><Relationship Id="rId18" Type="http://schemas.openxmlformats.org/officeDocument/2006/relationships/image" Target="../media/image45.png"/><Relationship Id="rId39" Type="http://schemas.openxmlformats.org/officeDocument/2006/relationships/image" Target="../media/image66.svg"/><Relationship Id="rId109" Type="http://schemas.openxmlformats.org/officeDocument/2006/relationships/image" Target="../media/image136.svg"/><Relationship Id="rId34" Type="http://schemas.openxmlformats.org/officeDocument/2006/relationships/image" Target="../media/image61.png"/><Relationship Id="rId50" Type="http://schemas.openxmlformats.org/officeDocument/2006/relationships/image" Target="../media/image77.png"/><Relationship Id="rId55" Type="http://schemas.openxmlformats.org/officeDocument/2006/relationships/image" Target="../media/image82.svg"/><Relationship Id="rId76" Type="http://schemas.openxmlformats.org/officeDocument/2006/relationships/image" Target="../media/image103.png"/><Relationship Id="rId97" Type="http://schemas.openxmlformats.org/officeDocument/2006/relationships/image" Target="../media/image124.svg"/><Relationship Id="rId104" Type="http://schemas.openxmlformats.org/officeDocument/2006/relationships/image" Target="../media/image131.png"/><Relationship Id="rId120" Type="http://schemas.openxmlformats.org/officeDocument/2006/relationships/image" Target="../media/image147.png"/><Relationship Id="rId125" Type="http://schemas.openxmlformats.org/officeDocument/2006/relationships/image" Target="../media/image152.svg"/><Relationship Id="rId141" Type="http://schemas.openxmlformats.org/officeDocument/2006/relationships/image" Target="../media/image168.svg"/><Relationship Id="rId7" Type="http://schemas.openxmlformats.org/officeDocument/2006/relationships/image" Target="../media/image34.svg"/><Relationship Id="rId71" Type="http://schemas.openxmlformats.org/officeDocument/2006/relationships/image" Target="../media/image98.svg"/><Relationship Id="rId92" Type="http://schemas.openxmlformats.org/officeDocument/2006/relationships/image" Target="../media/image119.png"/><Relationship Id="rId2" Type="http://schemas.openxmlformats.org/officeDocument/2006/relationships/image" Target="../media/image29.png"/><Relationship Id="rId29" Type="http://schemas.openxmlformats.org/officeDocument/2006/relationships/image" Target="../media/image56.svg"/><Relationship Id="rId24" Type="http://schemas.openxmlformats.org/officeDocument/2006/relationships/image" Target="../media/image51.png"/><Relationship Id="rId40" Type="http://schemas.openxmlformats.org/officeDocument/2006/relationships/image" Target="../media/image67.png"/><Relationship Id="rId45" Type="http://schemas.openxmlformats.org/officeDocument/2006/relationships/image" Target="../media/image72.svg"/><Relationship Id="rId66" Type="http://schemas.openxmlformats.org/officeDocument/2006/relationships/image" Target="../media/image93.png"/><Relationship Id="rId87" Type="http://schemas.openxmlformats.org/officeDocument/2006/relationships/image" Target="../media/image114.svg"/><Relationship Id="rId110" Type="http://schemas.openxmlformats.org/officeDocument/2006/relationships/image" Target="../media/image137.png"/><Relationship Id="rId115" Type="http://schemas.openxmlformats.org/officeDocument/2006/relationships/image" Target="../media/image142.svg"/><Relationship Id="rId131" Type="http://schemas.openxmlformats.org/officeDocument/2006/relationships/image" Target="../media/image158.svg"/><Relationship Id="rId136" Type="http://schemas.openxmlformats.org/officeDocument/2006/relationships/image" Target="../media/image163.png"/><Relationship Id="rId61" Type="http://schemas.openxmlformats.org/officeDocument/2006/relationships/image" Target="../media/image88.svg"/><Relationship Id="rId82" Type="http://schemas.openxmlformats.org/officeDocument/2006/relationships/image" Target="../media/image109.png"/><Relationship Id="rId19" Type="http://schemas.openxmlformats.org/officeDocument/2006/relationships/image" Target="../media/image46.svg"/><Relationship Id="rId14" Type="http://schemas.openxmlformats.org/officeDocument/2006/relationships/image" Target="../media/image41.png"/><Relationship Id="rId30" Type="http://schemas.openxmlformats.org/officeDocument/2006/relationships/image" Target="../media/image57.png"/><Relationship Id="rId35" Type="http://schemas.openxmlformats.org/officeDocument/2006/relationships/image" Target="../media/image62.svg"/><Relationship Id="rId56" Type="http://schemas.openxmlformats.org/officeDocument/2006/relationships/image" Target="../media/image83.png"/><Relationship Id="rId77" Type="http://schemas.openxmlformats.org/officeDocument/2006/relationships/image" Target="../media/image104.svg"/><Relationship Id="rId100" Type="http://schemas.openxmlformats.org/officeDocument/2006/relationships/image" Target="../media/image127.png"/><Relationship Id="rId105" Type="http://schemas.openxmlformats.org/officeDocument/2006/relationships/image" Target="../media/image132.svg"/><Relationship Id="rId126" Type="http://schemas.openxmlformats.org/officeDocument/2006/relationships/image" Target="../media/image153.png"/><Relationship Id="rId8" Type="http://schemas.openxmlformats.org/officeDocument/2006/relationships/image" Target="../media/image35.png"/><Relationship Id="rId51" Type="http://schemas.openxmlformats.org/officeDocument/2006/relationships/image" Target="../media/image78.svg"/><Relationship Id="rId72" Type="http://schemas.openxmlformats.org/officeDocument/2006/relationships/image" Target="../media/image99.png"/><Relationship Id="rId93" Type="http://schemas.openxmlformats.org/officeDocument/2006/relationships/image" Target="../media/image120.svg"/><Relationship Id="rId98" Type="http://schemas.openxmlformats.org/officeDocument/2006/relationships/image" Target="../media/image125.png"/><Relationship Id="rId121" Type="http://schemas.openxmlformats.org/officeDocument/2006/relationships/image" Target="../media/image148.svg"/><Relationship Id="rId142" Type="http://schemas.openxmlformats.org/officeDocument/2006/relationships/image" Target="../media/image169.png"/><Relationship Id="rId3" Type="http://schemas.openxmlformats.org/officeDocument/2006/relationships/image" Target="../media/image30.svg"/><Relationship Id="rId25" Type="http://schemas.openxmlformats.org/officeDocument/2006/relationships/image" Target="../media/image52.svg"/><Relationship Id="rId46" Type="http://schemas.openxmlformats.org/officeDocument/2006/relationships/image" Target="../media/image73.png"/><Relationship Id="rId67" Type="http://schemas.openxmlformats.org/officeDocument/2006/relationships/image" Target="../media/image94.svg"/><Relationship Id="rId116" Type="http://schemas.openxmlformats.org/officeDocument/2006/relationships/image" Target="../media/image143.png"/><Relationship Id="rId137" Type="http://schemas.openxmlformats.org/officeDocument/2006/relationships/image" Target="../media/image164.svg"/><Relationship Id="rId20" Type="http://schemas.openxmlformats.org/officeDocument/2006/relationships/image" Target="../media/image47.png"/><Relationship Id="rId41" Type="http://schemas.openxmlformats.org/officeDocument/2006/relationships/image" Target="../media/image68.svg"/><Relationship Id="rId62" Type="http://schemas.openxmlformats.org/officeDocument/2006/relationships/image" Target="../media/image89.png"/><Relationship Id="rId83" Type="http://schemas.openxmlformats.org/officeDocument/2006/relationships/image" Target="../media/image110.svg"/><Relationship Id="rId88" Type="http://schemas.openxmlformats.org/officeDocument/2006/relationships/image" Target="../media/image115.png"/><Relationship Id="rId111" Type="http://schemas.openxmlformats.org/officeDocument/2006/relationships/image" Target="../media/image138.svg"/><Relationship Id="rId132" Type="http://schemas.openxmlformats.org/officeDocument/2006/relationships/image" Target="../media/image159.png"/><Relationship Id="rId15" Type="http://schemas.openxmlformats.org/officeDocument/2006/relationships/image" Target="../media/image42.svg"/><Relationship Id="rId36" Type="http://schemas.openxmlformats.org/officeDocument/2006/relationships/image" Target="../media/image63.png"/><Relationship Id="rId57" Type="http://schemas.openxmlformats.org/officeDocument/2006/relationships/image" Target="../media/image84.svg"/><Relationship Id="rId106" Type="http://schemas.openxmlformats.org/officeDocument/2006/relationships/image" Target="../media/image133.png"/><Relationship Id="rId127" Type="http://schemas.openxmlformats.org/officeDocument/2006/relationships/image" Target="../media/image154.svg"/><Relationship Id="rId10" Type="http://schemas.openxmlformats.org/officeDocument/2006/relationships/image" Target="../media/image37.png"/><Relationship Id="rId31" Type="http://schemas.openxmlformats.org/officeDocument/2006/relationships/image" Target="../media/image58.svg"/><Relationship Id="rId52" Type="http://schemas.openxmlformats.org/officeDocument/2006/relationships/image" Target="../media/image79.png"/><Relationship Id="rId73" Type="http://schemas.openxmlformats.org/officeDocument/2006/relationships/image" Target="../media/image100.svg"/><Relationship Id="rId78" Type="http://schemas.openxmlformats.org/officeDocument/2006/relationships/image" Target="../media/image105.png"/><Relationship Id="rId94" Type="http://schemas.openxmlformats.org/officeDocument/2006/relationships/image" Target="../media/image121.png"/><Relationship Id="rId99" Type="http://schemas.openxmlformats.org/officeDocument/2006/relationships/image" Target="../media/image126.svg"/><Relationship Id="rId101" Type="http://schemas.openxmlformats.org/officeDocument/2006/relationships/image" Target="../media/image128.svg"/><Relationship Id="rId122" Type="http://schemas.openxmlformats.org/officeDocument/2006/relationships/image" Target="../media/image149.png"/><Relationship Id="rId143" Type="http://schemas.openxmlformats.org/officeDocument/2006/relationships/image" Target="../media/image170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26" Type="http://schemas.openxmlformats.org/officeDocument/2006/relationships/image" Target="../media/image53.png"/><Relationship Id="rId47" Type="http://schemas.openxmlformats.org/officeDocument/2006/relationships/image" Target="../media/image74.svg"/><Relationship Id="rId68" Type="http://schemas.openxmlformats.org/officeDocument/2006/relationships/image" Target="../media/image95.png"/><Relationship Id="rId89" Type="http://schemas.openxmlformats.org/officeDocument/2006/relationships/image" Target="../media/image116.svg"/><Relationship Id="rId112" Type="http://schemas.openxmlformats.org/officeDocument/2006/relationships/image" Target="../media/image139.png"/><Relationship Id="rId133" Type="http://schemas.openxmlformats.org/officeDocument/2006/relationships/image" Target="../media/image160.svg"/><Relationship Id="rId16" Type="http://schemas.openxmlformats.org/officeDocument/2006/relationships/image" Target="../media/image43.png"/></Relationships>
</file>

<file path=ppt/slideLayouts/_rels/slideLayout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5.png"/><Relationship Id="rId117" Type="http://schemas.openxmlformats.org/officeDocument/2006/relationships/image" Target="../media/image286.svg"/><Relationship Id="rId21" Type="http://schemas.openxmlformats.org/officeDocument/2006/relationships/image" Target="../media/image190.svg"/><Relationship Id="rId42" Type="http://schemas.openxmlformats.org/officeDocument/2006/relationships/image" Target="../media/image211.png"/><Relationship Id="rId47" Type="http://schemas.openxmlformats.org/officeDocument/2006/relationships/image" Target="../media/image216.svg"/><Relationship Id="rId63" Type="http://schemas.openxmlformats.org/officeDocument/2006/relationships/image" Target="../media/image232.svg"/><Relationship Id="rId68" Type="http://schemas.openxmlformats.org/officeDocument/2006/relationships/image" Target="../media/image237.png"/><Relationship Id="rId84" Type="http://schemas.openxmlformats.org/officeDocument/2006/relationships/image" Target="../media/image253.png"/><Relationship Id="rId89" Type="http://schemas.openxmlformats.org/officeDocument/2006/relationships/image" Target="../media/image258.svg"/><Relationship Id="rId112" Type="http://schemas.openxmlformats.org/officeDocument/2006/relationships/image" Target="../media/image281.png"/><Relationship Id="rId16" Type="http://schemas.openxmlformats.org/officeDocument/2006/relationships/image" Target="../media/image185.png"/><Relationship Id="rId107" Type="http://schemas.openxmlformats.org/officeDocument/2006/relationships/image" Target="../media/image276.svg"/><Relationship Id="rId11" Type="http://schemas.openxmlformats.org/officeDocument/2006/relationships/image" Target="../media/image180.svg"/><Relationship Id="rId32" Type="http://schemas.openxmlformats.org/officeDocument/2006/relationships/image" Target="../media/image201.png"/><Relationship Id="rId37" Type="http://schemas.openxmlformats.org/officeDocument/2006/relationships/image" Target="../media/image206.svg"/><Relationship Id="rId53" Type="http://schemas.openxmlformats.org/officeDocument/2006/relationships/image" Target="../media/image222.svg"/><Relationship Id="rId58" Type="http://schemas.openxmlformats.org/officeDocument/2006/relationships/image" Target="../media/image227.png"/><Relationship Id="rId74" Type="http://schemas.openxmlformats.org/officeDocument/2006/relationships/image" Target="../media/image243.png"/><Relationship Id="rId79" Type="http://schemas.openxmlformats.org/officeDocument/2006/relationships/image" Target="../media/image248.svg"/><Relationship Id="rId102" Type="http://schemas.openxmlformats.org/officeDocument/2006/relationships/image" Target="../media/image271.png"/><Relationship Id="rId5" Type="http://schemas.openxmlformats.org/officeDocument/2006/relationships/image" Target="../media/image174.svg"/><Relationship Id="rId90" Type="http://schemas.openxmlformats.org/officeDocument/2006/relationships/image" Target="../media/image259.png"/><Relationship Id="rId95" Type="http://schemas.openxmlformats.org/officeDocument/2006/relationships/image" Target="../media/image264.svg"/><Relationship Id="rId22" Type="http://schemas.openxmlformats.org/officeDocument/2006/relationships/image" Target="../media/image191.png"/><Relationship Id="rId27" Type="http://schemas.openxmlformats.org/officeDocument/2006/relationships/image" Target="../media/image196.svg"/><Relationship Id="rId43" Type="http://schemas.openxmlformats.org/officeDocument/2006/relationships/image" Target="../media/image212.svg"/><Relationship Id="rId48" Type="http://schemas.openxmlformats.org/officeDocument/2006/relationships/image" Target="../media/image217.png"/><Relationship Id="rId64" Type="http://schemas.openxmlformats.org/officeDocument/2006/relationships/image" Target="../media/image233.png"/><Relationship Id="rId69" Type="http://schemas.openxmlformats.org/officeDocument/2006/relationships/image" Target="../media/image238.svg"/><Relationship Id="rId113" Type="http://schemas.openxmlformats.org/officeDocument/2006/relationships/image" Target="../media/image282.svg"/><Relationship Id="rId118" Type="http://schemas.openxmlformats.org/officeDocument/2006/relationships/image" Target="../media/image287.png"/><Relationship Id="rId80" Type="http://schemas.openxmlformats.org/officeDocument/2006/relationships/image" Target="../media/image249.png"/><Relationship Id="rId85" Type="http://schemas.openxmlformats.org/officeDocument/2006/relationships/image" Target="../media/image254.svg"/><Relationship Id="rId12" Type="http://schemas.openxmlformats.org/officeDocument/2006/relationships/image" Target="../media/image181.png"/><Relationship Id="rId17" Type="http://schemas.openxmlformats.org/officeDocument/2006/relationships/image" Target="../media/image186.svg"/><Relationship Id="rId33" Type="http://schemas.openxmlformats.org/officeDocument/2006/relationships/image" Target="../media/image202.svg"/><Relationship Id="rId38" Type="http://schemas.openxmlformats.org/officeDocument/2006/relationships/image" Target="../media/image207.png"/><Relationship Id="rId59" Type="http://schemas.openxmlformats.org/officeDocument/2006/relationships/image" Target="../media/image228.svg"/><Relationship Id="rId103" Type="http://schemas.openxmlformats.org/officeDocument/2006/relationships/image" Target="../media/image272.svg"/><Relationship Id="rId108" Type="http://schemas.openxmlformats.org/officeDocument/2006/relationships/image" Target="../media/image277.png"/><Relationship Id="rId54" Type="http://schemas.openxmlformats.org/officeDocument/2006/relationships/image" Target="../media/image223.png"/><Relationship Id="rId70" Type="http://schemas.openxmlformats.org/officeDocument/2006/relationships/image" Target="../media/image239.png"/><Relationship Id="rId75" Type="http://schemas.openxmlformats.org/officeDocument/2006/relationships/image" Target="../media/image244.svg"/><Relationship Id="rId91" Type="http://schemas.openxmlformats.org/officeDocument/2006/relationships/image" Target="../media/image260.svg"/><Relationship Id="rId96" Type="http://schemas.openxmlformats.org/officeDocument/2006/relationships/image" Target="../media/image265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75.png"/><Relationship Id="rId23" Type="http://schemas.openxmlformats.org/officeDocument/2006/relationships/image" Target="../media/image192.svg"/><Relationship Id="rId28" Type="http://schemas.openxmlformats.org/officeDocument/2006/relationships/image" Target="../media/image197.png"/><Relationship Id="rId49" Type="http://schemas.openxmlformats.org/officeDocument/2006/relationships/image" Target="../media/image218.svg"/><Relationship Id="rId114" Type="http://schemas.openxmlformats.org/officeDocument/2006/relationships/image" Target="../media/image283.png"/><Relationship Id="rId119" Type="http://schemas.openxmlformats.org/officeDocument/2006/relationships/image" Target="../media/image288.svg"/><Relationship Id="rId44" Type="http://schemas.openxmlformats.org/officeDocument/2006/relationships/image" Target="../media/image213.png"/><Relationship Id="rId60" Type="http://schemas.openxmlformats.org/officeDocument/2006/relationships/image" Target="../media/image229.png"/><Relationship Id="rId65" Type="http://schemas.openxmlformats.org/officeDocument/2006/relationships/image" Target="../media/image234.svg"/><Relationship Id="rId81" Type="http://schemas.openxmlformats.org/officeDocument/2006/relationships/image" Target="../media/image250.svg"/><Relationship Id="rId86" Type="http://schemas.openxmlformats.org/officeDocument/2006/relationships/image" Target="../media/image255.png"/><Relationship Id="rId4" Type="http://schemas.openxmlformats.org/officeDocument/2006/relationships/image" Target="../media/image173.png"/><Relationship Id="rId9" Type="http://schemas.openxmlformats.org/officeDocument/2006/relationships/image" Target="../media/image178.svg"/><Relationship Id="rId13" Type="http://schemas.openxmlformats.org/officeDocument/2006/relationships/image" Target="../media/image182.svg"/><Relationship Id="rId18" Type="http://schemas.openxmlformats.org/officeDocument/2006/relationships/image" Target="../media/image187.png"/><Relationship Id="rId39" Type="http://schemas.openxmlformats.org/officeDocument/2006/relationships/image" Target="../media/image208.svg"/><Relationship Id="rId109" Type="http://schemas.openxmlformats.org/officeDocument/2006/relationships/image" Target="../media/image278.svg"/><Relationship Id="rId34" Type="http://schemas.openxmlformats.org/officeDocument/2006/relationships/image" Target="../media/image203.png"/><Relationship Id="rId50" Type="http://schemas.openxmlformats.org/officeDocument/2006/relationships/image" Target="../media/image219.png"/><Relationship Id="rId55" Type="http://schemas.openxmlformats.org/officeDocument/2006/relationships/image" Target="../media/image224.svg"/><Relationship Id="rId76" Type="http://schemas.openxmlformats.org/officeDocument/2006/relationships/image" Target="../media/image245.png"/><Relationship Id="rId97" Type="http://schemas.openxmlformats.org/officeDocument/2006/relationships/image" Target="../media/image266.svg"/><Relationship Id="rId104" Type="http://schemas.openxmlformats.org/officeDocument/2006/relationships/image" Target="../media/image273.png"/><Relationship Id="rId120" Type="http://schemas.openxmlformats.org/officeDocument/2006/relationships/image" Target="../media/image289.png"/><Relationship Id="rId7" Type="http://schemas.openxmlformats.org/officeDocument/2006/relationships/image" Target="../media/image176.svg"/><Relationship Id="rId71" Type="http://schemas.openxmlformats.org/officeDocument/2006/relationships/image" Target="../media/image240.svg"/><Relationship Id="rId92" Type="http://schemas.openxmlformats.org/officeDocument/2006/relationships/image" Target="../media/image261.png"/><Relationship Id="rId2" Type="http://schemas.openxmlformats.org/officeDocument/2006/relationships/image" Target="../media/image171.png"/><Relationship Id="rId29" Type="http://schemas.openxmlformats.org/officeDocument/2006/relationships/image" Target="../media/image198.svg"/><Relationship Id="rId24" Type="http://schemas.openxmlformats.org/officeDocument/2006/relationships/image" Target="../media/image193.png"/><Relationship Id="rId40" Type="http://schemas.openxmlformats.org/officeDocument/2006/relationships/image" Target="../media/image209.png"/><Relationship Id="rId45" Type="http://schemas.openxmlformats.org/officeDocument/2006/relationships/image" Target="../media/image214.svg"/><Relationship Id="rId66" Type="http://schemas.openxmlformats.org/officeDocument/2006/relationships/image" Target="../media/image235.png"/><Relationship Id="rId87" Type="http://schemas.openxmlformats.org/officeDocument/2006/relationships/image" Target="../media/image256.svg"/><Relationship Id="rId110" Type="http://schemas.openxmlformats.org/officeDocument/2006/relationships/image" Target="../media/image279.png"/><Relationship Id="rId115" Type="http://schemas.openxmlformats.org/officeDocument/2006/relationships/image" Target="../media/image284.svg"/><Relationship Id="rId61" Type="http://schemas.openxmlformats.org/officeDocument/2006/relationships/image" Target="../media/image230.svg"/><Relationship Id="rId82" Type="http://schemas.openxmlformats.org/officeDocument/2006/relationships/image" Target="../media/image251.png"/><Relationship Id="rId19" Type="http://schemas.openxmlformats.org/officeDocument/2006/relationships/image" Target="../media/image188.svg"/><Relationship Id="rId14" Type="http://schemas.openxmlformats.org/officeDocument/2006/relationships/image" Target="../media/image183.png"/><Relationship Id="rId30" Type="http://schemas.openxmlformats.org/officeDocument/2006/relationships/image" Target="../media/image199.png"/><Relationship Id="rId35" Type="http://schemas.openxmlformats.org/officeDocument/2006/relationships/image" Target="../media/image204.svg"/><Relationship Id="rId56" Type="http://schemas.openxmlformats.org/officeDocument/2006/relationships/image" Target="../media/image225.png"/><Relationship Id="rId77" Type="http://schemas.openxmlformats.org/officeDocument/2006/relationships/image" Target="../media/image246.svg"/><Relationship Id="rId100" Type="http://schemas.openxmlformats.org/officeDocument/2006/relationships/image" Target="../media/image269.png"/><Relationship Id="rId105" Type="http://schemas.openxmlformats.org/officeDocument/2006/relationships/image" Target="../media/image274.svg"/><Relationship Id="rId8" Type="http://schemas.openxmlformats.org/officeDocument/2006/relationships/image" Target="../media/image177.png"/><Relationship Id="rId51" Type="http://schemas.openxmlformats.org/officeDocument/2006/relationships/image" Target="../media/image220.svg"/><Relationship Id="rId72" Type="http://schemas.openxmlformats.org/officeDocument/2006/relationships/image" Target="../media/image241.png"/><Relationship Id="rId93" Type="http://schemas.openxmlformats.org/officeDocument/2006/relationships/image" Target="../media/image262.svg"/><Relationship Id="rId98" Type="http://schemas.openxmlformats.org/officeDocument/2006/relationships/image" Target="../media/image267.png"/><Relationship Id="rId121" Type="http://schemas.openxmlformats.org/officeDocument/2006/relationships/image" Target="../media/image290.svg"/><Relationship Id="rId3" Type="http://schemas.openxmlformats.org/officeDocument/2006/relationships/image" Target="../media/image172.svg"/><Relationship Id="rId25" Type="http://schemas.openxmlformats.org/officeDocument/2006/relationships/image" Target="../media/image194.svg"/><Relationship Id="rId46" Type="http://schemas.openxmlformats.org/officeDocument/2006/relationships/image" Target="../media/image215.png"/><Relationship Id="rId67" Type="http://schemas.openxmlformats.org/officeDocument/2006/relationships/image" Target="../media/image236.svg"/><Relationship Id="rId116" Type="http://schemas.openxmlformats.org/officeDocument/2006/relationships/image" Target="../media/image285.png"/><Relationship Id="rId20" Type="http://schemas.openxmlformats.org/officeDocument/2006/relationships/image" Target="../media/image189.png"/><Relationship Id="rId41" Type="http://schemas.openxmlformats.org/officeDocument/2006/relationships/image" Target="../media/image210.svg"/><Relationship Id="rId62" Type="http://schemas.openxmlformats.org/officeDocument/2006/relationships/image" Target="../media/image231.png"/><Relationship Id="rId83" Type="http://schemas.openxmlformats.org/officeDocument/2006/relationships/image" Target="../media/image252.svg"/><Relationship Id="rId88" Type="http://schemas.openxmlformats.org/officeDocument/2006/relationships/image" Target="../media/image257.png"/><Relationship Id="rId111" Type="http://schemas.openxmlformats.org/officeDocument/2006/relationships/image" Target="../media/image280.svg"/><Relationship Id="rId15" Type="http://schemas.openxmlformats.org/officeDocument/2006/relationships/image" Target="../media/image184.svg"/><Relationship Id="rId36" Type="http://schemas.openxmlformats.org/officeDocument/2006/relationships/image" Target="../media/image205.png"/><Relationship Id="rId57" Type="http://schemas.openxmlformats.org/officeDocument/2006/relationships/image" Target="../media/image226.svg"/><Relationship Id="rId106" Type="http://schemas.openxmlformats.org/officeDocument/2006/relationships/image" Target="../media/image275.png"/><Relationship Id="rId10" Type="http://schemas.openxmlformats.org/officeDocument/2006/relationships/image" Target="../media/image179.png"/><Relationship Id="rId31" Type="http://schemas.openxmlformats.org/officeDocument/2006/relationships/image" Target="../media/image200.svg"/><Relationship Id="rId52" Type="http://schemas.openxmlformats.org/officeDocument/2006/relationships/image" Target="../media/image221.png"/><Relationship Id="rId73" Type="http://schemas.openxmlformats.org/officeDocument/2006/relationships/image" Target="../media/image242.svg"/><Relationship Id="rId78" Type="http://schemas.openxmlformats.org/officeDocument/2006/relationships/image" Target="../media/image247.png"/><Relationship Id="rId94" Type="http://schemas.openxmlformats.org/officeDocument/2006/relationships/image" Target="../media/image263.png"/><Relationship Id="rId99" Type="http://schemas.openxmlformats.org/officeDocument/2006/relationships/image" Target="../media/image268.svg"/><Relationship Id="rId101" Type="http://schemas.openxmlformats.org/officeDocument/2006/relationships/image" Target="../media/image270.sv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13" Type="http://schemas.openxmlformats.org/officeDocument/2006/relationships/image" Target="../media/image302.svg"/><Relationship Id="rId18" Type="http://schemas.openxmlformats.org/officeDocument/2006/relationships/image" Target="../media/image307.png"/><Relationship Id="rId3" Type="http://schemas.openxmlformats.org/officeDocument/2006/relationships/image" Target="../media/image292.svg"/><Relationship Id="rId21" Type="http://schemas.openxmlformats.org/officeDocument/2006/relationships/image" Target="../media/image310.svg"/><Relationship Id="rId7" Type="http://schemas.openxmlformats.org/officeDocument/2006/relationships/image" Target="../media/image296.svg"/><Relationship Id="rId12" Type="http://schemas.openxmlformats.org/officeDocument/2006/relationships/image" Target="../media/image301.png"/><Relationship Id="rId17" Type="http://schemas.openxmlformats.org/officeDocument/2006/relationships/image" Target="../media/image306.svg"/><Relationship Id="rId2" Type="http://schemas.openxmlformats.org/officeDocument/2006/relationships/image" Target="../media/image291.png"/><Relationship Id="rId16" Type="http://schemas.openxmlformats.org/officeDocument/2006/relationships/image" Target="../media/image305.png"/><Relationship Id="rId20" Type="http://schemas.openxmlformats.org/officeDocument/2006/relationships/image" Target="../media/image309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295.png"/><Relationship Id="rId11" Type="http://schemas.openxmlformats.org/officeDocument/2006/relationships/image" Target="../media/image300.svg"/><Relationship Id="rId5" Type="http://schemas.openxmlformats.org/officeDocument/2006/relationships/image" Target="../media/image294.svg"/><Relationship Id="rId15" Type="http://schemas.openxmlformats.org/officeDocument/2006/relationships/image" Target="../media/image304.svg"/><Relationship Id="rId10" Type="http://schemas.openxmlformats.org/officeDocument/2006/relationships/image" Target="../media/image299.png"/><Relationship Id="rId19" Type="http://schemas.openxmlformats.org/officeDocument/2006/relationships/image" Target="../media/image308.svg"/><Relationship Id="rId4" Type="http://schemas.openxmlformats.org/officeDocument/2006/relationships/image" Target="../media/image293.png"/><Relationship Id="rId9" Type="http://schemas.openxmlformats.org/officeDocument/2006/relationships/image" Target="../media/image298.svg"/><Relationship Id="rId14" Type="http://schemas.openxmlformats.org/officeDocument/2006/relationships/image" Target="../media/image30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A604E13-2276-D5DE-3D58-6EFB8E3967FB}"/>
              </a:ext>
            </a:extLst>
          </p:cNvPr>
          <p:cNvSpPr/>
          <p:nvPr/>
        </p:nvSpPr>
        <p:spPr>
          <a:xfrm>
            <a:off x="9907168" y="4571974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50B16225-2A86-355A-C1EF-3C85ECF0C92D}"/>
              </a:ext>
            </a:extLst>
          </p:cNvPr>
          <p:cNvSpPr/>
          <p:nvPr/>
        </p:nvSpPr>
        <p:spPr>
          <a:xfrm rot="2700000">
            <a:off x="10241950" y="2620808"/>
            <a:ext cx="1616456" cy="1616456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FAC88EB-12CC-AF74-3DA4-9849EEE0EF7A}"/>
              </a:ext>
            </a:extLst>
          </p:cNvPr>
          <p:cNvSpPr/>
          <p:nvPr/>
        </p:nvSpPr>
        <p:spPr>
          <a:xfrm>
            <a:off x="7621143" y="2285707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932E4208-D2A2-676D-678E-A1239FD82EAD}"/>
              </a:ext>
            </a:extLst>
          </p:cNvPr>
          <p:cNvSpPr/>
          <p:nvPr/>
        </p:nvSpPr>
        <p:spPr>
          <a:xfrm>
            <a:off x="7621143" y="0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D8982F97-2479-6D1B-B7A0-953536834A38}"/>
              </a:ext>
            </a:extLst>
          </p:cNvPr>
          <p:cNvSpPr/>
          <p:nvPr/>
        </p:nvSpPr>
        <p:spPr>
          <a:xfrm>
            <a:off x="7621143" y="4571746"/>
            <a:ext cx="2286024" cy="1143012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2D793A6-2CFD-8B8D-9624-10E6E7FB2A1D}"/>
              </a:ext>
            </a:extLst>
          </p:cNvPr>
          <p:cNvSpPr/>
          <p:nvPr/>
        </p:nvSpPr>
        <p:spPr>
          <a:xfrm>
            <a:off x="9907168" y="1142451"/>
            <a:ext cx="2286025" cy="1143015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1CC6DF8-10D5-107D-4D76-E2F385D50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5" y="288000"/>
            <a:ext cx="914400" cy="485775"/>
          </a:xfrm>
          <a:prstGeom prst="rect">
            <a:avLst/>
          </a:prstGeom>
        </p:spPr>
      </p:pic>
      <p:sp>
        <p:nvSpPr>
          <p:cNvPr id="2" name="Picture Placeholder 342">
            <a:extLst>
              <a:ext uri="{FF2B5EF4-FFF2-40B4-BE49-F238E27FC236}">
                <a16:creationId xmlns:a16="http://schemas.microsoft.com/office/drawing/2014/main" id="{82DA0CE5-4C38-A013-901C-FB99DB1B1C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7B48C2-E188-B2EB-7A42-59DE727D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8756094A-B02C-E5C7-59A4-7F504D59D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AD12AD0-8108-1393-BC16-265984DF9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i="1"/>
            </a:lvl1pPr>
          </a:lstStyle>
          <a:p>
            <a:pPr lvl="0"/>
            <a:r>
              <a:rPr lang="en-US" dirty="0"/>
              <a:t>Name</a:t>
            </a:r>
            <a:endParaRPr lang="en-B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30A98F02-C1F0-0EA5-9258-075410C762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508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52EB2AD-0448-9FA2-2FA3-F449EC1693EF}"/>
              </a:ext>
            </a:extLst>
          </p:cNvPr>
          <p:cNvSpPr/>
          <p:nvPr/>
        </p:nvSpPr>
        <p:spPr>
          <a:xfrm rot="13500000">
            <a:off x="7955931" y="3763779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85976D-EE45-AE2D-287E-345B5F157F96}"/>
              </a:ext>
            </a:extLst>
          </p:cNvPr>
          <p:cNvSpPr/>
          <p:nvPr/>
        </p:nvSpPr>
        <p:spPr>
          <a:xfrm>
            <a:off x="7621148" y="2286742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CB21A53-6FB1-525B-E4F0-F59E8EDA975E}"/>
              </a:ext>
            </a:extLst>
          </p:cNvPr>
          <p:cNvSpPr/>
          <p:nvPr/>
        </p:nvSpPr>
        <p:spPr>
          <a:xfrm>
            <a:off x="7621148" y="0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835CE72-ED67-FFB3-4AF2-B219E802D267}"/>
              </a:ext>
            </a:extLst>
          </p:cNvPr>
          <p:cNvSpPr/>
          <p:nvPr/>
        </p:nvSpPr>
        <p:spPr>
          <a:xfrm>
            <a:off x="9907174" y="4571739"/>
            <a:ext cx="2286025" cy="1143013"/>
          </a:xfrm>
          <a:custGeom>
            <a:avLst/>
            <a:gdLst>
              <a:gd name="connsiteX0" fmla="*/ 2286026 w 2286025"/>
              <a:gd name="connsiteY0" fmla="*/ 1143012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0FB8D35-F14F-4A1B-A129-BCD790B43475}"/>
              </a:ext>
            </a:extLst>
          </p:cNvPr>
          <p:cNvSpPr/>
          <p:nvPr/>
        </p:nvSpPr>
        <p:spPr>
          <a:xfrm>
            <a:off x="9907174" y="1142451"/>
            <a:ext cx="2286025" cy="1143013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C9D5A06-4B5F-5150-061F-8455585C64F0}"/>
              </a:ext>
            </a:extLst>
          </p:cNvPr>
          <p:cNvSpPr/>
          <p:nvPr/>
        </p:nvSpPr>
        <p:spPr>
          <a:xfrm>
            <a:off x="9907168" y="2285706"/>
            <a:ext cx="2286036" cy="2286039"/>
          </a:xfrm>
          <a:custGeom>
            <a:avLst/>
            <a:gdLst>
              <a:gd name="connsiteX0" fmla="*/ 2286033 w 2286036"/>
              <a:gd name="connsiteY0" fmla="*/ 0 h 2286039"/>
              <a:gd name="connsiteX1" fmla="*/ 2286037 w 2286036"/>
              <a:gd name="connsiteY1" fmla="*/ 2286036 h 2286039"/>
              <a:gd name="connsiteX2" fmla="*/ 0 w 2286036"/>
              <a:gd name="connsiteY2" fmla="*/ 2286039 h 2286039"/>
              <a:gd name="connsiteX3" fmla="*/ 2286033 w 2286036"/>
              <a:gd name="connsiteY3" fmla="*/ 0 h 228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6" h="2286039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5" y="281884"/>
            <a:ext cx="914400" cy="4857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769654-84DF-F3A4-AA96-CF3AB34A9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ijdelijke aanduiding voor tekst 26">
            <a:extLst>
              <a:ext uri="{FF2B5EF4-FFF2-40B4-BE49-F238E27FC236}">
                <a16:creationId xmlns:a16="http://schemas.microsoft.com/office/drawing/2014/main" id="{B0AC4634-2567-5C02-64AA-03E99D275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4F83EB-068C-DEF0-6261-68679FF0E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2FC02C50-EA58-B185-F07D-13121035B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D1E4F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en-BE" dirty="0"/>
          </a:p>
        </p:txBody>
      </p:sp>
      <p:sp>
        <p:nvSpPr>
          <p:cNvPr id="11" name="Picture Placeholder 342">
            <a:extLst>
              <a:ext uri="{FF2B5EF4-FFF2-40B4-BE49-F238E27FC236}">
                <a16:creationId xmlns:a16="http://schemas.microsoft.com/office/drawing/2014/main" id="{1C69DBB6-CB01-17DC-A53A-3AD090FDE7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2683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s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79E433C-0540-F01E-B1B4-534F584EED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000" y="288000"/>
            <a:ext cx="914400" cy="4857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3ABB36-7C9E-22B4-A8FC-4A2D4C716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E0A99706-3A4D-14BA-CB6B-7149017AF1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093B80-5D4D-CA33-D2C4-4596A0F54E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Name</a:t>
            </a:r>
            <a:endParaRPr lang="en-B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19F916-8174-248E-3A91-979A8C17C7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en-B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EB486D-771C-5C25-821B-1B997BC7FCDE}"/>
              </a:ext>
            </a:extLst>
          </p:cNvPr>
          <p:cNvGrpSpPr/>
          <p:nvPr userDrawn="1"/>
        </p:nvGrpSpPr>
        <p:grpSpPr>
          <a:xfrm>
            <a:off x="7619950" y="9236"/>
            <a:ext cx="4572050" cy="6857999"/>
            <a:chOff x="3577077" y="-168237"/>
            <a:chExt cx="4572050" cy="6857999"/>
          </a:xfrm>
          <a:solidFill>
            <a:srgbClr val="D1E4F7"/>
          </a:solidFill>
        </p:grpSpPr>
        <p:sp>
          <p:nvSpPr>
            <p:cNvPr id="8" name="Vrije vorm: vorm 15">
              <a:extLst>
                <a:ext uri="{FF2B5EF4-FFF2-40B4-BE49-F238E27FC236}">
                  <a16:creationId xmlns:a16="http://schemas.microsoft.com/office/drawing/2014/main" id="{C042B0B8-8B53-2B38-1FAF-C474E63108E7}"/>
                </a:ext>
              </a:extLst>
            </p:cNvPr>
            <p:cNvSpPr/>
            <p:nvPr userDrawn="1"/>
          </p:nvSpPr>
          <p:spPr>
            <a:xfrm>
              <a:off x="5863102" y="44037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16">
              <a:extLst>
                <a:ext uri="{FF2B5EF4-FFF2-40B4-BE49-F238E27FC236}">
                  <a16:creationId xmlns:a16="http://schemas.microsoft.com/office/drawing/2014/main" id="{2C5B0466-C57A-E7EC-CA5D-B38C5C776D9F}"/>
                </a:ext>
              </a:extLst>
            </p:cNvPr>
            <p:cNvSpPr/>
            <p:nvPr userDrawn="1"/>
          </p:nvSpPr>
          <p:spPr>
            <a:xfrm rot="2700000">
              <a:off x="6197884" y="2452571"/>
              <a:ext cx="1616456" cy="1616456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7">
              <a:extLst>
                <a:ext uri="{FF2B5EF4-FFF2-40B4-BE49-F238E27FC236}">
                  <a16:creationId xmlns:a16="http://schemas.microsoft.com/office/drawing/2014/main" id="{CCD5D24D-0DA2-3139-BE82-A4A4F7D4CD99}"/>
                </a:ext>
              </a:extLst>
            </p:cNvPr>
            <p:cNvSpPr/>
            <p:nvPr userDrawn="1"/>
          </p:nvSpPr>
          <p:spPr>
            <a:xfrm>
              <a:off x="3577077" y="211747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12" name="Vrije vorm: vorm 18">
              <a:extLst>
                <a:ext uri="{FF2B5EF4-FFF2-40B4-BE49-F238E27FC236}">
                  <a16:creationId xmlns:a16="http://schemas.microsoft.com/office/drawing/2014/main" id="{A8A35A09-C43E-D801-AE38-5EDA278067AA}"/>
                </a:ext>
              </a:extLst>
            </p:cNvPr>
            <p:cNvSpPr/>
            <p:nvPr userDrawn="1"/>
          </p:nvSpPr>
          <p:spPr>
            <a:xfrm>
              <a:off x="3577077" y="-1682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20">
              <a:extLst>
                <a:ext uri="{FF2B5EF4-FFF2-40B4-BE49-F238E27FC236}">
                  <a16:creationId xmlns:a16="http://schemas.microsoft.com/office/drawing/2014/main" id="{8D7284FD-E1FE-0409-EA34-0347610ED3E4}"/>
                </a:ext>
              </a:extLst>
            </p:cNvPr>
            <p:cNvSpPr/>
            <p:nvPr userDrawn="1"/>
          </p:nvSpPr>
          <p:spPr>
            <a:xfrm>
              <a:off x="3577077" y="4403509"/>
              <a:ext cx="2286024" cy="1143012"/>
            </a:xfrm>
            <a:custGeom>
              <a:avLst/>
              <a:gdLst>
                <a:gd name="connsiteX0" fmla="*/ 2286025 w 2286024"/>
                <a:gd name="connsiteY0" fmla="*/ 1143012 h 1143012"/>
                <a:gd name="connsiteX1" fmla="*/ 0 w 2286024"/>
                <a:gd name="connsiteY1" fmla="*/ 1143012 h 1143012"/>
                <a:gd name="connsiteX2" fmla="*/ 1143012 w 2286024"/>
                <a:gd name="connsiteY2" fmla="*/ 0 h 1143012"/>
                <a:gd name="connsiteX3" fmla="*/ 2286025 w 2286024"/>
                <a:gd name="connsiteY3" fmla="*/ 1143012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4" h="1143012">
                  <a:moveTo>
                    <a:pt x="2286025" y="1143012"/>
                  </a:moveTo>
                  <a:lnTo>
                    <a:pt x="0" y="1143012"/>
                  </a:lnTo>
                  <a:cubicBezTo>
                    <a:pt x="0" y="511772"/>
                    <a:pt x="511784" y="0"/>
                    <a:pt x="1143012" y="0"/>
                  </a:cubicBezTo>
                  <a:cubicBezTo>
                    <a:pt x="1774241" y="0"/>
                    <a:pt x="2286025" y="511772"/>
                    <a:pt x="2286025" y="11430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21">
              <a:extLst>
                <a:ext uri="{FF2B5EF4-FFF2-40B4-BE49-F238E27FC236}">
                  <a16:creationId xmlns:a16="http://schemas.microsoft.com/office/drawing/2014/main" id="{038B6A0A-7A61-5921-5A70-7C557AE57B1D}"/>
                </a:ext>
              </a:extLst>
            </p:cNvPr>
            <p:cNvSpPr/>
            <p:nvPr userDrawn="1"/>
          </p:nvSpPr>
          <p:spPr>
            <a:xfrm>
              <a:off x="5863102" y="974214"/>
              <a:ext cx="2286025" cy="1143015"/>
            </a:xfrm>
            <a:custGeom>
              <a:avLst/>
              <a:gdLst>
                <a:gd name="connsiteX0" fmla="*/ 0 w 2286025"/>
                <a:gd name="connsiteY0" fmla="*/ 1143015 h 1143015"/>
                <a:gd name="connsiteX1" fmla="*/ 2286026 w 2286025"/>
                <a:gd name="connsiteY1" fmla="*/ 1143015 h 1143015"/>
                <a:gd name="connsiteX2" fmla="*/ 1143013 w 2286025"/>
                <a:gd name="connsiteY2" fmla="*/ 0 h 1143015"/>
                <a:gd name="connsiteX3" fmla="*/ 0 w 2286025"/>
                <a:gd name="connsiteY3" fmla="*/ 1143015 h 114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5">
                  <a:moveTo>
                    <a:pt x="0" y="1143015"/>
                  </a:moveTo>
                  <a:lnTo>
                    <a:pt x="2286026" y="1143015"/>
                  </a:lnTo>
                  <a:lnTo>
                    <a:pt x="1143013" y="0"/>
                  </a:lnTo>
                  <a:lnTo>
                    <a:pt x="0" y="11430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6E6DB-E106-7715-009C-A38370FB6D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5356" y="2289157"/>
            <a:ext cx="2286000" cy="2286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2308350-1190-C8AD-4EE4-BFF0510A64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01356" y="4590195"/>
            <a:ext cx="2286000" cy="2286000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7A2888C-1ADC-4683-2DB8-9A8A33210E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01356" y="2283332"/>
            <a:ext cx="2286000" cy="2286000"/>
          </a:xfrm>
          <a:prstGeom prst="diamond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53663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722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Click to edit chapter title</a:t>
            </a:r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 userDrawn="1"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6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37D8072-9EE3-917B-7F33-372174E2B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9" y="288001"/>
            <a:ext cx="914396" cy="485774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D35E4C5-AED2-E9A8-7D65-14800B632E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7" y="2299097"/>
            <a:ext cx="5491121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CF1C14-D13B-9574-C8BD-CA3AF6086669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rgbClr val="617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2FA6B88-2EA8-B1CD-1B6F-84AFBEAAB3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0560F-A4B9-6D60-DA89-678D8AA3B9FC}"/>
              </a:ext>
            </a:extLst>
          </p:cNvPr>
          <p:cNvGrpSpPr/>
          <p:nvPr userDrawn="1"/>
        </p:nvGrpSpPr>
        <p:grpSpPr>
          <a:xfrm>
            <a:off x="6505909" y="9229"/>
            <a:ext cx="5688622" cy="6861839"/>
            <a:chOff x="6476020" y="-8"/>
            <a:chExt cx="5718513" cy="6897894"/>
          </a:xfrm>
        </p:grpSpPr>
        <p:sp>
          <p:nvSpPr>
            <p:cNvPr id="13" name="Vrije vorm: vorm 9">
              <a:extLst>
                <a:ext uri="{FF2B5EF4-FFF2-40B4-BE49-F238E27FC236}">
                  <a16:creationId xmlns:a16="http://schemas.microsoft.com/office/drawing/2014/main" id="{9D7D31D0-E3AC-9AED-7DFC-600F0A869084}"/>
                </a:ext>
              </a:extLst>
            </p:cNvPr>
            <p:cNvSpPr/>
            <p:nvPr userDrawn="1"/>
          </p:nvSpPr>
          <p:spPr>
            <a:xfrm flipH="1">
              <a:off x="6476020" y="4608573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8">
              <a:extLst>
                <a:ext uri="{FF2B5EF4-FFF2-40B4-BE49-F238E27FC236}">
                  <a16:creationId xmlns:a16="http://schemas.microsoft.com/office/drawing/2014/main" id="{F5FCDA4F-39E8-1B34-6039-23A6929D29CF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1">
              <a:extLst>
                <a:ext uri="{FF2B5EF4-FFF2-40B4-BE49-F238E27FC236}">
                  <a16:creationId xmlns:a16="http://schemas.microsoft.com/office/drawing/2014/main" id="{BBDB3D9B-C250-7032-0ACC-7C5B8B0FAD88}"/>
                </a:ext>
              </a:extLst>
            </p:cNvPr>
            <p:cNvSpPr/>
            <p:nvPr/>
          </p:nvSpPr>
          <p:spPr>
            <a:xfrm>
              <a:off x="8765334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6">
              <a:extLst>
                <a:ext uri="{FF2B5EF4-FFF2-40B4-BE49-F238E27FC236}">
                  <a16:creationId xmlns:a16="http://schemas.microsoft.com/office/drawing/2014/main" id="{F7A11193-8342-CC7D-4893-9DA72119E1F8}"/>
                </a:ext>
              </a:extLst>
            </p:cNvPr>
            <p:cNvSpPr/>
            <p:nvPr userDrawn="1"/>
          </p:nvSpPr>
          <p:spPr>
            <a:xfrm rot="18900000" flipH="1">
              <a:off x="7939042" y="32544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7">
              <a:extLst>
                <a:ext uri="{FF2B5EF4-FFF2-40B4-BE49-F238E27FC236}">
                  <a16:creationId xmlns:a16="http://schemas.microsoft.com/office/drawing/2014/main" id="{A3F6D955-1692-3320-C7CD-A1960CC43330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20" name="Vrije vorm: vorm 18">
              <a:extLst>
                <a:ext uri="{FF2B5EF4-FFF2-40B4-BE49-F238E27FC236}">
                  <a16:creationId xmlns:a16="http://schemas.microsoft.com/office/drawing/2014/main" id="{23AF75C3-7660-CDC9-64BF-2397504B838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77446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4382B98-F52A-356D-3C7F-C910A58C63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8" y="2299097"/>
            <a:ext cx="4491426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5ED613-E63C-1A40-8BA6-A1E7EC1B8441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D2D1E3A-2AAA-BB69-2B3E-0CFC160254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1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5E0F4D-D704-5EE7-5BD6-FBFC12DB1897}"/>
              </a:ext>
            </a:extLst>
          </p:cNvPr>
          <p:cNvGrpSpPr/>
          <p:nvPr userDrawn="1"/>
        </p:nvGrpSpPr>
        <p:grpSpPr>
          <a:xfrm>
            <a:off x="6486555" y="-8"/>
            <a:ext cx="5705445" cy="6858008"/>
            <a:chOff x="6459109" y="-8"/>
            <a:chExt cx="5735424" cy="6894043"/>
          </a:xfrm>
        </p:grpSpPr>
        <p:sp>
          <p:nvSpPr>
            <p:cNvPr id="18" name="Vrije vorm: vorm 9">
              <a:extLst>
                <a:ext uri="{FF2B5EF4-FFF2-40B4-BE49-F238E27FC236}">
                  <a16:creationId xmlns:a16="http://schemas.microsoft.com/office/drawing/2014/main" id="{C75DACDE-E7EC-DE63-0CB5-ECE0306FA2D1}"/>
                </a:ext>
              </a:extLst>
            </p:cNvPr>
            <p:cNvSpPr/>
            <p:nvPr userDrawn="1"/>
          </p:nvSpPr>
          <p:spPr>
            <a:xfrm flipH="1">
              <a:off x="6459109" y="4604722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18">
              <a:extLst>
                <a:ext uri="{FF2B5EF4-FFF2-40B4-BE49-F238E27FC236}">
                  <a16:creationId xmlns:a16="http://schemas.microsoft.com/office/drawing/2014/main" id="{A0EC596D-4717-F121-FDF3-7E08940E4701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11">
              <a:extLst>
                <a:ext uri="{FF2B5EF4-FFF2-40B4-BE49-F238E27FC236}">
                  <a16:creationId xmlns:a16="http://schemas.microsoft.com/office/drawing/2014/main" id="{4EB34652-C23D-42D0-EAFD-AE0AD02690D0}"/>
                </a:ext>
              </a:extLst>
            </p:cNvPr>
            <p:cNvSpPr/>
            <p:nvPr/>
          </p:nvSpPr>
          <p:spPr>
            <a:xfrm>
              <a:off x="8752365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16">
              <a:extLst>
                <a:ext uri="{FF2B5EF4-FFF2-40B4-BE49-F238E27FC236}">
                  <a16:creationId xmlns:a16="http://schemas.microsoft.com/office/drawing/2014/main" id="{0A4A98AD-D827-0E2D-8305-081B14717334}"/>
                </a:ext>
              </a:extLst>
            </p:cNvPr>
            <p:cNvSpPr/>
            <p:nvPr userDrawn="1"/>
          </p:nvSpPr>
          <p:spPr>
            <a:xfrm rot="18900000" flipH="1">
              <a:off x="7935202" y="34569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17">
              <a:extLst>
                <a:ext uri="{FF2B5EF4-FFF2-40B4-BE49-F238E27FC236}">
                  <a16:creationId xmlns:a16="http://schemas.microsoft.com/office/drawing/2014/main" id="{4B9606F0-4E05-AE28-10B9-ADE63164B28B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35" name="Vrije vorm: vorm 18">
              <a:extLst>
                <a:ext uri="{FF2B5EF4-FFF2-40B4-BE49-F238E27FC236}">
                  <a16:creationId xmlns:a16="http://schemas.microsoft.com/office/drawing/2014/main" id="{AAB3C64C-1F3E-C5C8-A6F1-5F8F861E80D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75E3789D-3585-F958-EF40-CE12185BC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0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6B32-B4FE-C49A-FCAA-16FA6107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859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518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614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5691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2BD40-8862-2BF5-57C7-5DD0CD67407D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296F21-DE6D-2C73-089E-A813135E54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37D8072-9EE3-917B-7F33-372174E2B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9" y="288001"/>
            <a:ext cx="914396" cy="485774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D35E4C5-AED2-E9A8-7D65-14800B632E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7" y="2299097"/>
            <a:ext cx="5491121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CF1C14-D13B-9574-C8BD-CA3AF6086669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rgbClr val="617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2FA6B88-2EA8-B1CD-1B6F-84AFBEAAB3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0560F-A4B9-6D60-DA89-678D8AA3B9FC}"/>
              </a:ext>
            </a:extLst>
          </p:cNvPr>
          <p:cNvGrpSpPr/>
          <p:nvPr userDrawn="1"/>
        </p:nvGrpSpPr>
        <p:grpSpPr>
          <a:xfrm>
            <a:off x="6505909" y="9229"/>
            <a:ext cx="5688622" cy="6861839"/>
            <a:chOff x="6476020" y="-8"/>
            <a:chExt cx="5718513" cy="6897894"/>
          </a:xfrm>
        </p:grpSpPr>
        <p:sp>
          <p:nvSpPr>
            <p:cNvPr id="13" name="Vrije vorm: vorm 9">
              <a:extLst>
                <a:ext uri="{FF2B5EF4-FFF2-40B4-BE49-F238E27FC236}">
                  <a16:creationId xmlns:a16="http://schemas.microsoft.com/office/drawing/2014/main" id="{9D7D31D0-E3AC-9AED-7DFC-600F0A869084}"/>
                </a:ext>
              </a:extLst>
            </p:cNvPr>
            <p:cNvSpPr/>
            <p:nvPr userDrawn="1"/>
          </p:nvSpPr>
          <p:spPr>
            <a:xfrm flipH="1">
              <a:off x="6476020" y="4608573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8">
              <a:extLst>
                <a:ext uri="{FF2B5EF4-FFF2-40B4-BE49-F238E27FC236}">
                  <a16:creationId xmlns:a16="http://schemas.microsoft.com/office/drawing/2014/main" id="{F5FCDA4F-39E8-1B34-6039-23A6929D29CF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1">
              <a:extLst>
                <a:ext uri="{FF2B5EF4-FFF2-40B4-BE49-F238E27FC236}">
                  <a16:creationId xmlns:a16="http://schemas.microsoft.com/office/drawing/2014/main" id="{BBDB3D9B-C250-7032-0ACC-7C5B8B0FAD88}"/>
                </a:ext>
              </a:extLst>
            </p:cNvPr>
            <p:cNvSpPr/>
            <p:nvPr/>
          </p:nvSpPr>
          <p:spPr>
            <a:xfrm>
              <a:off x="8765334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6">
              <a:extLst>
                <a:ext uri="{FF2B5EF4-FFF2-40B4-BE49-F238E27FC236}">
                  <a16:creationId xmlns:a16="http://schemas.microsoft.com/office/drawing/2014/main" id="{F7A11193-8342-CC7D-4893-9DA72119E1F8}"/>
                </a:ext>
              </a:extLst>
            </p:cNvPr>
            <p:cNvSpPr/>
            <p:nvPr userDrawn="1"/>
          </p:nvSpPr>
          <p:spPr>
            <a:xfrm rot="18900000" flipH="1">
              <a:off x="7939042" y="32544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7">
              <a:extLst>
                <a:ext uri="{FF2B5EF4-FFF2-40B4-BE49-F238E27FC236}">
                  <a16:creationId xmlns:a16="http://schemas.microsoft.com/office/drawing/2014/main" id="{A3F6D955-1692-3320-C7CD-A1960CC43330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 dirty="0"/>
            </a:p>
          </p:txBody>
        </p:sp>
        <p:sp>
          <p:nvSpPr>
            <p:cNvPr id="20" name="Vrije vorm: vorm 18">
              <a:extLst>
                <a:ext uri="{FF2B5EF4-FFF2-40B4-BE49-F238E27FC236}">
                  <a16:creationId xmlns:a16="http://schemas.microsoft.com/office/drawing/2014/main" id="{23AF75C3-7660-CDC9-64BF-2397504B838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894260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urful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9DE4-34A8-6015-30D9-04F6F47C0A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1947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52EB2AD-0448-9FA2-2FA3-F449EC1693EF}"/>
              </a:ext>
            </a:extLst>
          </p:cNvPr>
          <p:cNvSpPr/>
          <p:nvPr/>
        </p:nvSpPr>
        <p:spPr>
          <a:xfrm rot="13500000">
            <a:off x="7955931" y="3763779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85976D-EE45-AE2D-287E-345B5F157F96}"/>
              </a:ext>
            </a:extLst>
          </p:cNvPr>
          <p:cNvSpPr/>
          <p:nvPr/>
        </p:nvSpPr>
        <p:spPr>
          <a:xfrm>
            <a:off x="7621148" y="2286742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CB21A53-6FB1-525B-E4F0-F59E8EDA975E}"/>
              </a:ext>
            </a:extLst>
          </p:cNvPr>
          <p:cNvSpPr/>
          <p:nvPr/>
        </p:nvSpPr>
        <p:spPr>
          <a:xfrm>
            <a:off x="7621148" y="0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835CE72-ED67-FFB3-4AF2-B219E802D267}"/>
              </a:ext>
            </a:extLst>
          </p:cNvPr>
          <p:cNvSpPr/>
          <p:nvPr/>
        </p:nvSpPr>
        <p:spPr>
          <a:xfrm>
            <a:off x="9907174" y="4571739"/>
            <a:ext cx="2286025" cy="1143013"/>
          </a:xfrm>
          <a:custGeom>
            <a:avLst/>
            <a:gdLst>
              <a:gd name="connsiteX0" fmla="*/ 2286026 w 2286025"/>
              <a:gd name="connsiteY0" fmla="*/ 1143012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0FB8D35-F14F-4A1B-A129-BCD790B43475}"/>
              </a:ext>
            </a:extLst>
          </p:cNvPr>
          <p:cNvSpPr/>
          <p:nvPr/>
        </p:nvSpPr>
        <p:spPr>
          <a:xfrm>
            <a:off x="9907174" y="1142451"/>
            <a:ext cx="2286025" cy="1143013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C9D5A06-4B5F-5150-061F-8455585C64F0}"/>
              </a:ext>
            </a:extLst>
          </p:cNvPr>
          <p:cNvSpPr/>
          <p:nvPr/>
        </p:nvSpPr>
        <p:spPr>
          <a:xfrm>
            <a:off x="9907168" y="2285706"/>
            <a:ext cx="2286036" cy="2286039"/>
          </a:xfrm>
          <a:custGeom>
            <a:avLst/>
            <a:gdLst>
              <a:gd name="connsiteX0" fmla="*/ 2286033 w 2286036"/>
              <a:gd name="connsiteY0" fmla="*/ 0 h 2286039"/>
              <a:gd name="connsiteX1" fmla="*/ 2286037 w 2286036"/>
              <a:gd name="connsiteY1" fmla="*/ 2286036 h 2286039"/>
              <a:gd name="connsiteX2" fmla="*/ 0 w 2286036"/>
              <a:gd name="connsiteY2" fmla="*/ 2286039 h 2286039"/>
              <a:gd name="connsiteX3" fmla="*/ 2286033 w 2286036"/>
              <a:gd name="connsiteY3" fmla="*/ 0 h 228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6" h="2286039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995" y="281884"/>
            <a:ext cx="914400" cy="4857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769654-84DF-F3A4-AA96-CF3AB34A9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ijdelijke aanduiding voor tekst 26">
            <a:extLst>
              <a:ext uri="{FF2B5EF4-FFF2-40B4-BE49-F238E27FC236}">
                <a16:creationId xmlns:a16="http://schemas.microsoft.com/office/drawing/2014/main" id="{B0AC4634-2567-5C02-64AA-03E99D275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4F83EB-068C-DEF0-6261-68679FF0E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2FC02C50-EA58-B185-F07D-13121035B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D1E4F7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  <p:sp>
        <p:nvSpPr>
          <p:cNvPr id="11" name="Picture Placeholder 342">
            <a:extLst>
              <a:ext uri="{FF2B5EF4-FFF2-40B4-BE49-F238E27FC236}">
                <a16:creationId xmlns:a16="http://schemas.microsoft.com/office/drawing/2014/main" id="{1C69DBB6-CB01-17DC-A53A-3AD090FDE7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3525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 end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B92E722-A1F2-E192-63DB-1754A87ED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EB7A8C9-A0CF-CA2C-72EC-3DAFC8609B0F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99869FA-D253-8BB4-38AA-1B852323535C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C35772DD-53DE-CFEB-1FAC-4D509FC0FA36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EBF7AA89-4192-DE80-15A1-6176A69496A6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CA819EA-8739-A14D-2D18-5C32F4FF0FED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F369B62F-76FA-B585-4EB8-4F2B669BB002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54444B7-1442-E4D6-0F66-19D1AF25DD78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B9542184-1726-825C-0E63-9970ACBF8780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338163DE-406C-D74C-77C8-EB0938CE5415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D4AA38CC-0CF1-283A-A334-0A47D8A86A74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: vorm 38">
              <a:extLst>
                <a:ext uri="{FF2B5EF4-FFF2-40B4-BE49-F238E27FC236}">
                  <a16:creationId xmlns:a16="http://schemas.microsoft.com/office/drawing/2014/main" id="{A9CE4EB0-A0FC-4DF3-14C1-33C6C336355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5721DBB0-BD72-473D-5AEA-59403DC4F6B8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128215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AE88-3FEC-89FE-0362-66D96E3C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72628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FC3B-9EC7-1340-524C-DF707D0F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63CE-2897-9F64-A5C3-02628C0464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5354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D526F1-EF5F-C379-28A4-1F3EFEFE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575569-F224-9A43-172D-0BE738F351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923B97E-728A-EA5A-6DBA-70537DEB0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1685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3648548-5641-5B2A-5101-3E3091B69A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97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7A5706-976A-D89B-951F-6A97BA5FAEF2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673E151-F661-602B-4DB9-9213B6E4C2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5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8847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9DE4-34A8-6015-30D9-04F6F47C0A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9840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84204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ep 39">
            <a:extLst>
              <a:ext uri="{FF2B5EF4-FFF2-40B4-BE49-F238E27FC236}">
                <a16:creationId xmlns:a16="http://schemas.microsoft.com/office/drawing/2014/main" id="{CEECD2BF-9A47-1D71-56C2-A9741D6E7672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522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08660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B92E722-A1F2-E192-63DB-1754A87ED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EB7A8C9-A0CF-CA2C-72EC-3DAFC8609B0F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99869FA-D253-8BB4-38AA-1B852323535C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C35772DD-53DE-CFEB-1FAC-4D509FC0FA36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EBF7AA89-4192-DE80-15A1-6176A69496A6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CA819EA-8739-A14D-2D18-5C32F4FF0FED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F369B62F-76FA-B585-4EB8-4F2B669BB002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54444B7-1442-E4D6-0F66-19D1AF25DD78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B9542184-1726-825C-0E63-9970ACBF8780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338163DE-406C-D74C-77C8-EB0938CE5415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D4AA38CC-0CF1-283A-A334-0A47D8A86A74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: vorm 38">
              <a:extLst>
                <a:ext uri="{FF2B5EF4-FFF2-40B4-BE49-F238E27FC236}">
                  <a16:creationId xmlns:a16="http://schemas.microsoft.com/office/drawing/2014/main" id="{A9CE4EB0-A0FC-4DF3-14C1-33C6C336355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5721DBB0-BD72-473D-5AEA-59403DC4F6B8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046726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344F64-DFA3-C8F2-98AA-971E78FA9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94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pal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03BE2AEF-851A-5CD3-F0D8-384DEFC40B29}"/>
              </a:ext>
            </a:extLst>
          </p:cNvPr>
          <p:cNvGrpSpPr/>
          <p:nvPr userDrawn="1"/>
        </p:nvGrpSpPr>
        <p:grpSpPr>
          <a:xfrm>
            <a:off x="7727993" y="852615"/>
            <a:ext cx="1157989" cy="1157751"/>
            <a:chOff x="6246746" y="852615"/>
            <a:chExt cx="1157989" cy="115775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370A9F6-178A-6C40-AAE5-A0127F8A31B1}"/>
                </a:ext>
              </a:extLst>
            </p:cNvPr>
            <p:cNvSpPr/>
            <p:nvPr/>
          </p:nvSpPr>
          <p:spPr>
            <a:xfrm>
              <a:off x="6246984" y="852615"/>
              <a:ext cx="1157751" cy="1157751"/>
            </a:xfrm>
            <a:prstGeom prst="rect">
              <a:avLst/>
            </a:prstGeom>
            <a:solidFill>
              <a:srgbClr val="E82E4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69B011D-1DEE-E404-69B6-5C75F07D3FD4}"/>
                </a:ext>
              </a:extLst>
            </p:cNvPr>
            <p:cNvSpPr txBox="1"/>
            <p:nvPr/>
          </p:nvSpPr>
          <p:spPr>
            <a:xfrm>
              <a:off x="6246746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Cherry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E83050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232, 48, 80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B6A635A-AB98-F359-EA06-A2380BC0242E}"/>
              </a:ext>
            </a:extLst>
          </p:cNvPr>
          <p:cNvGrpSpPr/>
          <p:nvPr userDrawn="1"/>
        </p:nvGrpSpPr>
        <p:grpSpPr>
          <a:xfrm>
            <a:off x="10675254" y="852615"/>
            <a:ext cx="1157752" cy="1157751"/>
            <a:chOff x="7724864" y="852615"/>
            <a:chExt cx="1157752" cy="1157751"/>
          </a:xfrm>
          <a:solidFill>
            <a:srgbClr val="FBB60C"/>
          </a:solidFill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AD41EB8-BB22-9019-2DCB-E7053829C9D6}"/>
                </a:ext>
              </a:extLst>
            </p:cNvPr>
            <p:cNvSpPr/>
            <p:nvPr/>
          </p:nvSpPr>
          <p:spPr>
            <a:xfrm>
              <a:off x="772486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4C0BA3-E1D1-F65F-323E-E2D6C8EA0E22}"/>
                </a:ext>
              </a:extLst>
            </p:cNvPr>
            <p:cNvSpPr txBox="1"/>
            <p:nvPr/>
          </p:nvSpPr>
          <p:spPr>
            <a:xfrm>
              <a:off x="7724864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Yellow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F9B418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249, 180, 24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E28DA9-FFD3-5316-B8C4-D36BC8A98B8B}"/>
              </a:ext>
            </a:extLst>
          </p:cNvPr>
          <p:cNvGrpSpPr/>
          <p:nvPr userDrawn="1"/>
        </p:nvGrpSpPr>
        <p:grpSpPr>
          <a:xfrm>
            <a:off x="9183274" y="852615"/>
            <a:ext cx="1166884" cy="1157751"/>
            <a:chOff x="9193612" y="852615"/>
            <a:chExt cx="1166884" cy="1157751"/>
          </a:xfrm>
          <a:solidFill>
            <a:srgbClr val="00A042"/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79EC7CD-6613-125B-C862-21D21C87A887}"/>
                </a:ext>
              </a:extLst>
            </p:cNvPr>
            <p:cNvSpPr/>
            <p:nvPr/>
          </p:nvSpPr>
          <p:spPr>
            <a:xfrm>
              <a:off x="920274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AD69E9D-9166-F09A-AD4D-1DF929FCBAA5}"/>
                </a:ext>
              </a:extLst>
            </p:cNvPr>
            <p:cNvSpPr txBox="1"/>
            <p:nvPr/>
          </p:nvSpPr>
          <p:spPr>
            <a:xfrm>
              <a:off x="9193612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Green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00A14A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0, 161, 74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DC910A6-D2E5-6526-DF78-89680E712716}"/>
              </a:ext>
            </a:extLst>
          </p:cNvPr>
          <p:cNvGrpSpPr/>
          <p:nvPr userDrawn="1"/>
        </p:nvGrpSpPr>
        <p:grpSpPr>
          <a:xfrm>
            <a:off x="6240609" y="852615"/>
            <a:ext cx="1180805" cy="1157751"/>
            <a:chOff x="10657810" y="852615"/>
            <a:chExt cx="1180805" cy="1157751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24B9CE7-3F0A-81EA-6575-92A32D3C5360}"/>
                </a:ext>
              </a:extLst>
            </p:cNvPr>
            <p:cNvSpPr/>
            <p:nvPr/>
          </p:nvSpPr>
          <p:spPr>
            <a:xfrm>
              <a:off x="10680864" y="852615"/>
              <a:ext cx="1157751" cy="1157751"/>
            </a:xfrm>
            <a:prstGeom prst="rect">
              <a:avLst/>
            </a:prstGeom>
            <a:solidFill>
              <a:srgbClr val="123F9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70FBF5-3D21-CCF2-0900-68911790F7B3}"/>
                </a:ext>
              </a:extLst>
            </p:cNvPr>
            <p:cNvSpPr txBox="1"/>
            <p:nvPr/>
          </p:nvSpPr>
          <p:spPr>
            <a:xfrm>
              <a:off x="10657810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Blue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1F448F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31, 68, 143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7A4AD49-940C-1CE8-4A79-3ED82C54DD37}"/>
              </a:ext>
            </a:extLst>
          </p:cNvPr>
          <p:cNvGrpSpPr/>
          <p:nvPr userDrawn="1"/>
        </p:nvGrpSpPr>
        <p:grpSpPr>
          <a:xfrm>
            <a:off x="7727993" y="2290431"/>
            <a:ext cx="1157989" cy="1157751"/>
            <a:chOff x="6246746" y="2290431"/>
            <a:chExt cx="1157989" cy="1157751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C1F798C-CDEA-7805-0D73-0390355E879D}"/>
                </a:ext>
              </a:extLst>
            </p:cNvPr>
            <p:cNvSpPr/>
            <p:nvPr/>
          </p:nvSpPr>
          <p:spPr>
            <a:xfrm>
              <a:off x="6246984" y="2290431"/>
              <a:ext cx="1157751" cy="1157751"/>
            </a:xfrm>
            <a:prstGeom prst="rect">
              <a:avLst/>
            </a:prstGeom>
            <a:solidFill>
              <a:srgbClr val="EC4D6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93154A9-0542-45AA-A58F-4F9D60D9556D}"/>
                </a:ext>
              </a:extLst>
            </p:cNvPr>
            <p:cNvSpPr txBox="1"/>
            <p:nvPr/>
          </p:nvSpPr>
          <p:spPr>
            <a:xfrm>
              <a:off x="6246746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EC4D6A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77, 106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DDD5F8A-9650-3E67-03E9-A44A8D246515}"/>
              </a:ext>
            </a:extLst>
          </p:cNvPr>
          <p:cNvGrpSpPr/>
          <p:nvPr userDrawn="1"/>
        </p:nvGrpSpPr>
        <p:grpSpPr>
          <a:xfrm>
            <a:off x="10675254" y="2290431"/>
            <a:ext cx="1157752" cy="1157751"/>
            <a:chOff x="7724864" y="2290431"/>
            <a:chExt cx="1157752" cy="1157751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35E3A8B-32E8-80FF-2BCE-7C0B28E93AE6}"/>
                </a:ext>
              </a:extLst>
            </p:cNvPr>
            <p:cNvSpPr/>
            <p:nvPr/>
          </p:nvSpPr>
          <p:spPr>
            <a:xfrm>
              <a:off x="7724865" y="2290431"/>
              <a:ext cx="1157751" cy="1157751"/>
            </a:xfrm>
            <a:prstGeom prst="rect">
              <a:avLst/>
            </a:prstGeom>
            <a:solidFill>
              <a:srgbClr val="FCC847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6984E9C-5CF9-5204-862A-063B101D67CF}"/>
                </a:ext>
              </a:extLst>
            </p:cNvPr>
            <p:cNvSpPr txBox="1"/>
            <p:nvPr/>
          </p:nvSpPr>
          <p:spPr>
            <a:xfrm>
              <a:off x="7724864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FCC747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252, 199, 71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170E26A-C809-3B16-2B18-6695D0019F48}"/>
              </a:ext>
            </a:extLst>
          </p:cNvPr>
          <p:cNvGrpSpPr/>
          <p:nvPr userDrawn="1"/>
        </p:nvGrpSpPr>
        <p:grpSpPr>
          <a:xfrm>
            <a:off x="9183274" y="2290431"/>
            <a:ext cx="1166884" cy="1157751"/>
            <a:chOff x="9193612" y="2290431"/>
            <a:chExt cx="1166884" cy="1157751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A43E915-8824-1770-C539-C04DE445F3FB}"/>
                </a:ext>
              </a:extLst>
            </p:cNvPr>
            <p:cNvSpPr/>
            <p:nvPr/>
          </p:nvSpPr>
          <p:spPr>
            <a:xfrm>
              <a:off x="9202745" y="2290431"/>
              <a:ext cx="1157751" cy="1157751"/>
            </a:xfrm>
            <a:prstGeom prst="rect">
              <a:avLst/>
            </a:prstGeom>
            <a:solidFill>
              <a:srgbClr val="24AF5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52372A-4EEA-80F2-56A1-C8111D1F1F63}"/>
                </a:ext>
              </a:extLst>
            </p:cNvPr>
            <p:cNvSpPr txBox="1"/>
            <p:nvPr/>
          </p:nvSpPr>
          <p:spPr>
            <a:xfrm>
              <a:off x="9193612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1AAF5E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26, 175, 94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3938410-BDC1-E842-2088-B9E908CD5E48}"/>
              </a:ext>
            </a:extLst>
          </p:cNvPr>
          <p:cNvGrpSpPr/>
          <p:nvPr userDrawn="1"/>
        </p:nvGrpSpPr>
        <p:grpSpPr>
          <a:xfrm>
            <a:off x="6240609" y="2290431"/>
            <a:ext cx="1180805" cy="1157751"/>
            <a:chOff x="10657810" y="2290431"/>
            <a:chExt cx="1180805" cy="115775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804E110-8C8A-F5CC-0126-00AA6436A625}"/>
                </a:ext>
              </a:extLst>
            </p:cNvPr>
            <p:cNvSpPr/>
            <p:nvPr/>
          </p:nvSpPr>
          <p:spPr>
            <a:xfrm>
              <a:off x="10680864" y="2290431"/>
              <a:ext cx="1157751" cy="1157751"/>
            </a:xfrm>
            <a:prstGeom prst="rect">
              <a:avLst/>
            </a:prstGeom>
            <a:solidFill>
              <a:srgbClr val="295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AFEC10C-8651-8819-CDB9-4534B70B6824}"/>
                </a:ext>
              </a:extLst>
            </p:cNvPr>
            <p:cNvSpPr txBox="1"/>
            <p:nvPr/>
          </p:nvSpPr>
          <p:spPr>
            <a:xfrm>
              <a:off x="10657810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24539F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36, 83, 159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D009F3D-7D88-8AC0-1F3B-FB1B83D7B84E}"/>
              </a:ext>
            </a:extLst>
          </p:cNvPr>
          <p:cNvGrpSpPr/>
          <p:nvPr userDrawn="1"/>
        </p:nvGrpSpPr>
        <p:grpSpPr>
          <a:xfrm>
            <a:off x="7727993" y="3728247"/>
            <a:ext cx="1157989" cy="1157751"/>
            <a:chOff x="6246746" y="3728247"/>
            <a:chExt cx="1157989" cy="1157751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18608CD-CD48-4981-82AF-6E3EC6A7B226}"/>
                </a:ext>
              </a:extLst>
            </p:cNvPr>
            <p:cNvSpPr/>
            <p:nvPr/>
          </p:nvSpPr>
          <p:spPr>
            <a:xfrm>
              <a:off x="6246984" y="3728247"/>
              <a:ext cx="1157751" cy="1157751"/>
            </a:xfrm>
            <a:prstGeom prst="rect">
              <a:avLst/>
            </a:prstGeom>
            <a:solidFill>
              <a:srgbClr val="F6AAB9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CFC2645-DC48-B2F6-D1F4-B9225B822761}"/>
                </a:ext>
              </a:extLst>
            </p:cNvPr>
            <p:cNvSpPr txBox="1"/>
            <p:nvPr/>
          </p:nvSpPr>
          <p:spPr>
            <a:xfrm>
              <a:off x="6246746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F6AAB9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246, 170, 185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3049C6E-01B4-8060-D48F-D1CBD3025DBD}"/>
              </a:ext>
            </a:extLst>
          </p:cNvPr>
          <p:cNvGrpSpPr/>
          <p:nvPr userDrawn="1"/>
        </p:nvGrpSpPr>
        <p:grpSpPr>
          <a:xfrm>
            <a:off x="10675254" y="3728247"/>
            <a:ext cx="1157752" cy="1157751"/>
            <a:chOff x="7724864" y="3728247"/>
            <a:chExt cx="1157752" cy="1157751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4A9CA36-CEBD-419F-9812-7C42EB7EEF98}"/>
                </a:ext>
              </a:extLst>
            </p:cNvPr>
            <p:cNvSpPr/>
            <p:nvPr/>
          </p:nvSpPr>
          <p:spPr>
            <a:xfrm>
              <a:off x="7724865" y="3728247"/>
              <a:ext cx="1157751" cy="1157751"/>
            </a:xfrm>
            <a:prstGeom prst="rect">
              <a:avLst/>
            </a:prstGeom>
            <a:solidFill>
              <a:srgbClr val="FEE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8F0623-5C87-922A-FAD7-6772B982BDD7}"/>
                </a:ext>
              </a:extLst>
            </p:cNvPr>
            <p:cNvSpPr txBox="1"/>
            <p:nvPr/>
          </p:nvSpPr>
          <p:spPr>
            <a:xfrm>
              <a:off x="7724864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FCE39B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227, 155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E2E373A-6727-2E08-B8F3-4E59CEBAEE00}"/>
              </a:ext>
            </a:extLst>
          </p:cNvPr>
          <p:cNvGrpSpPr/>
          <p:nvPr userDrawn="1"/>
        </p:nvGrpSpPr>
        <p:grpSpPr>
          <a:xfrm>
            <a:off x="9183274" y="3728247"/>
            <a:ext cx="1166884" cy="1157751"/>
            <a:chOff x="9193612" y="3728247"/>
            <a:chExt cx="1166884" cy="1157751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7908CCF-3634-5E7C-E71E-66D89FE904FD}"/>
                </a:ext>
              </a:extLst>
            </p:cNvPr>
            <p:cNvSpPr/>
            <p:nvPr/>
          </p:nvSpPr>
          <p:spPr>
            <a:xfrm>
              <a:off x="9202745" y="3728247"/>
              <a:ext cx="1157751" cy="1157751"/>
            </a:xfrm>
            <a:prstGeom prst="rect">
              <a:avLst/>
            </a:prstGeom>
            <a:solidFill>
              <a:srgbClr val="9AD9B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485EC48-9AA9-4CBF-A780-980B25308F32}"/>
                </a:ext>
              </a:extLst>
            </p:cNvPr>
            <p:cNvSpPr txBox="1"/>
            <p:nvPr/>
          </p:nvSpPr>
          <p:spPr>
            <a:xfrm>
              <a:off x="9193612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9BD3B3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155, 211, 179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869230E-2142-F51D-0FD0-64A78B69E64B}"/>
              </a:ext>
            </a:extLst>
          </p:cNvPr>
          <p:cNvGrpSpPr/>
          <p:nvPr userDrawn="1"/>
        </p:nvGrpSpPr>
        <p:grpSpPr>
          <a:xfrm>
            <a:off x="6240609" y="3728247"/>
            <a:ext cx="1180805" cy="1157751"/>
            <a:chOff x="10657810" y="3728247"/>
            <a:chExt cx="1180805" cy="1157751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1B82D66-E377-EBDA-E8B9-F5C832CD7F6B}"/>
                </a:ext>
              </a:extLst>
            </p:cNvPr>
            <p:cNvSpPr/>
            <p:nvPr/>
          </p:nvSpPr>
          <p:spPr>
            <a:xfrm>
              <a:off x="10680864" y="3728247"/>
              <a:ext cx="1157751" cy="1157751"/>
            </a:xfrm>
            <a:prstGeom prst="rect">
              <a:avLst/>
            </a:prstGeom>
            <a:solidFill>
              <a:srgbClr val="A0B2D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FCBB728-3951-5C1C-62F5-26C1AE97F0C0}"/>
                </a:ext>
              </a:extLst>
            </p:cNvPr>
            <p:cNvSpPr txBox="1"/>
            <p:nvPr/>
          </p:nvSpPr>
          <p:spPr>
            <a:xfrm>
              <a:off x="10657810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A1B2D5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161, 178, 213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23DB28C-ABC4-2C05-2DAE-6A29628DFCC3}"/>
              </a:ext>
            </a:extLst>
          </p:cNvPr>
          <p:cNvGrpSpPr/>
          <p:nvPr userDrawn="1"/>
        </p:nvGrpSpPr>
        <p:grpSpPr>
          <a:xfrm>
            <a:off x="7727993" y="5166063"/>
            <a:ext cx="1157989" cy="1157751"/>
            <a:chOff x="6246746" y="5166063"/>
            <a:chExt cx="1157989" cy="115775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B0CDA3E-5E9E-055D-CAC4-8B4ED630879B}"/>
                </a:ext>
              </a:extLst>
            </p:cNvPr>
            <p:cNvSpPr/>
            <p:nvPr/>
          </p:nvSpPr>
          <p:spPr>
            <a:xfrm>
              <a:off x="6246984" y="5166063"/>
              <a:ext cx="1157751" cy="1157751"/>
            </a:xfrm>
            <a:prstGeom prst="rect">
              <a:avLst/>
            </a:prstGeom>
            <a:solidFill>
              <a:srgbClr val="FDE3E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33C72BC-C7BF-6DC4-74A6-01E3A6C05957}"/>
                </a:ext>
              </a:extLst>
            </p:cNvPr>
            <p:cNvSpPr txBox="1"/>
            <p:nvPr/>
          </p:nvSpPr>
          <p:spPr>
            <a:xfrm>
              <a:off x="6246746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FCE3E6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252, 227, 230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DB6025-8834-49DA-097D-5ED53D43A56E}"/>
              </a:ext>
            </a:extLst>
          </p:cNvPr>
          <p:cNvGrpSpPr/>
          <p:nvPr userDrawn="1"/>
        </p:nvGrpSpPr>
        <p:grpSpPr>
          <a:xfrm>
            <a:off x="10675254" y="5166063"/>
            <a:ext cx="1157752" cy="1157751"/>
            <a:chOff x="7724864" y="5166063"/>
            <a:chExt cx="1157752" cy="1157751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187A1F1-6851-A6A0-B99F-B743F3DDB93E}"/>
                </a:ext>
              </a:extLst>
            </p:cNvPr>
            <p:cNvSpPr/>
            <p:nvPr/>
          </p:nvSpPr>
          <p:spPr>
            <a:xfrm>
              <a:off x="7724865" y="5166063"/>
              <a:ext cx="1157751" cy="1157751"/>
            </a:xfrm>
            <a:prstGeom prst="rect">
              <a:avLst/>
            </a:prstGeom>
            <a:solidFill>
              <a:srgbClr val="FEF4C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54B9D6B-3130-FC8F-1CA0-995392C9BEDE}"/>
                </a:ext>
              </a:extLst>
            </p:cNvPr>
            <p:cNvSpPr txBox="1"/>
            <p:nvPr/>
          </p:nvSpPr>
          <p:spPr>
            <a:xfrm>
              <a:off x="7724864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FEF4CF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244, 207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1DFDE82-8AC3-129D-9AD2-786B5D303298}"/>
              </a:ext>
            </a:extLst>
          </p:cNvPr>
          <p:cNvGrpSpPr/>
          <p:nvPr userDrawn="1"/>
        </p:nvGrpSpPr>
        <p:grpSpPr>
          <a:xfrm>
            <a:off x="9183274" y="5166063"/>
            <a:ext cx="1166884" cy="1157751"/>
            <a:chOff x="9193612" y="5166063"/>
            <a:chExt cx="1166884" cy="115775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BCC0CEC-82BC-8865-EAF3-4F5C0B8B2D80}"/>
                </a:ext>
              </a:extLst>
            </p:cNvPr>
            <p:cNvSpPr/>
            <p:nvPr/>
          </p:nvSpPr>
          <p:spPr>
            <a:xfrm>
              <a:off x="9202745" y="5166063"/>
              <a:ext cx="1157751" cy="1157751"/>
            </a:xfrm>
            <a:prstGeom prst="rect">
              <a:avLst/>
            </a:prstGeom>
            <a:solidFill>
              <a:srgbClr val="D2EFD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4E3C415-5EFB-9DC5-8CEB-21D7C9034C30}"/>
                </a:ext>
              </a:extLst>
            </p:cNvPr>
            <p:cNvSpPr txBox="1"/>
            <p:nvPr/>
          </p:nvSpPr>
          <p:spPr>
            <a:xfrm>
              <a:off x="9193612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D1EAD9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209, 234, 217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C63C23-5AA2-310A-D204-F2CB361979F9}"/>
              </a:ext>
            </a:extLst>
          </p:cNvPr>
          <p:cNvGrpSpPr/>
          <p:nvPr userDrawn="1"/>
        </p:nvGrpSpPr>
        <p:grpSpPr>
          <a:xfrm>
            <a:off x="6240609" y="5166063"/>
            <a:ext cx="1180805" cy="1157751"/>
            <a:chOff x="10657810" y="5166063"/>
            <a:chExt cx="1180805" cy="115775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04BC2A1-D5F2-F6FB-86E9-6EDB478030EA}"/>
                </a:ext>
              </a:extLst>
            </p:cNvPr>
            <p:cNvSpPr/>
            <p:nvPr/>
          </p:nvSpPr>
          <p:spPr>
            <a:xfrm>
              <a:off x="10680864" y="5166063"/>
              <a:ext cx="1157751" cy="1157751"/>
            </a:xfrm>
            <a:prstGeom prst="rect">
              <a:avLst/>
            </a:prstGeom>
            <a:solidFill>
              <a:srgbClr val="D4DCE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9CA65C7-2085-FBBA-8AF6-F6240BCCF342}"/>
                </a:ext>
              </a:extLst>
            </p:cNvPr>
            <p:cNvSpPr txBox="1"/>
            <p:nvPr/>
          </p:nvSpPr>
          <p:spPr>
            <a:xfrm>
              <a:off x="10657810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D5DBEC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213, 219, 236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8BE84A4-5356-F112-1276-A189ABCDFF1F}"/>
              </a:ext>
            </a:extLst>
          </p:cNvPr>
          <p:cNvGrpSpPr/>
          <p:nvPr userDrawn="1"/>
        </p:nvGrpSpPr>
        <p:grpSpPr>
          <a:xfrm>
            <a:off x="1836087" y="853399"/>
            <a:ext cx="1157751" cy="1157586"/>
            <a:chOff x="376439" y="853399"/>
            <a:chExt cx="1157751" cy="1157586"/>
          </a:xfrm>
          <a:solidFill>
            <a:srgbClr val="ED631C"/>
          </a:solidFill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CA3E6DD-C25E-5425-FE61-EBCD7F2C2CCA}"/>
                </a:ext>
              </a:extLst>
            </p:cNvPr>
            <p:cNvSpPr/>
            <p:nvPr/>
          </p:nvSpPr>
          <p:spPr>
            <a:xfrm>
              <a:off x="376439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2526494-F7B5-DB10-576E-A926A6DB464B}"/>
                </a:ext>
              </a:extLst>
            </p:cNvPr>
            <p:cNvSpPr txBox="1"/>
            <p:nvPr/>
          </p:nvSpPr>
          <p:spPr>
            <a:xfrm>
              <a:off x="376439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Orange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EC6523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101, 35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FB0C566-C72E-E547-F3EC-7593458834E5}"/>
              </a:ext>
            </a:extLst>
          </p:cNvPr>
          <p:cNvGrpSpPr/>
          <p:nvPr userDrawn="1"/>
        </p:nvGrpSpPr>
        <p:grpSpPr>
          <a:xfrm>
            <a:off x="370600" y="853399"/>
            <a:ext cx="1171671" cy="1157586"/>
            <a:chOff x="1840637" y="853399"/>
            <a:chExt cx="1171671" cy="1157586"/>
          </a:xfrm>
          <a:solidFill>
            <a:srgbClr val="01A2A6"/>
          </a:solidFill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4158118-CA67-7346-5541-45893722E9B6}"/>
                </a:ext>
              </a:extLst>
            </p:cNvPr>
            <p:cNvSpPr/>
            <p:nvPr/>
          </p:nvSpPr>
          <p:spPr>
            <a:xfrm>
              <a:off x="1840637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4E2B194-49B2-0E16-FEB7-A9090B505705}"/>
                </a:ext>
              </a:extLst>
            </p:cNvPr>
            <p:cNvSpPr txBox="1"/>
            <p:nvPr/>
          </p:nvSpPr>
          <p:spPr>
            <a:xfrm>
              <a:off x="1854557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Aqua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02A2A7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2, 162, 167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544D0E7-2034-C616-E0D2-968F4754DF2C}"/>
              </a:ext>
            </a:extLst>
          </p:cNvPr>
          <p:cNvGrpSpPr/>
          <p:nvPr userDrawn="1"/>
        </p:nvGrpSpPr>
        <p:grpSpPr>
          <a:xfrm>
            <a:off x="3304834" y="853399"/>
            <a:ext cx="1176222" cy="1157586"/>
            <a:chOff x="3304834" y="853399"/>
            <a:chExt cx="1176222" cy="1157586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EBB3453-6E71-7237-4A8C-1CF311539BF9}"/>
                </a:ext>
              </a:extLst>
            </p:cNvPr>
            <p:cNvSpPr/>
            <p:nvPr/>
          </p:nvSpPr>
          <p:spPr>
            <a:xfrm>
              <a:off x="3304834" y="853399"/>
              <a:ext cx="1157585" cy="1157586"/>
            </a:xfrm>
            <a:prstGeom prst="rect">
              <a:avLst/>
            </a:prstGeom>
            <a:solidFill>
              <a:srgbClr val="68398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C5EA518-1EE0-15FF-2F3C-5B211954AB69}"/>
                </a:ext>
              </a:extLst>
            </p:cNvPr>
            <p:cNvSpPr txBox="1"/>
            <p:nvPr/>
          </p:nvSpPr>
          <p:spPr>
            <a:xfrm>
              <a:off x="3323305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Purple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693A91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105, 58, 145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6213278-3DD3-93F9-8010-A3BFC6B1133F}"/>
              </a:ext>
            </a:extLst>
          </p:cNvPr>
          <p:cNvGrpSpPr/>
          <p:nvPr userDrawn="1"/>
        </p:nvGrpSpPr>
        <p:grpSpPr>
          <a:xfrm>
            <a:off x="4769032" y="853399"/>
            <a:ext cx="1176222" cy="1157586"/>
            <a:chOff x="4769032" y="853399"/>
            <a:chExt cx="1176222" cy="1157586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32ED0CB-4AE3-1661-7B0C-A74CE2F6DF3C}"/>
                </a:ext>
              </a:extLst>
            </p:cNvPr>
            <p:cNvSpPr/>
            <p:nvPr/>
          </p:nvSpPr>
          <p:spPr>
            <a:xfrm>
              <a:off x="4769032" y="853399"/>
              <a:ext cx="1157585" cy="1157586"/>
            </a:xfrm>
            <a:prstGeom prst="rect">
              <a:avLst/>
            </a:prstGeom>
            <a:solidFill>
              <a:srgbClr val="14274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DF27954-9E14-C213-CCFC-68AC2BFBA64F}"/>
                </a:ext>
              </a:extLst>
            </p:cNvPr>
            <p:cNvSpPr txBox="1"/>
            <p:nvPr/>
          </p:nvSpPr>
          <p:spPr>
            <a:xfrm>
              <a:off x="4787503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Navy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14274C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20, 39, 76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690DB03-8432-6690-25C5-9FFFAA86A3E2}"/>
              </a:ext>
            </a:extLst>
          </p:cNvPr>
          <p:cNvGrpSpPr/>
          <p:nvPr userDrawn="1"/>
        </p:nvGrpSpPr>
        <p:grpSpPr>
          <a:xfrm>
            <a:off x="1836087" y="2291009"/>
            <a:ext cx="1157751" cy="1157586"/>
            <a:chOff x="376439" y="2291009"/>
            <a:chExt cx="1157751" cy="1157586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8EE2C4A-49E0-DD2E-8410-80F1BE1DCCAC}"/>
                </a:ext>
              </a:extLst>
            </p:cNvPr>
            <p:cNvSpPr/>
            <p:nvPr/>
          </p:nvSpPr>
          <p:spPr>
            <a:xfrm>
              <a:off x="376439" y="2291009"/>
              <a:ext cx="1157585" cy="1157586"/>
            </a:xfrm>
            <a:prstGeom prst="rect">
              <a:avLst/>
            </a:prstGeom>
            <a:solidFill>
              <a:srgbClr val="E9743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D0D9642-3715-34AF-F018-A2492A410634}"/>
                </a:ext>
              </a:extLst>
            </p:cNvPr>
            <p:cNvSpPr txBox="1"/>
            <p:nvPr/>
          </p:nvSpPr>
          <p:spPr>
            <a:xfrm>
              <a:off x="376439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EF7739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239, 119, 57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F7E330F-BBAB-F949-B3ED-C5429A2E46EF}"/>
              </a:ext>
            </a:extLst>
          </p:cNvPr>
          <p:cNvGrpSpPr/>
          <p:nvPr userDrawn="1"/>
        </p:nvGrpSpPr>
        <p:grpSpPr>
          <a:xfrm>
            <a:off x="370600" y="2291009"/>
            <a:ext cx="1171671" cy="1157586"/>
            <a:chOff x="1840637" y="2291009"/>
            <a:chExt cx="1171671" cy="1157586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7C1CA45-88AD-7B1E-EAE6-5AD992FEEB78}"/>
                </a:ext>
              </a:extLst>
            </p:cNvPr>
            <p:cNvSpPr/>
            <p:nvPr/>
          </p:nvSpPr>
          <p:spPr>
            <a:xfrm>
              <a:off x="1840637" y="2291009"/>
              <a:ext cx="1157585" cy="1157586"/>
            </a:xfrm>
            <a:prstGeom prst="rect">
              <a:avLst/>
            </a:prstGeom>
            <a:solidFill>
              <a:srgbClr val="31B5B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38D979B-FD0B-5D36-EA69-305796F87234}"/>
                </a:ext>
              </a:extLst>
            </p:cNvPr>
            <p:cNvSpPr txBox="1"/>
            <p:nvPr/>
          </p:nvSpPr>
          <p:spPr>
            <a:xfrm>
              <a:off x="1854557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29B3B8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41, 179, 184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990B448-1F0E-2C07-995D-48A5D3A38D8C}"/>
              </a:ext>
            </a:extLst>
          </p:cNvPr>
          <p:cNvGrpSpPr/>
          <p:nvPr userDrawn="1"/>
        </p:nvGrpSpPr>
        <p:grpSpPr>
          <a:xfrm>
            <a:off x="3304834" y="2291009"/>
            <a:ext cx="1176222" cy="1157586"/>
            <a:chOff x="3304834" y="2291009"/>
            <a:chExt cx="1176222" cy="1157586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9BCE863-2EC9-F5D7-4061-23C9141B41BD}"/>
                </a:ext>
              </a:extLst>
            </p:cNvPr>
            <p:cNvSpPr/>
            <p:nvPr/>
          </p:nvSpPr>
          <p:spPr>
            <a:xfrm>
              <a:off x="3304834" y="2291009"/>
              <a:ext cx="1157585" cy="1157586"/>
            </a:xfrm>
            <a:prstGeom prst="rect">
              <a:avLst/>
            </a:prstGeom>
            <a:solidFill>
              <a:srgbClr val="784B9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4CB55E9-93D5-67D8-72BD-FDE40B121F5E}"/>
                </a:ext>
              </a:extLst>
            </p:cNvPr>
            <p:cNvSpPr txBox="1"/>
            <p:nvPr/>
          </p:nvSpPr>
          <p:spPr>
            <a:xfrm>
              <a:off x="3323305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784B9A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120, 75, 154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765C52-3FE8-D4BE-1FBD-CC7F546F11B8}"/>
              </a:ext>
            </a:extLst>
          </p:cNvPr>
          <p:cNvGrpSpPr/>
          <p:nvPr userDrawn="1"/>
        </p:nvGrpSpPr>
        <p:grpSpPr>
          <a:xfrm>
            <a:off x="1836087" y="3728619"/>
            <a:ext cx="1157751" cy="1157586"/>
            <a:chOff x="376439" y="3728619"/>
            <a:chExt cx="1157751" cy="1157586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A22ED64-8ABB-762E-EE0B-77B66C15AE6E}"/>
                </a:ext>
              </a:extLst>
            </p:cNvPr>
            <p:cNvSpPr/>
            <p:nvPr/>
          </p:nvSpPr>
          <p:spPr>
            <a:xfrm>
              <a:off x="376439" y="3728619"/>
              <a:ext cx="1157585" cy="1157586"/>
            </a:xfrm>
            <a:prstGeom prst="rect">
              <a:avLst/>
            </a:prstGeom>
            <a:solidFill>
              <a:srgbClr val="F9C1A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51C58B-ED92-28A5-D053-FBD1FDE77364}"/>
                </a:ext>
              </a:extLst>
            </p:cNvPr>
            <p:cNvSpPr txBox="1"/>
            <p:nvPr/>
          </p:nvSpPr>
          <p:spPr>
            <a:xfrm>
              <a:off x="376439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F7C1A3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247, 193, 163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537229-79E4-DB2A-7A02-D05CD44ED788}"/>
              </a:ext>
            </a:extLst>
          </p:cNvPr>
          <p:cNvGrpSpPr/>
          <p:nvPr userDrawn="1"/>
        </p:nvGrpSpPr>
        <p:grpSpPr>
          <a:xfrm>
            <a:off x="370600" y="3728619"/>
            <a:ext cx="1171671" cy="1157586"/>
            <a:chOff x="1840637" y="3728619"/>
            <a:chExt cx="1171671" cy="1157586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74B36FB-E86D-46C6-18B7-600A8187227B}"/>
                </a:ext>
              </a:extLst>
            </p:cNvPr>
            <p:cNvSpPr/>
            <p:nvPr/>
          </p:nvSpPr>
          <p:spPr>
            <a:xfrm>
              <a:off x="1840637" y="3728619"/>
              <a:ext cx="1157585" cy="1157586"/>
            </a:xfrm>
            <a:prstGeom prst="rect">
              <a:avLst/>
            </a:prstGeom>
            <a:solidFill>
              <a:srgbClr val="9ADAD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6F86DF7-38F4-2F3D-BA0A-751189AEBA99}"/>
                </a:ext>
              </a:extLst>
            </p:cNvPr>
            <p:cNvSpPr txBox="1"/>
            <p:nvPr/>
          </p:nvSpPr>
          <p:spPr>
            <a:xfrm>
              <a:off x="1854557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99D7D6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153, 215, 214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5C6CA3C-A79C-5E2B-7D29-0F989207E639}"/>
              </a:ext>
            </a:extLst>
          </p:cNvPr>
          <p:cNvGrpSpPr/>
          <p:nvPr userDrawn="1"/>
        </p:nvGrpSpPr>
        <p:grpSpPr>
          <a:xfrm>
            <a:off x="3304834" y="3728619"/>
            <a:ext cx="1176222" cy="1157586"/>
            <a:chOff x="3304834" y="3728619"/>
            <a:chExt cx="1176222" cy="1157586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F9984DA-8C32-8723-5C76-EE4C91F27324}"/>
                </a:ext>
              </a:extLst>
            </p:cNvPr>
            <p:cNvSpPr/>
            <p:nvPr/>
          </p:nvSpPr>
          <p:spPr>
            <a:xfrm>
              <a:off x="3304834" y="3728619"/>
              <a:ext cx="1157585" cy="1157586"/>
            </a:xfrm>
            <a:prstGeom prst="rect">
              <a:avLst/>
            </a:prstGeom>
            <a:solidFill>
              <a:srgbClr val="C4AFD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F1ED9B7-47F0-AE53-6C13-61B83DC8DB41}"/>
                </a:ext>
              </a:extLst>
            </p:cNvPr>
            <p:cNvSpPr txBox="1"/>
            <p:nvPr/>
          </p:nvSpPr>
          <p:spPr>
            <a:xfrm>
              <a:off x="3323305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C2AFD0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194, 175, 208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3D0E4C7-4B16-823A-BDD0-0B5C63C1CD79}"/>
              </a:ext>
            </a:extLst>
          </p:cNvPr>
          <p:cNvGrpSpPr/>
          <p:nvPr userDrawn="1"/>
        </p:nvGrpSpPr>
        <p:grpSpPr>
          <a:xfrm>
            <a:off x="1836087" y="5166228"/>
            <a:ext cx="1157751" cy="1157586"/>
            <a:chOff x="376439" y="5166228"/>
            <a:chExt cx="1157751" cy="1157586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40E9D31-42AA-019F-A321-BDB9A910CF44}"/>
                </a:ext>
              </a:extLst>
            </p:cNvPr>
            <p:cNvSpPr/>
            <p:nvPr/>
          </p:nvSpPr>
          <p:spPr>
            <a:xfrm>
              <a:off x="376439" y="5166228"/>
              <a:ext cx="1157585" cy="1157586"/>
            </a:xfrm>
            <a:prstGeom prst="rect">
              <a:avLst/>
            </a:prstGeom>
            <a:solidFill>
              <a:srgbClr val="FEE9E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4EE826C-D34C-A7E4-7093-92F8F0E6224C}"/>
                </a:ext>
              </a:extLst>
            </p:cNvPr>
            <p:cNvSpPr txBox="1"/>
            <p:nvPr/>
          </p:nvSpPr>
          <p:spPr>
            <a:xfrm>
              <a:off x="376439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FBE8DF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251, 232, 223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20924E9-8488-7967-6482-4AD78A93DAF9}"/>
              </a:ext>
            </a:extLst>
          </p:cNvPr>
          <p:cNvGrpSpPr/>
          <p:nvPr userDrawn="1"/>
        </p:nvGrpSpPr>
        <p:grpSpPr>
          <a:xfrm>
            <a:off x="370600" y="5166228"/>
            <a:ext cx="1171671" cy="1157586"/>
            <a:chOff x="1840637" y="5166228"/>
            <a:chExt cx="1171671" cy="1157586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60523DB-AA6A-4006-EFF6-F0863C958527}"/>
                </a:ext>
              </a:extLst>
            </p:cNvPr>
            <p:cNvSpPr/>
            <p:nvPr/>
          </p:nvSpPr>
          <p:spPr>
            <a:xfrm>
              <a:off x="1840637" y="5166228"/>
              <a:ext cx="1157585" cy="1157586"/>
            </a:xfrm>
            <a:prstGeom prst="rect">
              <a:avLst/>
            </a:prstGeom>
            <a:solidFill>
              <a:srgbClr val="CCEDE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A00647C-510D-F21A-6810-C58A82284405}"/>
                </a:ext>
              </a:extLst>
            </p:cNvPr>
            <p:cNvSpPr txBox="1"/>
            <p:nvPr/>
          </p:nvSpPr>
          <p:spPr>
            <a:xfrm>
              <a:off x="1854557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CBEAEC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203, 234, 236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ECF0907-3618-F21F-110B-E92B78C755BD}"/>
              </a:ext>
            </a:extLst>
          </p:cNvPr>
          <p:cNvGrpSpPr/>
          <p:nvPr userDrawn="1"/>
        </p:nvGrpSpPr>
        <p:grpSpPr>
          <a:xfrm>
            <a:off x="3304834" y="5166228"/>
            <a:ext cx="1176222" cy="1157586"/>
            <a:chOff x="3304834" y="5166228"/>
            <a:chExt cx="1176222" cy="1157586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E43BD74-6820-7F3C-C15B-32357BE46B06}"/>
                </a:ext>
              </a:extLst>
            </p:cNvPr>
            <p:cNvSpPr/>
            <p:nvPr/>
          </p:nvSpPr>
          <p:spPr>
            <a:xfrm>
              <a:off x="3304834" y="5166228"/>
              <a:ext cx="1157585" cy="1157586"/>
            </a:xfrm>
            <a:prstGeom prst="rect">
              <a:avLst/>
            </a:prstGeom>
            <a:solidFill>
              <a:srgbClr val="E5DDE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4983622-CC50-0C9F-739C-642FD894B0F2}"/>
                </a:ext>
              </a:extLst>
            </p:cNvPr>
            <p:cNvSpPr txBox="1"/>
            <p:nvPr/>
          </p:nvSpPr>
          <p:spPr>
            <a:xfrm>
              <a:off x="3323305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E3DCEA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227, 220, 234</a:t>
              </a:r>
            </a:p>
          </p:txBody>
        </p:sp>
      </p:grpSp>
      <p:sp>
        <p:nvSpPr>
          <p:cNvPr id="179" name="Text Placeholder 12">
            <a:extLst>
              <a:ext uri="{FF2B5EF4-FFF2-40B4-BE49-F238E27FC236}">
                <a16:creationId xmlns:a16="http://schemas.microsoft.com/office/drawing/2014/main" id="{B0463925-574E-09B3-D12D-13ABC48E0164}"/>
              </a:ext>
            </a:extLst>
          </p:cNvPr>
          <p:cNvSpPr txBox="1">
            <a:spLocks/>
          </p:cNvSpPr>
          <p:nvPr userDrawn="1"/>
        </p:nvSpPr>
        <p:spPr>
          <a:xfrm>
            <a:off x="258047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Primary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  <p:sp>
        <p:nvSpPr>
          <p:cNvPr id="180" name="Text Placeholder 12">
            <a:extLst>
              <a:ext uri="{FF2B5EF4-FFF2-40B4-BE49-F238E27FC236}">
                <a16:creationId xmlns:a16="http://schemas.microsoft.com/office/drawing/2014/main" id="{638AA2FA-251B-58FB-2CAA-39FF8BF5166B}"/>
              </a:ext>
            </a:extLst>
          </p:cNvPr>
          <p:cNvSpPr txBox="1">
            <a:spLocks/>
          </p:cNvSpPr>
          <p:nvPr userDrawn="1"/>
        </p:nvSpPr>
        <p:spPr>
          <a:xfrm>
            <a:off x="6214643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Secondary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080854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F3D3D95-8514-A990-EE8B-D97C8DC37050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Center icons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FB1E0E4B-96C6-4298-BCDE-2FFFD2ECA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93247" y="1996228"/>
            <a:ext cx="1549400" cy="1549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494744-34B9-6390-FCC7-785EC6E304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69948" y="1996228"/>
            <a:ext cx="1549400" cy="1549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95B9A7D-B692-0AE6-2A54-5500EA2B50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11023" y="2203732"/>
            <a:ext cx="1014536" cy="105282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74F6CB-7577-DEEF-26EE-3F35AD64C9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97432" y="2203732"/>
            <a:ext cx="499700" cy="105492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DEA601F-1215-F2C8-6D36-87C64890827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034558" y="3800480"/>
            <a:ext cx="820180" cy="102406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86BAD54-6825-C301-0E82-8C28071048B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883924" y="2109263"/>
            <a:ext cx="1303851" cy="130385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D5C64B9-A972-826B-6851-79F9CE3A903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293247" y="3537814"/>
            <a:ext cx="1549401" cy="154940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2D6ECE4-1219-E212-7464-A63ED974C46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943591" y="3537813"/>
            <a:ext cx="1549400" cy="1549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E2C7D8B-ACBC-61B9-0CDB-6D7A274B9FE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564076" y="3796174"/>
            <a:ext cx="366412" cy="112816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3478DE1-EE8D-F47E-1650-E58E6D3A7BE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9942008" y="3661238"/>
            <a:ext cx="1303851" cy="11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15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56DE87-30A4-1D6A-71ED-497F79139F71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F4877-2257-8FDE-AF24-4183DAFE7DE6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click on graphic &gt; graphics format &gt; graphics fill</a:t>
            </a: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535C73-9147-3146-011B-DF2D9A6B00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9743" y="3677778"/>
            <a:ext cx="366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3FE5C6-E870-71E3-0B31-993F36615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1117" y="2833333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B4964F8-8290-5F1E-C0D7-BDF3239F8C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316" y="3683026"/>
            <a:ext cx="552632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B362802-5E69-2F9C-D4D1-8A2828C043F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2798" y="2833333"/>
            <a:ext cx="678427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5E765FB-A416-FCAA-AD97-230AA749E54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68868" y="2833333"/>
            <a:ext cx="519231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DDE9D4B-70DB-0574-4A53-1A3BFD4838E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63593" y="3677778"/>
            <a:ext cx="69067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249B999-41D8-FCE3-932E-86FF4EFDB69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12655" y="2833333"/>
            <a:ext cx="552273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252876B-4A7D-7A08-F1AC-C121A1F7908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23168" y="3677778"/>
            <a:ext cx="552632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7DD7CDC-4BD5-6E3D-5F5A-6359CF34626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72230" y="2807993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48268AE-55F8-4FF6-09C5-EF1F6F8C476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38177" y="3683026"/>
            <a:ext cx="541031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77A2FD2-A8C1-3971-A7DD-4F2AF5FA3C1D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42056" y="3669590"/>
            <a:ext cx="434562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CA4B9BD-B762-17A0-81EE-D09DAB3914AC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41685" y="2833333"/>
            <a:ext cx="54000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C18D4DD-CAEC-E156-10EB-86BD902FDC55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22297" y="1990364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067B397-090D-930E-7033-1F31F6072396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626168" y="1983640"/>
            <a:ext cx="540000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7604E81-D849-9740-4369-71A8A83CBEBA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22297" y="2833333"/>
            <a:ext cx="540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37C975E-FB0C-46DA-4E2C-D73F793D1289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91839" y="2833333"/>
            <a:ext cx="540000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323E04F-D192-BFBE-8E76-C1F3966341E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504018" y="2833333"/>
            <a:ext cx="540000" cy="540000"/>
          </a:xfrm>
          <a:prstGeom prst="rect">
            <a:avLst/>
          </a:prstGeom>
        </p:spPr>
      </p:pic>
      <p:sp>
        <p:nvSpPr>
          <p:cNvPr id="22" name="Freeform 222">
            <a:extLst>
              <a:ext uri="{FF2B5EF4-FFF2-40B4-BE49-F238E27FC236}">
                <a16:creationId xmlns:a16="http://schemas.microsoft.com/office/drawing/2014/main" id="{169DBC6F-2409-990A-2242-CB3BFF5A5ECB}"/>
              </a:ext>
            </a:extLst>
          </p:cNvPr>
          <p:cNvSpPr/>
          <p:nvPr userDrawn="1"/>
        </p:nvSpPr>
        <p:spPr>
          <a:xfrm>
            <a:off x="10357645" y="1983640"/>
            <a:ext cx="540000" cy="540000"/>
          </a:xfrm>
          <a:custGeom>
            <a:avLst/>
            <a:gdLst>
              <a:gd name="connsiteX0" fmla="*/ 0 w 540000"/>
              <a:gd name="connsiteY0" fmla="*/ 0 h 540000"/>
              <a:gd name="connsiteX1" fmla="*/ 540000 w 540000"/>
              <a:gd name="connsiteY1" fmla="*/ 0 h 540000"/>
              <a:gd name="connsiteX2" fmla="*/ 540000 w 540000"/>
              <a:gd name="connsiteY2" fmla="*/ 540000 h 540000"/>
              <a:gd name="connsiteX3" fmla="*/ 0 w 54000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000" h="540000">
                <a:moveTo>
                  <a:pt x="0" y="0"/>
                </a:moveTo>
                <a:lnTo>
                  <a:pt x="540000" y="0"/>
                </a:lnTo>
                <a:lnTo>
                  <a:pt x="540000" y="540000"/>
                </a:lnTo>
                <a:lnTo>
                  <a:pt x="0" y="540000"/>
                </a:lnTo>
                <a:close/>
              </a:path>
            </a:pathLst>
          </a:custGeom>
          <a:noFill/>
          <a:ln w="2084" cap="flat">
            <a:noFill/>
            <a:prstDash val="solid"/>
            <a:miter/>
          </a:ln>
        </p:spPr>
        <p:txBody>
          <a:bodyPr rtlCol="0" anchor="ctr"/>
          <a:lstStyle/>
          <a:p>
            <a:endParaRPr lang="en-BE">
              <a:solidFill>
                <a:srgbClr val="14274C"/>
              </a:solidFill>
              <a:latin typeface="Trebuchet M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CD8C81A-16BF-DC9F-FADF-6826A8A5D87E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023168" y="2833333"/>
            <a:ext cx="540000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767A8B4-3092-7701-ED17-712781670695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674369" y="2011628"/>
            <a:ext cx="540000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0E70BE4-1914-6981-383F-7D6C22667625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148372" y="1983640"/>
            <a:ext cx="540000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406B4A9-2796-F7C4-30F4-A7F6B5F34B15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894691" y="2011628"/>
            <a:ext cx="540000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7B8F386-40E8-7760-8D2C-6FCFF01C9537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763593" y="2833333"/>
            <a:ext cx="54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6AE867C-0080-AB50-3733-2A1B57EC71ED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405846" y="1997076"/>
            <a:ext cx="540000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3E63B16-9881-AEA5-F35E-6F25DE3E4580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282743" y="2833333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9ACFC39-2E3E-9711-3B65-839108DBE6E7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506615" y="1997076"/>
            <a:ext cx="540000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17F61DA-5BE8-145D-F028-8076E9AEBD35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27309" y="1988888"/>
            <a:ext cx="540000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6F9B477-0F46-C29C-273C-B7E365B8163B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538177" y="2833333"/>
            <a:ext cx="540000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38A33A8-F84F-F8C2-51C4-03DFF9718073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372487" y="1985885"/>
            <a:ext cx="54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E83FAD38-2AAC-A140-8715-AA35A7D5A3F4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767977" y="1983640"/>
            <a:ext cx="54000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1CB1BBF-9365-C263-9BD7-298303BFD374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538177" y="1983640"/>
            <a:ext cx="540000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C6DBCDC-B654-E76C-BAB5-4150CA320D7D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91999" y="1983640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BAC4173-AC5C-C1F3-352B-353E5D71C920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282743" y="1988888"/>
            <a:ext cx="540000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7D000CB-65B5-92F8-A171-A3A3CBD72D01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941685" y="2011628"/>
            <a:ext cx="540000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74DA140-F335-4411-64D9-0E7D70B15CE9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2177913" y="4514035"/>
            <a:ext cx="531879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7806BE4-6F37-9D22-97EC-0E31937295E2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1555913" y="4540907"/>
            <a:ext cx="422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321B798-2163-41CC-B05B-E5BB1FE4A0EC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821316" y="4540907"/>
            <a:ext cx="462857" cy="53999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551ECB9-0435-5BEF-5B4E-8E283E5E2042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5338000" y="4514035"/>
            <a:ext cx="535846" cy="53999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2395DFF-DB0B-D99E-08C1-9C765B981B27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3646552" y="4514035"/>
            <a:ext cx="677647" cy="53999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4FE3DDC-ACF4-55B5-E546-6BC2B3E87E51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2906127" y="4514035"/>
            <a:ext cx="544090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19FAFF5-B120-7A07-AD16-B8B4DFC49EA7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9842420" y="3677779"/>
            <a:ext cx="535731" cy="53999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689C2C2-72BF-F15F-9887-2FE24FC9E28D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524199" y="4514035"/>
            <a:ext cx="542061" cy="539999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849E755-EF62-01EF-154D-26F940FE694B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7515816" y="3677779"/>
            <a:ext cx="559133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4784B143-BD88-AEA4-7060-6B64E2E65F06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9092780" y="3677779"/>
            <a:ext cx="561600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2D64D0B-9B48-671B-324E-6D2E58D99EBC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0566191" y="3677779"/>
            <a:ext cx="540000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5824E3CF-FD54-D020-0B0A-6E4DC12B2BB0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5264411" y="3677779"/>
            <a:ext cx="616000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3330217-D02A-4720-8E32-6CE8C6B81A8E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6750001" y="3677779"/>
            <a:ext cx="570240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A70D203C-2C9D-EB13-6801-CD9CA40154BD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8346433" y="3677779"/>
            <a:ext cx="556000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91ACF4D-6BDD-B027-02CA-5D5B2507BB3E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6027614" y="3677779"/>
            <a:ext cx="580449" cy="539999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6872561-BDB8-0F9A-2DE7-0072E6055A9E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4252635" y="5366668"/>
            <a:ext cx="481516" cy="539999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265FC305-7B76-A19F-2091-AAFAB385E85C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3607698" y="5366668"/>
            <a:ext cx="471307" cy="53999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EF06E6D-5B59-8F41-0AE6-2FD173CF7667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6077561" y="4519213"/>
            <a:ext cx="466451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C0EC1F58-49D8-5664-1CE9-0C8256655DCA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2895791" y="5366668"/>
            <a:ext cx="541942" cy="539999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B02FC89-116C-24C7-1063-CDFD0A50D562}"/>
              </a:ext>
            </a:extLst>
          </p:cNvPr>
          <p:cNvPicPr>
            <a:picLocks noChangeAspect="1"/>
          </p:cNvPicPr>
          <p:nvPr userDrawn="1"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2146516" y="5366668"/>
            <a:ext cx="579310" cy="53999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9A79E09-AD9E-5B12-4FDA-992D6AB1BC79}"/>
              </a:ext>
            </a:extLst>
          </p:cNvPr>
          <p:cNvPicPr>
            <a:picLocks noChangeAspect="1"/>
          </p:cNvPicPr>
          <p:nvPr userDrawn="1"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8368321" y="4496215"/>
            <a:ext cx="505653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F3B29A2-B956-4529-65A0-9657C25DEC4E}"/>
              </a:ext>
            </a:extLst>
          </p:cNvPr>
          <p:cNvPicPr>
            <a:picLocks noChangeAspect="1"/>
          </p:cNvPicPr>
          <p:nvPr userDrawn="1"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9833102" y="4624939"/>
            <a:ext cx="574217" cy="42353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62F4D89A-45B7-7A57-1229-F2B8F9065A33}"/>
              </a:ext>
            </a:extLst>
          </p:cNvPr>
          <p:cNvPicPr>
            <a:picLocks noChangeAspect="1"/>
          </p:cNvPicPr>
          <p:nvPr userDrawn="1"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1420610" y="5382412"/>
            <a:ext cx="55594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FC15704D-5A7A-2487-C444-51CA153690F0}"/>
              </a:ext>
            </a:extLst>
          </p:cNvPr>
          <p:cNvPicPr>
            <a:picLocks noChangeAspect="1"/>
          </p:cNvPicPr>
          <p:nvPr userDrawn="1"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10609248" y="4496215"/>
            <a:ext cx="528387" cy="53999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63B514D-0EC6-7AC9-2AAF-50DDA329370C}"/>
              </a:ext>
            </a:extLst>
          </p:cNvPr>
          <p:cNvPicPr>
            <a:picLocks noChangeAspect="1"/>
          </p:cNvPicPr>
          <p:nvPr userDrawn="1"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821316" y="5366668"/>
            <a:ext cx="429328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53FA5BC-1235-C453-3CED-E3DFFC3917EE}"/>
              </a:ext>
            </a:extLst>
          </p:cNvPr>
          <p:cNvPicPr>
            <a:picLocks noChangeAspect="1"/>
          </p:cNvPicPr>
          <p:nvPr userDrawn="1"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7557040" y="4508475"/>
            <a:ext cx="540000" cy="540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11CE033-DED1-0191-F97B-2B0F2D407D35}"/>
              </a:ext>
            </a:extLst>
          </p:cNvPr>
          <p:cNvPicPr>
            <a:picLocks noChangeAspect="1"/>
          </p:cNvPicPr>
          <p:nvPr userDrawn="1"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9066974" y="4523775"/>
            <a:ext cx="573882" cy="539999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9861DE0-125A-D941-8FE2-5529EB8F352D}"/>
              </a:ext>
            </a:extLst>
          </p:cNvPr>
          <p:cNvPicPr>
            <a:picLocks noChangeAspect="1"/>
          </p:cNvPicPr>
          <p:nvPr userDrawn="1"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747728" y="4519213"/>
            <a:ext cx="599294" cy="53999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6C6A825B-877B-A50D-2AB3-A3C8887ECC51}"/>
              </a:ext>
            </a:extLst>
          </p:cNvPr>
          <p:cNvPicPr>
            <a:picLocks noChangeAspect="1"/>
          </p:cNvPicPr>
          <p:nvPr userDrawn="1"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317895" y="5382412"/>
            <a:ext cx="416571" cy="5400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B86F89E7-2442-E80A-EA88-52F7C9331854}"/>
              </a:ext>
            </a:extLst>
          </p:cNvPr>
          <p:cNvPicPr>
            <a:picLocks noChangeAspect="1"/>
          </p:cNvPicPr>
          <p:nvPr userDrawn="1"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5580695" y="5409043"/>
            <a:ext cx="558000" cy="54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D5C337A9-0F57-3F90-7804-D9F187ACBC44}"/>
              </a:ext>
            </a:extLst>
          </p:cNvPr>
          <p:cNvPicPr>
            <a:picLocks noChangeAspect="1"/>
          </p:cNvPicPr>
          <p:nvPr userDrawn="1"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4907781" y="5409043"/>
            <a:ext cx="493714" cy="540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CD03E1B1-FFF8-9ECE-D6F4-B11FA6AB72F9}"/>
              </a:ext>
            </a:extLst>
          </p:cNvPr>
          <p:cNvPicPr>
            <a:picLocks noChangeAspect="1"/>
          </p:cNvPicPr>
          <p:nvPr userDrawn="1"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943814" y="5396141"/>
            <a:ext cx="462032" cy="53999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0F699CE-993D-A3DA-B8C7-85FE00E1650F}"/>
              </a:ext>
            </a:extLst>
          </p:cNvPr>
          <p:cNvPicPr>
            <a:picLocks noChangeAspect="1"/>
          </p:cNvPicPr>
          <p:nvPr userDrawn="1"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7667288" y="5396141"/>
            <a:ext cx="450481" cy="539999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E8C56681-B07C-D89E-BEF3-4799B551E590}"/>
              </a:ext>
            </a:extLst>
          </p:cNvPr>
          <p:cNvPicPr>
            <a:picLocks noChangeAspect="1"/>
          </p:cNvPicPr>
          <p:nvPr userDrawn="1"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8379211" y="5396141"/>
            <a:ext cx="459144" cy="5400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9DC7AE10-5B1D-C30A-479B-9C664FEE0A9F}"/>
              </a:ext>
            </a:extLst>
          </p:cNvPr>
          <p:cNvPicPr>
            <a:picLocks noChangeAspect="1"/>
          </p:cNvPicPr>
          <p:nvPr userDrawn="1"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9099798" y="5396141"/>
            <a:ext cx="587093" cy="539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08BC5A2B-4D7E-1441-F6D5-66435435BC5B}"/>
              </a:ext>
            </a:extLst>
          </p:cNvPr>
          <p:cNvPicPr>
            <a:picLocks noChangeAspect="1"/>
          </p:cNvPicPr>
          <p:nvPr userDrawn="1"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9948310" y="5352541"/>
            <a:ext cx="421604" cy="539999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E5C617B2-66F8-CAD8-FA08-AEF9A22886B3}"/>
              </a:ext>
            </a:extLst>
          </p:cNvPr>
          <p:cNvPicPr>
            <a:picLocks noChangeAspect="1"/>
          </p:cNvPicPr>
          <p:nvPr userDrawn="1"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10631333" y="5352541"/>
            <a:ext cx="540000" cy="5400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A530D250-C833-C4A2-1945-D0B5B34F7F64}"/>
              </a:ext>
            </a:extLst>
          </p:cNvPr>
          <p:cNvPicPr>
            <a:picLocks noChangeAspect="1"/>
          </p:cNvPicPr>
          <p:nvPr userDrawn="1"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 t="16550"/>
          <a:stretch/>
        </p:blipFill>
        <p:spPr>
          <a:xfrm>
            <a:off x="7551433" y="2903256"/>
            <a:ext cx="623571" cy="52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11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DC8D65-3806-3384-B1C2-281EA302646A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4BF73C-3740-38B3-6A4E-57C482ECFD70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9DB36A-F6C1-B0AF-56A9-64B2D48B6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948" y="2011369"/>
            <a:ext cx="462857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268E66-C9E8-9855-8D76-AE8339BABF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0786" y="2011369"/>
            <a:ext cx="525789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78B9748-BC1D-C513-245D-55777149B49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8413" y="2011369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EFCF601-0668-98B4-87A8-67B55D8FE19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1754" y="2011369"/>
            <a:ext cx="514286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259C0-DA6D-3520-4ADA-9DB6F049A9A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18893" y="2011369"/>
            <a:ext cx="306818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38DE6F-35FF-7B2C-4996-89201501FC2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29017" y="2011369"/>
            <a:ext cx="623077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6A2BB9C-B68C-B061-6BEC-C20FD310A8C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66500" y="2011369"/>
            <a:ext cx="282857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A1960CD-7E1F-3BF5-0BC6-555C156A0B1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95931" y="2011369"/>
            <a:ext cx="490909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47F2474-51E7-B6B7-0535-2F17A22B049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1999" y="2011369"/>
            <a:ext cx="818182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7D7CD6B-11DF-B08D-F66A-6D2FE8810BF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88133" y="2924632"/>
            <a:ext cx="540000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352D001-A747-A3EE-2627-8B3617E0C79D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91999" y="2924632"/>
            <a:ext cx="540000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3C4D136-3986-3FF4-6613-480ADAE271A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79068" y="2924632"/>
            <a:ext cx="50625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0BAB8C3-0DC6-501B-20F6-4A95A9347C8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36253" y="2924632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0B73EDD-150F-968D-3925-E8AB02F26358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53123" y="2924632"/>
            <a:ext cx="524571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067D256-367D-C47E-481D-883B79D734F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27188" y="2924632"/>
            <a:ext cx="375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258FD53-2A77-C663-9DF5-09F715BCC05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119564" y="2924632"/>
            <a:ext cx="557419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EA8F418-76AB-0015-D4AA-8C49A36CE594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328629" y="2924632"/>
            <a:ext cx="540000" cy="54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DC32670-9856-6FF4-F5A6-70CE280BB14C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27918" y="2924632"/>
            <a:ext cx="495000" cy="54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4D05DA7-77DC-B4EF-BBB8-EBF34B4B5FA1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673853" y="2924632"/>
            <a:ext cx="478286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C9E3ACA-B678-CF37-F50B-EC4614C51DEB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03074" y="2924632"/>
            <a:ext cx="523636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D154156-11D3-21C8-5E07-351425902EEA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178489" y="2924632"/>
            <a:ext cx="555882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D1182DC-8D43-C55E-9875-870D501470B9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985316" y="2924632"/>
            <a:ext cx="557419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A676DDB-C663-5FA1-4E06-8663D74C3F9F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804921" y="2924632"/>
            <a:ext cx="72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933768B-8268-A670-E7F7-D7A8FBF3608D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32908" y="3748529"/>
            <a:ext cx="458182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A681BC2-D72E-D95D-9729-122408B7380A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588133" y="3748529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8ABBE52-3330-B277-8796-E09FFA555407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425176" y="3748529"/>
            <a:ext cx="574839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7F2882A-26A8-4EDF-118F-3CA3A3B42446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297058" y="3748529"/>
            <a:ext cx="370286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ECA148E-BB5F-3E03-914F-307750A673ED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964387" y="3748529"/>
            <a:ext cx="507273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82F41B20-11C8-05EE-0380-489C51724EA8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768703" y="3748529"/>
            <a:ext cx="48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E771FD3-6B75-2952-AAD3-D5A9DC58EBA6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5538693" y="3741570"/>
            <a:ext cx="55125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2BCFA6D-2BE0-F3FD-7E75-FB2C3D8ED323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332792" y="3755428"/>
            <a:ext cx="367423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95AC280-CE43-8464-C7AF-5D1DF8DCEC5C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940845" y="3760478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894D721-3030-1AE6-2C45-EE50B8DA2822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508643" y="4538539"/>
            <a:ext cx="512164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FA99E27-77F7-4108-DDEC-BE008F91076E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2253702" y="4551740"/>
            <a:ext cx="489896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9DAAC89-E286-0C58-CAFC-4BE0F3DBD277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721475" y="3708740"/>
            <a:ext cx="292500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678E8BD-142A-8FE4-E9D1-EF18BDB8AEEF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163099" y="4565044"/>
            <a:ext cx="540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67211D60-904A-A8F7-D81F-B92ECAC93D23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387473" y="4538539"/>
            <a:ext cx="540000" cy="540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9B0A3A4-24A1-0AB9-62EC-CDF7D1995DE1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2974585" y="4565044"/>
            <a:ext cx="528750" cy="540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D2A8F98-E056-E244-C36D-B6EE5882845B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3734321" y="4516551"/>
            <a:ext cx="417525" cy="5400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402DEA34-7D2A-E7CA-B6FC-C2E2FA301C9D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10279558" y="3739449"/>
            <a:ext cx="367422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B7E3579-A140-9E68-C4D2-88FFBD7B8D4F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9602666" y="3762864"/>
            <a:ext cx="378556" cy="540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00D9D68-A0AB-718E-7FF0-2CBA5A89BCDB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8254605" y="3736790"/>
            <a:ext cx="363673" cy="54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FC77F7E2-CB51-D2DE-0406-32F7C6385320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7443272" y="4556294"/>
            <a:ext cx="456495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F38A421-88CC-2715-5659-C044F7204C31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786374" y="4549407"/>
            <a:ext cx="489375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3455157-B637-E258-CA0E-5ED142EF834F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8856439" y="3770240"/>
            <a:ext cx="511875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A87B48BA-F782-8F39-C4B2-0ED36657A0AF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10881332" y="3739449"/>
            <a:ext cx="500625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6AD168A-D866-BFE4-3444-2419C33C0EE7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8154246" y="4584010"/>
            <a:ext cx="623571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D9CBBFCA-9312-4CD6-955A-95C92A8EB592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8932199" y="4570422"/>
            <a:ext cx="674056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B7D8B17-0813-2962-96F0-0102748CEA13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9823517" y="4549407"/>
            <a:ext cx="578951" cy="54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B407CCA4-3F57-E0D6-E5C7-6311273377C2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602281" y="2011369"/>
            <a:ext cx="546353" cy="54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8997EA69-5D93-F0EA-A137-C92D398E95C8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7799908" y="2003089"/>
            <a:ext cx="540000" cy="540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20AB8CF-C829-C06B-65DD-BEFA127094BC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619854" y="4549407"/>
            <a:ext cx="571034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7413B37-FB10-25A8-C844-D3606C5D059D}"/>
              </a:ext>
            </a:extLst>
          </p:cNvPr>
          <p:cNvPicPr>
            <a:picLocks noChangeAspect="1"/>
          </p:cNvPicPr>
          <p:nvPr userDrawn="1"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938725" y="4579385"/>
            <a:ext cx="540000" cy="5400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BBCD261F-8056-E028-F0C1-9F2E9F9DC718}"/>
              </a:ext>
            </a:extLst>
          </p:cNvPr>
          <p:cNvPicPr>
            <a:picLocks noChangeAspect="1"/>
          </p:cNvPicPr>
          <p:nvPr userDrawn="1"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6737021" y="4576817"/>
            <a:ext cx="447955" cy="5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192100A1-CC92-8B00-7D02-28FFEF726BF7}"/>
              </a:ext>
            </a:extLst>
          </p:cNvPr>
          <p:cNvPicPr>
            <a:picLocks noChangeAspect="1"/>
          </p:cNvPicPr>
          <p:nvPr userDrawn="1"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791085" y="5362436"/>
            <a:ext cx="540000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E71DF2E-2D73-0BDC-7A30-1B28240342E6}"/>
              </a:ext>
            </a:extLst>
          </p:cNvPr>
          <p:cNvPicPr>
            <a:picLocks noChangeAspect="1"/>
          </p:cNvPicPr>
          <p:nvPr userDrawn="1"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1508643" y="5362436"/>
            <a:ext cx="540000" cy="540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5D56ECB-AF94-73FF-F750-744399B05047}"/>
              </a:ext>
            </a:extLst>
          </p:cNvPr>
          <p:cNvPicPr>
            <a:picLocks noChangeAspect="1"/>
          </p:cNvPicPr>
          <p:nvPr userDrawn="1"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2295518" y="5369895"/>
            <a:ext cx="54000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42F7C4E-E20D-0205-77B3-69C52B862E7C}"/>
              </a:ext>
            </a:extLst>
          </p:cNvPr>
          <p:cNvPicPr>
            <a:picLocks noChangeAspect="1"/>
          </p:cNvPicPr>
          <p:nvPr userDrawn="1"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4453425" y="5335292"/>
            <a:ext cx="540000" cy="5400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99E942FE-472A-A4CF-018C-87F3407E439A}"/>
              </a:ext>
            </a:extLst>
          </p:cNvPr>
          <p:cNvPicPr>
            <a:picLocks noChangeAspect="1"/>
          </p:cNvPicPr>
          <p:nvPr userDrawn="1"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3735867" y="5342179"/>
            <a:ext cx="540000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32DBBBE-4204-404E-D4A4-EB8444228AC0}"/>
              </a:ext>
            </a:extLst>
          </p:cNvPr>
          <p:cNvPicPr>
            <a:picLocks noChangeAspect="1"/>
          </p:cNvPicPr>
          <p:nvPr userDrawn="1"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3018309" y="534217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99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46461-3D60-61DF-2DFF-4B436B306B83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534AC0-AB58-1AF4-4B3E-B92D35108D35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334C77-0142-AED7-2178-9A23456161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000" y="2185784"/>
            <a:ext cx="540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68BC5E2-CC5D-5E22-A4FF-29B5178A10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194" y="2178198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8055E5C-FD40-351B-AD67-F11F066BF5E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3206" y="2185784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4335F4-F018-4514-4FCD-9894C9FCE6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59218" y="2178198"/>
            <a:ext cx="540000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DB8CB1A-F277-B6BC-1374-AD81C1243FE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85230" y="2185784"/>
            <a:ext cx="540000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9525B00-CB77-8E41-9AB3-491AD8734AC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5833" y="2185784"/>
            <a:ext cx="54000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BE9343-E1C5-C47B-BEAC-58A20893D61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26436" y="2185784"/>
            <a:ext cx="540000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69261E9-89CF-9002-487F-5FA4F170171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7039" y="2185784"/>
            <a:ext cx="540000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C4D9AA-E891-6EA4-5D26-C809692B437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67642" y="2185784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CB7492B-2024-B58B-AABE-B271D7462042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88245" y="218578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5.sv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545F28-DC4B-28A7-51BA-BC4935929954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05AF0-8737-82D7-142E-59D0FFC519BB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45A52-E6A8-07C3-B9BD-AE3A6ECD9343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72458-6B96-C29B-EA5F-9CE2B2D135B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FC2CF-B438-16C2-A102-AADE93E4A53A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91419-9835-2634-76CA-4E2E9245E8A6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63BA7-16F6-CDDB-98ED-08A62D326092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B7394-0F11-3FB2-9063-B6E1D12B493D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8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663" r:id="rId2"/>
    <p:sldLayoutId id="2147483867" r:id="rId3"/>
    <p:sldLayoutId id="2147483939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724D2D-D2C8-9180-D5B6-796D5E78710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8B2E6-2A4C-2DED-F3DB-5A56CADDB653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5A237-0E6F-DB45-9C0D-61CE5BC654C6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EFD9B-20B5-4EF7-DE5E-53E9E08049E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7539B-5AF8-265F-6303-9172BA5ECD9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85060-3668-EE9D-43C8-950CEDB8407D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22CE5-574B-2DA5-3BE3-057D1017C6F5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46EC9-3A83-7B58-D271-A207B72A9633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4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87" r:id="rId2"/>
    <p:sldLayoutId id="2147483934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9C4CD0-0C85-A877-E1B1-ABA52C8895D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902" r:id="rId3"/>
    <p:sldLayoutId id="2147483903" r:id="rId4"/>
    <p:sldLayoutId id="2147483906" r:id="rId5"/>
    <p:sldLayoutId id="2147483935" r:id="rId6"/>
    <p:sldLayoutId id="2147483936" r:id="rId7"/>
    <p:sldLayoutId id="2147483937" r:id="rId8"/>
    <p:sldLayoutId id="2147483938" r:id="rId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D854D1-0535-126B-6BA3-B3C811DEA0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7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5" r:id="rId3"/>
    <p:sldLayoutId id="2147483904" r:id="rId4"/>
    <p:sldLayoutId id="2147483907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5" name="Vrije vorm: vorm 15">
            <a:extLst>
              <a:ext uri="{FF2B5EF4-FFF2-40B4-BE49-F238E27FC236}">
                <a16:creationId xmlns:a16="http://schemas.microsoft.com/office/drawing/2014/main" id="{851E3187-8BDD-D8C6-A660-FFEE5AF4A1A9}"/>
              </a:ext>
            </a:extLst>
          </p:cNvPr>
          <p:cNvSpPr/>
          <p:nvPr userDrawn="1"/>
        </p:nvSpPr>
        <p:spPr>
          <a:xfrm flipH="1">
            <a:off x="9667302" y="5606088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16">
            <a:extLst>
              <a:ext uri="{FF2B5EF4-FFF2-40B4-BE49-F238E27FC236}">
                <a16:creationId xmlns:a16="http://schemas.microsoft.com/office/drawing/2014/main" id="{29EEA148-D0F2-009B-9AD7-83BA87DCD1D8}"/>
              </a:ext>
            </a:extLst>
          </p:cNvPr>
          <p:cNvSpPr/>
          <p:nvPr userDrawn="1"/>
        </p:nvSpPr>
        <p:spPr>
          <a:xfrm rot="18900000" flipH="1">
            <a:off x="9852166" y="4527720"/>
            <a:ext cx="892609" cy="892609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18">
            <a:extLst>
              <a:ext uri="{FF2B5EF4-FFF2-40B4-BE49-F238E27FC236}">
                <a16:creationId xmlns:a16="http://schemas.microsoft.com/office/drawing/2014/main" id="{4088DB35-6CE0-CD32-44B5-3B0CACA65D85}"/>
              </a:ext>
            </a:extLst>
          </p:cNvPr>
          <p:cNvSpPr/>
          <p:nvPr userDrawn="1"/>
        </p:nvSpPr>
        <p:spPr>
          <a:xfrm flipH="1">
            <a:off x="10929641" y="3711676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20">
            <a:extLst>
              <a:ext uri="{FF2B5EF4-FFF2-40B4-BE49-F238E27FC236}">
                <a16:creationId xmlns:a16="http://schemas.microsoft.com/office/drawing/2014/main" id="{648C79F6-74B6-DC8F-9D48-67509A77AEC1}"/>
              </a:ext>
            </a:extLst>
          </p:cNvPr>
          <p:cNvSpPr/>
          <p:nvPr userDrawn="1"/>
        </p:nvSpPr>
        <p:spPr>
          <a:xfrm rot="10800000" flipH="1">
            <a:off x="10929655" y="4978831"/>
            <a:ext cx="1262345" cy="631173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10" name="Vrije vorm: vorm 21">
            <a:extLst>
              <a:ext uri="{FF2B5EF4-FFF2-40B4-BE49-F238E27FC236}">
                <a16:creationId xmlns:a16="http://schemas.microsoft.com/office/drawing/2014/main" id="{0E350ECC-C965-70E2-8B7D-38A852375892}"/>
              </a:ext>
            </a:extLst>
          </p:cNvPr>
          <p:cNvSpPr/>
          <p:nvPr userDrawn="1"/>
        </p:nvSpPr>
        <p:spPr>
          <a:xfrm rot="16200000" flipH="1">
            <a:off x="8720541" y="5919014"/>
            <a:ext cx="1262346" cy="631174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chemeClr val="accent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7">
            <a:extLst>
              <a:ext uri="{FF2B5EF4-FFF2-40B4-BE49-F238E27FC236}">
                <a16:creationId xmlns:a16="http://schemas.microsoft.com/office/drawing/2014/main" id="{263C9130-51EB-BCE2-4729-FCB853038622}"/>
              </a:ext>
            </a:extLst>
          </p:cNvPr>
          <p:cNvSpPr/>
          <p:nvPr userDrawn="1"/>
        </p:nvSpPr>
        <p:spPr>
          <a:xfrm flipH="1">
            <a:off x="10929649" y="5603428"/>
            <a:ext cx="1262346" cy="1262346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61F4C-BB6A-28F1-8C85-8A03F25A07B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40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89050-4EED-595E-C7B5-CA039E1CC0DF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118788-9453-90E9-1869-2A88C848F949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26DDF-7E9C-E7AB-F155-70F6201715FE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6ADF7-0704-7DD9-366F-D2D1983E2BFB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60BC5-DDFB-1127-1302-14965B4A6392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2C9A-B4A3-323E-3A3A-86C96F4FE897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14E89-7A3F-2DD9-BEF7-5A34F6E05EE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DFA8A-8570-C17D-EBE9-D2A26A8C95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5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pic>
        <p:nvPicPr>
          <p:cNvPr id="226" name="Graphic 225">
            <a:extLst>
              <a:ext uri="{FF2B5EF4-FFF2-40B4-BE49-F238E27FC236}">
                <a16:creationId xmlns:a16="http://schemas.microsoft.com/office/drawing/2014/main" id="{82C486C2-E734-46FB-3339-631D1C3DDB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706" y="6456868"/>
            <a:ext cx="60988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hA6Px48wvXdXVUYPfYuUTgV-q18PN5kA2eQakGVfsBM/edit#slide=id.p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sv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png"/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hyperlink" Target="https://www.ncbi.nlm.nih.gov/books/NBK562712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1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hyperlink" Target="https://www.re3data.org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8.png"/><Relationship Id="rId4" Type="http://schemas.openxmlformats.org/officeDocument/2006/relationships/hyperlink" Target="https://elixir-europe.org/platforms/data/elixir-deposition-database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1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teomexchange.org/" TargetMode="External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tabolomexchange.org/site/" TargetMode="External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4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svg"/><Relationship Id="rId7" Type="http://schemas.openxmlformats.org/officeDocument/2006/relationships/image" Target="../media/image345.sv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4.png"/><Relationship Id="rId5" Type="http://schemas.openxmlformats.org/officeDocument/2006/relationships/image" Target="../media/image343.svg"/><Relationship Id="rId4" Type="http://schemas.openxmlformats.org/officeDocument/2006/relationships/image" Target="../media/image34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41.svg"/><Relationship Id="rId7" Type="http://schemas.openxmlformats.org/officeDocument/2006/relationships/image" Target="../media/image345.sv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4.png"/><Relationship Id="rId11" Type="http://schemas.openxmlformats.org/officeDocument/2006/relationships/image" Target="../media/image348.png"/><Relationship Id="rId5" Type="http://schemas.openxmlformats.org/officeDocument/2006/relationships/image" Target="../media/image343.svg"/><Relationship Id="rId10" Type="http://schemas.openxmlformats.org/officeDocument/2006/relationships/image" Target="../media/image347.png"/><Relationship Id="rId4" Type="http://schemas.openxmlformats.org/officeDocument/2006/relationships/image" Target="../media/image342.png"/><Relationship Id="rId9" Type="http://schemas.openxmlformats.org/officeDocument/2006/relationships/image" Target="../media/image33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41.svg"/><Relationship Id="rId7" Type="http://schemas.openxmlformats.org/officeDocument/2006/relationships/image" Target="../media/image345.svg"/><Relationship Id="rId12" Type="http://schemas.openxmlformats.org/officeDocument/2006/relationships/image" Target="../media/image348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4.png"/><Relationship Id="rId11" Type="http://schemas.openxmlformats.org/officeDocument/2006/relationships/image" Target="../media/image349.png"/><Relationship Id="rId5" Type="http://schemas.openxmlformats.org/officeDocument/2006/relationships/image" Target="../media/image343.svg"/><Relationship Id="rId10" Type="http://schemas.openxmlformats.org/officeDocument/2006/relationships/image" Target="../media/image347.png"/><Relationship Id="rId4" Type="http://schemas.openxmlformats.org/officeDocument/2006/relationships/image" Target="../media/image342.png"/><Relationship Id="rId9" Type="http://schemas.openxmlformats.org/officeDocument/2006/relationships/image" Target="../media/image3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hyperlink" Target="https://ega-archive.org/" TargetMode="Externa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jpeg"/><Relationship Id="rId2" Type="http://schemas.openxmlformats.org/officeDocument/2006/relationships/hyperlink" Target="https://ega-archive.org/federated" TargetMode="Externa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mt.coretrustseal.org/certificates" TargetMode="External"/><Relationship Id="rId2" Type="http://schemas.openxmlformats.org/officeDocument/2006/relationships/hyperlink" Target="https://www.coretrustseal.org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3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choose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7" Type="http://schemas.openxmlformats.org/officeDocument/2006/relationships/image" Target="../media/image36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4.png"/><Relationship Id="rId5" Type="http://schemas.openxmlformats.org/officeDocument/2006/relationships/image" Target="../media/image363.png"/><Relationship Id="rId4" Type="http://schemas.openxmlformats.org/officeDocument/2006/relationships/image" Target="../media/image36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6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bccm.belspo.be/" TargetMode="Externa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ixir-belgium.org/" TargetMode="External"/><Relationship Id="rId7" Type="http://schemas.openxmlformats.org/officeDocument/2006/relationships/image" Target="../media/image370.svg"/><Relationship Id="rId2" Type="http://schemas.openxmlformats.org/officeDocument/2006/relationships/hyperlink" Target="mailto:info@elixir-belgium.org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9.png"/><Relationship Id="rId5" Type="http://schemas.openxmlformats.org/officeDocument/2006/relationships/image" Target="../media/image368.svg"/><Relationship Id="rId4" Type="http://schemas.openxmlformats.org/officeDocument/2006/relationships/image" Target="../media/image36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sv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us.lourenco@vib.be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AB97-288C-4F00-ABB1-93DBE5AE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Introduction to Research Data Management (RDM) in Life Sciences</a:t>
            </a:r>
            <a:endParaRPr lang="en-BE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FA8EA-21F1-7152-4B51-2EB2EA3B5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October 17, 2025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4C017-B289-59B2-284B-9A5A9FD07E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Matheus Lourenço, PhD</a:t>
            </a:r>
            <a:endParaRPr lang="en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F1B80-AE3D-16C4-251E-D8F9DA4F2F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Session 3: How to choose a repository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9616F-ED1F-9742-0965-568F694B8511}"/>
              </a:ext>
            </a:extLst>
          </p:cNvPr>
          <p:cNvSpPr txBox="1"/>
          <p:nvPr/>
        </p:nvSpPr>
        <p:spPr>
          <a:xfrm>
            <a:off x="791996" y="570920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chemeClr val="bg1">
                    <a:lumMod val="65000"/>
                  </a:schemeClr>
                </a:solidFill>
              </a:rPr>
              <a:t>Inspired by </a:t>
            </a:r>
            <a:r>
              <a:rPr lang="en-US" sz="1800" i="0" dirty="0">
                <a:solidFill>
                  <a:schemeClr val="bg1">
                    <a:lumMod val="65000"/>
                  </a:schemeClr>
                </a:solidFill>
                <a:hlinkClick r:id="rId3"/>
              </a:rPr>
              <a:t>session 2024 </a:t>
            </a:r>
            <a:r>
              <a:rPr lang="en-US" sz="1800" i="0" dirty="0">
                <a:solidFill>
                  <a:schemeClr val="bg1">
                    <a:lumMod val="65000"/>
                  </a:schemeClr>
                </a:solidFill>
              </a:rPr>
              <a:t>by Bruna </a:t>
            </a:r>
            <a:r>
              <a:rPr lang="en-US" sz="1800" i="0" dirty="0" err="1">
                <a:solidFill>
                  <a:schemeClr val="bg1">
                    <a:lumMod val="65000"/>
                  </a:schemeClr>
                </a:solidFill>
              </a:rPr>
              <a:t>Piereck</a:t>
            </a:r>
            <a:r>
              <a:rPr lang="en-US" sz="1800" i="0" dirty="0">
                <a:solidFill>
                  <a:schemeClr val="bg1">
                    <a:lumMod val="65000"/>
                  </a:schemeClr>
                </a:solidFill>
              </a:rPr>
              <a:t>, PhD</a:t>
            </a:r>
            <a:endParaRPr lang="en-BE" sz="1800" i="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16E62-82D0-4135-0278-5B2D981D1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518" y="6189582"/>
            <a:ext cx="1219306" cy="4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8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F346-7921-3BA5-7C4E-0E9527BD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8A03B2-BE23-EFF1-633B-E86137685B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BC43DD4-2AD7-CE77-666F-72A901FFB36E}"/>
              </a:ext>
            </a:extLst>
          </p:cNvPr>
          <p:cNvSpPr/>
          <p:nvPr/>
        </p:nvSpPr>
        <p:spPr>
          <a:xfrm rot="5400000">
            <a:off x="4474690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F0EEF9D9-11C6-C675-A5FD-FC75C93EAB7D}"/>
              </a:ext>
            </a:extLst>
          </p:cNvPr>
          <p:cNvGrpSpPr/>
          <p:nvPr/>
        </p:nvGrpSpPr>
        <p:grpSpPr>
          <a:xfrm>
            <a:off x="7209402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8F1559-F411-D2F0-A7E9-C02DD2E45C87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61B0D-BE04-90C6-F32D-8929C199EBE6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7C2771-A366-5D83-4CB6-021F5DC24746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B6081A14-D607-0401-D9C8-98EBC993F092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42FDC66-C863-69D4-A0BA-A50A27739556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D2853066-9F66-8DBA-EC2C-9222734107B5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2111937-8A30-6653-261D-E1114329051A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2F987B3-0274-3E6F-36D2-CC4D375F9764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BF29144F-ADA0-CA9A-BEFD-319655C0BAC8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0A76C50-6926-2C7C-00BC-C246B71142BF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EB1394B8-21D3-4E70-9CF7-CF475F653D10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3E175E3-787A-4D4B-CB11-CA699072E5B2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05EDC6F-B7E8-66DB-19AC-AC7C3ADFF70A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4C361D2B-3FB4-1E3E-5B93-9A35A9199739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3A51CC2-90F0-1CED-D943-81D7B54BAFBC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A9243356-77AA-3EC7-132B-A932CDE88B92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B433325-C84C-2433-E4DE-C423EFCF2B9C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6C29A34-CC89-AB4A-0EDA-55C105757A6B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59A95D-5CAB-B4EC-6F98-8CD4DD7AEBEA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BD5DFA-94FC-314D-D88E-4460FE930FB8}"/>
              </a:ext>
            </a:extLst>
          </p:cNvPr>
          <p:cNvSpPr/>
          <p:nvPr/>
        </p:nvSpPr>
        <p:spPr>
          <a:xfrm>
            <a:off x="6981236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4F9632F-BBB7-A856-EFFE-EEAB798C33F4}"/>
              </a:ext>
            </a:extLst>
          </p:cNvPr>
          <p:cNvSpPr/>
          <p:nvPr/>
        </p:nvSpPr>
        <p:spPr>
          <a:xfrm>
            <a:off x="6730222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EAD0477-CD04-9699-2EB6-48D2FB79E88F}"/>
              </a:ext>
            </a:extLst>
          </p:cNvPr>
          <p:cNvSpPr/>
          <p:nvPr/>
        </p:nvSpPr>
        <p:spPr>
          <a:xfrm>
            <a:off x="6821332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7DA453F-F05A-3882-FB0B-D0F19040A886}"/>
              </a:ext>
            </a:extLst>
          </p:cNvPr>
          <p:cNvSpPr/>
          <p:nvPr/>
        </p:nvSpPr>
        <p:spPr>
          <a:xfrm>
            <a:off x="7785370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600303B-76DB-4CF2-8EB9-1529F1A179CA}"/>
              </a:ext>
            </a:extLst>
          </p:cNvPr>
          <p:cNvSpPr/>
          <p:nvPr/>
        </p:nvSpPr>
        <p:spPr>
          <a:xfrm>
            <a:off x="7598197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147CD3-8D5A-2112-75DC-9172FC349A10}"/>
              </a:ext>
            </a:extLst>
          </p:cNvPr>
          <p:cNvGrpSpPr/>
          <p:nvPr/>
        </p:nvGrpSpPr>
        <p:grpSpPr>
          <a:xfrm rot="19307066">
            <a:off x="6795306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36AADD-C4AB-8DC9-6332-D38147221247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D38CFBF-8E45-8FBC-7DB8-87BBA637DCB2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2766379-B373-D6A0-622C-F8619BC8EBB7}"/>
              </a:ext>
            </a:extLst>
          </p:cNvPr>
          <p:cNvSpPr/>
          <p:nvPr/>
        </p:nvSpPr>
        <p:spPr>
          <a:xfrm>
            <a:off x="7475396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E7C8FC6-E845-59F4-5724-9C2D62F40BAD}"/>
              </a:ext>
            </a:extLst>
          </p:cNvPr>
          <p:cNvSpPr/>
          <p:nvPr/>
        </p:nvSpPr>
        <p:spPr>
          <a:xfrm>
            <a:off x="7756963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A7E700E-231B-7F98-B874-A8510EF9F702}"/>
              </a:ext>
            </a:extLst>
          </p:cNvPr>
          <p:cNvSpPr/>
          <p:nvPr/>
        </p:nvSpPr>
        <p:spPr>
          <a:xfrm>
            <a:off x="8369546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C4D67FE-5BE7-B710-25A6-1E99CE11E5D1}"/>
              </a:ext>
            </a:extLst>
          </p:cNvPr>
          <p:cNvSpPr/>
          <p:nvPr/>
        </p:nvSpPr>
        <p:spPr>
          <a:xfrm>
            <a:off x="8337302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E14F4FC-0A2F-0008-46CA-783E31298EFA}"/>
              </a:ext>
            </a:extLst>
          </p:cNvPr>
          <p:cNvSpPr/>
          <p:nvPr/>
        </p:nvSpPr>
        <p:spPr>
          <a:xfrm>
            <a:off x="8254899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DA1FF86-F0C3-3A19-5F21-1EDC5CB0B0EC}"/>
              </a:ext>
            </a:extLst>
          </p:cNvPr>
          <p:cNvSpPr/>
          <p:nvPr/>
        </p:nvSpPr>
        <p:spPr>
          <a:xfrm>
            <a:off x="7802355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744B71E-ED93-6D5D-8AA8-AA99DF0B3178}"/>
              </a:ext>
            </a:extLst>
          </p:cNvPr>
          <p:cNvSpPr/>
          <p:nvPr/>
        </p:nvSpPr>
        <p:spPr>
          <a:xfrm>
            <a:off x="7847421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034EC27-7D9F-F34C-FBCF-C8ABEEBC89F4}"/>
              </a:ext>
            </a:extLst>
          </p:cNvPr>
          <p:cNvSpPr/>
          <p:nvPr/>
        </p:nvSpPr>
        <p:spPr>
          <a:xfrm>
            <a:off x="7792108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D381543-13E3-B92E-A200-A070619F7CB9}"/>
              </a:ext>
            </a:extLst>
          </p:cNvPr>
          <p:cNvSpPr/>
          <p:nvPr/>
        </p:nvSpPr>
        <p:spPr>
          <a:xfrm rot="15269399">
            <a:off x="4314993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98F6CB2-405D-83FE-C0C4-1B7FDF24BC64}"/>
              </a:ext>
            </a:extLst>
          </p:cNvPr>
          <p:cNvSpPr/>
          <p:nvPr/>
        </p:nvSpPr>
        <p:spPr>
          <a:xfrm>
            <a:off x="4923920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A41245-13EB-1CA3-D9AD-2AA5D3C16E34}"/>
              </a:ext>
            </a:extLst>
          </p:cNvPr>
          <p:cNvSpPr/>
          <p:nvPr/>
        </p:nvSpPr>
        <p:spPr>
          <a:xfrm rot="10800000">
            <a:off x="4231411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FE11A209-8D18-5066-5F1D-5D967D0DE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910677">
            <a:off x="4931142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8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3BBD-4058-E318-50D0-CDCB94E8D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20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Disclaimer: 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/>
              <a:t>I will </a:t>
            </a:r>
            <a:r>
              <a:rPr lang="en-US" dirty="0">
                <a:solidFill>
                  <a:schemeClr val="bg2"/>
                </a:solidFill>
                <a:highlight>
                  <a:srgbClr val="ED4D6B"/>
                </a:highlight>
              </a:rPr>
              <a:t>not</a:t>
            </a:r>
            <a:r>
              <a:rPr lang="en-US" dirty="0"/>
              <a:t> tell you which repository to use in your research.</a:t>
            </a:r>
            <a:endParaRPr lang="en-B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489826-0AA5-A558-FFE6-712D2788734B}"/>
              </a:ext>
            </a:extLst>
          </p:cNvPr>
          <p:cNvSpPr txBox="1">
            <a:spLocks/>
          </p:cNvSpPr>
          <p:nvPr/>
        </p:nvSpPr>
        <p:spPr>
          <a:xfrm>
            <a:off x="838200" y="1738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0" dirty="0">
                <a:solidFill>
                  <a:schemeClr val="accent4"/>
                </a:solidFill>
              </a:rPr>
              <a:t>!</a:t>
            </a:r>
            <a:endParaRPr lang="en-BE" sz="30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58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8C61-B02F-9D28-53A9-B3436F9A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a repository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A4C9-2F27-D66F-AC46-7C9615595B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Basic definitions</a:t>
            </a:r>
          </a:p>
          <a:p>
            <a:r>
              <a:rPr lang="en-US" dirty="0"/>
              <a:t>Why use a repository</a:t>
            </a:r>
          </a:p>
          <a:p>
            <a:r>
              <a:rPr lang="en-US" dirty="0"/>
              <a:t>How to find repositories</a:t>
            </a:r>
          </a:p>
          <a:p>
            <a:r>
              <a:rPr lang="en-US" dirty="0"/>
              <a:t>How to choose a repository</a:t>
            </a:r>
          </a:p>
          <a:p>
            <a:r>
              <a:rPr lang="en-US" dirty="0"/>
              <a:t>A word on re-usability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17811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24B375-0331-66F8-29F7-5423F70F1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definitions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2B6F7-4BE1-7E5A-9CA0-A18BF8F2E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5495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6C20-19F2-CE58-C0FD-1CC0999B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definitions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C610-837A-4F99-D9F1-2F82EB14B3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2000" b="1" dirty="0">
                <a:solidFill>
                  <a:schemeClr val="accent5">
                    <a:alpha val="85000"/>
                  </a:schemeClr>
                </a:solidFill>
              </a:rPr>
              <a:t>Deposit/depose</a:t>
            </a:r>
          </a:p>
          <a:p>
            <a:pPr fontAlgn="base"/>
            <a:r>
              <a:rPr lang="en-US" sz="2000" dirty="0"/>
              <a:t>The act of submitting research data and associated metadata into a repository. 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chemeClr val="accent4">
                    <a:alpha val="85000"/>
                  </a:schemeClr>
                </a:solidFill>
              </a:rPr>
              <a:t>Repository</a:t>
            </a:r>
          </a:p>
          <a:p>
            <a:pPr fontAlgn="base"/>
            <a:r>
              <a:rPr lang="en-US" sz="2000" dirty="0"/>
              <a:t>A digital platform or infrastructure designed to store, manage, and provide access to research data. 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chemeClr val="accent1">
                    <a:alpha val="85000"/>
                  </a:schemeClr>
                </a:solidFill>
              </a:rPr>
              <a:t>Retention</a:t>
            </a:r>
          </a:p>
          <a:p>
            <a:pPr fontAlgn="base"/>
            <a:r>
              <a:rPr lang="en-US" sz="2000" dirty="0"/>
              <a:t>Mainly policy related, referring to how long data is kept and the reappraisal once the initial retention period expires.</a:t>
            </a:r>
          </a:p>
          <a:p>
            <a:pPr marL="0" indent="0" fontAlgn="base">
              <a:buNone/>
            </a:pPr>
            <a:r>
              <a:rPr lang="en-US" sz="2000" b="1" dirty="0">
                <a:solidFill>
                  <a:schemeClr val="accent2">
                    <a:alpha val="85000"/>
                  </a:schemeClr>
                </a:solidFill>
              </a:rPr>
              <a:t>Preservation</a:t>
            </a:r>
          </a:p>
          <a:p>
            <a:pPr fontAlgn="base"/>
            <a:r>
              <a:rPr lang="en-US" sz="2000" dirty="0"/>
              <a:t>Focuses on the act of preserving data. In other words, active care required to ensure continued access to and usability of digital materials for as long as needed.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0988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62DC-D1FF-6784-A46F-8635D5AC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782F5C-FC36-8F72-0EB3-EBAB8FA76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8CEB0-ADD4-BBDC-DD96-1278475D7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0066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C40E-421E-2B03-B00C-E277E1A35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5257800" cy="1325563"/>
          </a:xfrm>
        </p:spPr>
        <p:txBody>
          <a:bodyPr/>
          <a:lstStyle/>
          <a:p>
            <a:r>
              <a:rPr lang="en-US" dirty="0"/>
              <a:t>Where to start?</a:t>
            </a:r>
            <a:endParaRPr lang="en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9BDCF37-5B8E-C7F7-7F46-4DFD5874A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590550"/>
            <a:ext cx="56769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1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74D0-D801-FE5A-9737-B54E7B2F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4925-D170-4F96-E3AE-0D2BFB5D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Carrot or stick?</a:t>
            </a:r>
            <a:endParaRPr lang="en-BE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E46B379-FD39-05A5-AE57-BDA9202E8B70}"/>
              </a:ext>
            </a:extLst>
          </p:cNvPr>
          <p:cNvGrpSpPr/>
          <p:nvPr/>
        </p:nvGrpSpPr>
        <p:grpSpPr>
          <a:xfrm flipH="1">
            <a:off x="5540022" y="1931420"/>
            <a:ext cx="2612794" cy="5014153"/>
            <a:chOff x="3223542" y="1951740"/>
            <a:chExt cx="2612794" cy="501415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4107200-BDBB-50E1-3F20-754FDA9F0944}"/>
                </a:ext>
              </a:extLst>
            </p:cNvPr>
            <p:cNvSpPr/>
            <p:nvPr/>
          </p:nvSpPr>
          <p:spPr>
            <a:xfrm rot="3322949" flipH="1">
              <a:off x="3376307" y="6450899"/>
              <a:ext cx="363083" cy="666905"/>
            </a:xfrm>
            <a:custGeom>
              <a:avLst/>
              <a:gdLst>
                <a:gd name="connsiteX0" fmla="*/ 79312 w 121085"/>
                <a:gd name="connsiteY0" fmla="*/ 64 h 222407"/>
                <a:gd name="connsiteX1" fmla="*/ 121086 w 121085"/>
                <a:gd name="connsiteY1" fmla="*/ 60896 h 222407"/>
                <a:gd name="connsiteX2" fmla="*/ 104787 w 121085"/>
                <a:gd name="connsiteY2" fmla="*/ 81366 h 222407"/>
                <a:gd name="connsiteX3" fmla="*/ 102477 w 121085"/>
                <a:gd name="connsiteY3" fmla="*/ 122626 h 222407"/>
                <a:gd name="connsiteX4" fmla="*/ 111653 w 121085"/>
                <a:gd name="connsiteY4" fmla="*/ 143352 h 222407"/>
                <a:gd name="connsiteX5" fmla="*/ 113514 w 121085"/>
                <a:gd name="connsiteY5" fmla="*/ 199115 h 222407"/>
                <a:gd name="connsiteX6" fmla="*/ 100937 w 121085"/>
                <a:gd name="connsiteY6" fmla="*/ 222408 h 222407"/>
                <a:gd name="connsiteX7" fmla="*/ 0 w 121085"/>
                <a:gd name="connsiteY7" fmla="*/ 75398 h 222407"/>
                <a:gd name="connsiteX8" fmla="*/ 79312 w 121085"/>
                <a:gd name="connsiteY8" fmla="*/ 0 h 222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085" h="222407">
                  <a:moveTo>
                    <a:pt x="79312" y="64"/>
                  </a:moveTo>
                  <a:lnTo>
                    <a:pt x="121086" y="60896"/>
                  </a:lnTo>
                  <a:cubicBezTo>
                    <a:pt x="114155" y="66350"/>
                    <a:pt x="108509" y="73409"/>
                    <a:pt x="104787" y="81366"/>
                  </a:cubicBezTo>
                  <a:cubicBezTo>
                    <a:pt x="98820" y="94135"/>
                    <a:pt x="97985" y="109279"/>
                    <a:pt x="102477" y="122626"/>
                  </a:cubicBezTo>
                  <a:cubicBezTo>
                    <a:pt x="104915" y="129813"/>
                    <a:pt x="108766" y="136358"/>
                    <a:pt x="111653" y="143352"/>
                  </a:cubicBezTo>
                  <a:cubicBezTo>
                    <a:pt x="118904" y="160935"/>
                    <a:pt x="119546" y="181148"/>
                    <a:pt x="113514" y="199115"/>
                  </a:cubicBezTo>
                  <a:cubicBezTo>
                    <a:pt x="110691" y="207521"/>
                    <a:pt x="106391" y="215413"/>
                    <a:pt x="100937" y="222408"/>
                  </a:cubicBezTo>
                  <a:lnTo>
                    <a:pt x="0" y="75398"/>
                  </a:lnTo>
                  <a:lnTo>
                    <a:pt x="79312" y="0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83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78FBAA-260B-AD58-0449-64018C762D42}"/>
                </a:ext>
              </a:extLst>
            </p:cNvPr>
            <p:cNvSpPr/>
            <p:nvPr/>
          </p:nvSpPr>
          <p:spPr>
            <a:xfrm flipV="1">
              <a:off x="3493884" y="4004815"/>
              <a:ext cx="733674" cy="2596241"/>
            </a:xfrm>
            <a:custGeom>
              <a:avLst/>
              <a:gdLst>
                <a:gd name="connsiteX0" fmla="*/ 0 w 244674"/>
                <a:gd name="connsiteY0" fmla="*/ 0 h 865824"/>
                <a:gd name="connsiteX1" fmla="*/ 157405 w 244674"/>
                <a:gd name="connsiteY1" fmla="*/ 0 h 865824"/>
                <a:gd name="connsiteX2" fmla="*/ 244674 w 244674"/>
                <a:gd name="connsiteY2" fmla="*/ 865824 h 865824"/>
                <a:gd name="connsiteX3" fmla="*/ 83034 w 244674"/>
                <a:gd name="connsiteY3" fmla="*/ 865824 h 865824"/>
                <a:gd name="connsiteX4" fmla="*/ 0 w 244674"/>
                <a:gd name="connsiteY4" fmla="*/ 0 h 86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74" h="865824">
                  <a:moveTo>
                    <a:pt x="0" y="0"/>
                  </a:moveTo>
                  <a:lnTo>
                    <a:pt x="157405" y="0"/>
                  </a:lnTo>
                  <a:lnTo>
                    <a:pt x="244674" y="865824"/>
                  </a:lnTo>
                  <a:lnTo>
                    <a:pt x="83034" y="865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AAB9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225215-9ECE-2A7A-3DF7-6CD8F228D283}"/>
                </a:ext>
              </a:extLst>
            </p:cNvPr>
            <p:cNvGrpSpPr/>
            <p:nvPr/>
          </p:nvGrpSpPr>
          <p:grpSpPr>
            <a:xfrm rot="970760">
              <a:off x="4553928" y="1951740"/>
              <a:ext cx="1282408" cy="1905701"/>
              <a:chOff x="3932229" y="5128627"/>
              <a:chExt cx="427672" cy="63553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3E388C9-CBE2-D099-3745-A4C9390BDE4A}"/>
                  </a:ext>
                </a:extLst>
              </p:cNvPr>
              <p:cNvSpPr/>
              <p:nvPr/>
            </p:nvSpPr>
            <p:spPr>
              <a:xfrm>
                <a:off x="4208089" y="5525226"/>
                <a:ext cx="139255" cy="95382"/>
              </a:xfrm>
              <a:custGeom>
                <a:avLst/>
                <a:gdLst>
                  <a:gd name="connsiteX0" fmla="*/ 136294 w 139255"/>
                  <a:gd name="connsiteY0" fmla="*/ 8957 h 95382"/>
                  <a:gd name="connsiteX1" fmla="*/ 72703 w 139255"/>
                  <a:gd name="connsiteY1" fmla="*/ 25448 h 95382"/>
                  <a:gd name="connsiteX2" fmla="*/ 70200 w 139255"/>
                  <a:gd name="connsiteY2" fmla="*/ 24421 h 95382"/>
                  <a:gd name="connsiteX3" fmla="*/ 80018 w 139255"/>
                  <a:gd name="connsiteY3" fmla="*/ 1000 h 95382"/>
                  <a:gd name="connsiteX4" fmla="*/ 35934 w 139255"/>
                  <a:gd name="connsiteY4" fmla="*/ 25448 h 95382"/>
                  <a:gd name="connsiteX5" fmla="*/ 0 w 139255"/>
                  <a:gd name="connsiteY5" fmla="*/ 54965 h 95382"/>
                  <a:gd name="connsiteX6" fmla="*/ 8021 w 139255"/>
                  <a:gd name="connsiteY6" fmla="*/ 95263 h 95382"/>
                  <a:gd name="connsiteX7" fmla="*/ 79569 w 139255"/>
                  <a:gd name="connsiteY7" fmla="*/ 69917 h 95382"/>
                  <a:gd name="connsiteX8" fmla="*/ 136422 w 139255"/>
                  <a:gd name="connsiteY8" fmla="*/ 8957 h 95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255" h="95382">
                    <a:moveTo>
                      <a:pt x="136294" y="8957"/>
                    </a:moveTo>
                    <a:cubicBezTo>
                      <a:pt x="127759" y="-2594"/>
                      <a:pt x="99718" y="12614"/>
                      <a:pt x="72703" y="25448"/>
                    </a:cubicBezTo>
                    <a:cubicBezTo>
                      <a:pt x="71034" y="26218"/>
                      <a:pt x="68725" y="26475"/>
                      <a:pt x="70200" y="24421"/>
                    </a:cubicBezTo>
                    <a:cubicBezTo>
                      <a:pt x="74692" y="18068"/>
                      <a:pt x="83419" y="4529"/>
                      <a:pt x="80018" y="1000"/>
                    </a:cubicBezTo>
                    <a:cubicBezTo>
                      <a:pt x="75334" y="-3813"/>
                      <a:pt x="52554" y="9470"/>
                      <a:pt x="35934" y="25448"/>
                    </a:cubicBezTo>
                    <a:lnTo>
                      <a:pt x="0" y="54965"/>
                    </a:lnTo>
                    <a:lnTo>
                      <a:pt x="8021" y="95263"/>
                    </a:lnTo>
                    <a:cubicBezTo>
                      <a:pt x="22523" y="96739"/>
                      <a:pt x="48961" y="84354"/>
                      <a:pt x="79569" y="69917"/>
                    </a:cubicBezTo>
                    <a:cubicBezTo>
                      <a:pt x="118904" y="51372"/>
                      <a:pt x="148807" y="25897"/>
                      <a:pt x="136422" y="89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342" cap="flat">
                <a:solidFill>
                  <a:srgbClr val="E830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7B9D796-96F3-99E5-EA6F-8FBB18DB1547}"/>
                  </a:ext>
                </a:extLst>
              </p:cNvPr>
              <p:cNvSpPr/>
              <p:nvPr/>
            </p:nvSpPr>
            <p:spPr>
              <a:xfrm>
                <a:off x="3932229" y="5456025"/>
                <a:ext cx="324563" cy="308137"/>
              </a:xfrm>
              <a:custGeom>
                <a:avLst/>
                <a:gdLst>
                  <a:gd name="connsiteX0" fmla="*/ 0 w 324563"/>
                  <a:gd name="connsiteY0" fmla="*/ 0 h 308137"/>
                  <a:gd name="connsiteX1" fmla="*/ 157341 w 324563"/>
                  <a:gd name="connsiteY1" fmla="*/ 177362 h 308137"/>
                  <a:gd name="connsiteX2" fmla="*/ 288373 w 324563"/>
                  <a:gd name="connsiteY2" fmla="*/ 108958 h 308137"/>
                  <a:gd name="connsiteX3" fmla="*/ 324564 w 324563"/>
                  <a:gd name="connsiteY3" fmla="*/ 215285 h 308137"/>
                  <a:gd name="connsiteX4" fmla="*/ 77194 w 324563"/>
                  <a:gd name="connsiteY4" fmla="*/ 302554 h 308137"/>
                  <a:gd name="connsiteX5" fmla="*/ 0 w 324563"/>
                  <a:gd name="connsiteY5" fmla="*/ 189425 h 308137"/>
                  <a:gd name="connsiteX6" fmla="*/ 0 w 324563"/>
                  <a:gd name="connsiteY6" fmla="*/ 64 h 30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4563" h="308137">
                    <a:moveTo>
                      <a:pt x="0" y="0"/>
                    </a:moveTo>
                    <a:lnTo>
                      <a:pt x="157341" y="177362"/>
                    </a:lnTo>
                    <a:lnTo>
                      <a:pt x="288373" y="108958"/>
                    </a:lnTo>
                    <a:lnTo>
                      <a:pt x="324564" y="215285"/>
                    </a:lnTo>
                    <a:cubicBezTo>
                      <a:pt x="324564" y="215285"/>
                      <a:pt x="140401" y="335023"/>
                      <a:pt x="77194" y="302554"/>
                    </a:cubicBezTo>
                    <a:cubicBezTo>
                      <a:pt x="13989" y="270085"/>
                      <a:pt x="0" y="189425"/>
                      <a:pt x="0" y="189425"/>
                    </a:cubicBez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EC4D6A"/>
              </a:solidFill>
              <a:ln w="8342" cap="flat">
                <a:solidFill>
                  <a:srgbClr val="E8305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BA3CA93-E2E6-059D-154F-203BB217A0A3}"/>
                  </a:ext>
                </a:extLst>
              </p:cNvPr>
              <p:cNvSpPr/>
              <p:nvPr/>
            </p:nvSpPr>
            <p:spPr>
              <a:xfrm rot="1483200">
                <a:off x="4334876" y="5128627"/>
                <a:ext cx="25025" cy="632636"/>
              </a:xfrm>
              <a:custGeom>
                <a:avLst/>
                <a:gdLst>
                  <a:gd name="connsiteX0" fmla="*/ 0 w 25025"/>
                  <a:gd name="connsiteY0" fmla="*/ 0 h 632636"/>
                  <a:gd name="connsiteX1" fmla="*/ 25026 w 25025"/>
                  <a:gd name="connsiteY1" fmla="*/ 0 h 632636"/>
                  <a:gd name="connsiteX2" fmla="*/ 25026 w 25025"/>
                  <a:gd name="connsiteY2" fmla="*/ 632636 h 632636"/>
                  <a:gd name="connsiteX3" fmla="*/ 0 w 25025"/>
                  <a:gd name="connsiteY3" fmla="*/ 632636 h 63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025" h="632636">
                    <a:moveTo>
                      <a:pt x="0" y="0"/>
                    </a:moveTo>
                    <a:lnTo>
                      <a:pt x="25026" y="0"/>
                    </a:lnTo>
                    <a:lnTo>
                      <a:pt x="25026" y="632636"/>
                    </a:lnTo>
                    <a:lnTo>
                      <a:pt x="0" y="632636"/>
                    </a:ln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 w="8342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015030-B836-FA8E-0885-16CB78496BCA}"/>
                </a:ext>
              </a:extLst>
            </p:cNvPr>
            <p:cNvSpPr/>
            <p:nvPr/>
          </p:nvSpPr>
          <p:spPr>
            <a:xfrm>
              <a:off x="4545771" y="6552185"/>
              <a:ext cx="586477" cy="324023"/>
            </a:xfrm>
            <a:custGeom>
              <a:avLst/>
              <a:gdLst>
                <a:gd name="connsiteX0" fmla="*/ 0 w 195585"/>
                <a:gd name="connsiteY0" fmla="*/ 64 h 108059"/>
                <a:gd name="connsiteX1" fmla="*/ 73794 w 195585"/>
                <a:gd name="connsiteY1" fmla="*/ 64 h 108059"/>
                <a:gd name="connsiteX2" fmla="*/ 81430 w 195585"/>
                <a:gd name="connsiteY2" fmla="*/ 25090 h 108059"/>
                <a:gd name="connsiteX3" fmla="*/ 114156 w 195585"/>
                <a:gd name="connsiteY3" fmla="*/ 50308 h 108059"/>
                <a:gd name="connsiteX4" fmla="*/ 136486 w 195585"/>
                <a:gd name="connsiteY4" fmla="*/ 54479 h 108059"/>
                <a:gd name="connsiteX5" fmla="*/ 183522 w 195585"/>
                <a:gd name="connsiteY5" fmla="*/ 84510 h 108059"/>
                <a:gd name="connsiteX6" fmla="*/ 195585 w 195585"/>
                <a:gd name="connsiteY6" fmla="*/ 108060 h 108059"/>
                <a:gd name="connsiteX7" fmla="*/ 17261 w 195585"/>
                <a:gd name="connsiteY7" fmla="*/ 108060 h 108059"/>
                <a:gd name="connsiteX8" fmla="*/ 0 w 195585"/>
                <a:gd name="connsiteY8" fmla="*/ 0 h 108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5" h="108059">
                  <a:moveTo>
                    <a:pt x="0" y="64"/>
                  </a:moveTo>
                  <a:lnTo>
                    <a:pt x="73794" y="64"/>
                  </a:lnTo>
                  <a:cubicBezTo>
                    <a:pt x="74371" y="8855"/>
                    <a:pt x="76938" y="17518"/>
                    <a:pt x="81430" y="25090"/>
                  </a:cubicBezTo>
                  <a:cubicBezTo>
                    <a:pt x="88617" y="37218"/>
                    <a:pt x="100552" y="46522"/>
                    <a:pt x="114156" y="50308"/>
                  </a:cubicBezTo>
                  <a:cubicBezTo>
                    <a:pt x="121471" y="52361"/>
                    <a:pt x="129043" y="52875"/>
                    <a:pt x="136486" y="54479"/>
                  </a:cubicBezTo>
                  <a:cubicBezTo>
                    <a:pt x="155095" y="58458"/>
                    <a:pt x="172100" y="69366"/>
                    <a:pt x="183522" y="84510"/>
                  </a:cubicBezTo>
                  <a:cubicBezTo>
                    <a:pt x="188848" y="91568"/>
                    <a:pt x="192890" y="99590"/>
                    <a:pt x="195585" y="108060"/>
                  </a:cubicBezTo>
                  <a:lnTo>
                    <a:pt x="17261" y="108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83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6526A7-75B4-AF6A-D4C8-20BC095755D9}"/>
                </a:ext>
              </a:extLst>
            </p:cNvPr>
            <p:cNvSpPr/>
            <p:nvPr/>
          </p:nvSpPr>
          <p:spPr>
            <a:xfrm>
              <a:off x="4103028" y="4004815"/>
              <a:ext cx="733674" cy="2596241"/>
            </a:xfrm>
            <a:custGeom>
              <a:avLst/>
              <a:gdLst>
                <a:gd name="connsiteX0" fmla="*/ 0 w 244674"/>
                <a:gd name="connsiteY0" fmla="*/ 0 h 865824"/>
                <a:gd name="connsiteX1" fmla="*/ 157405 w 244674"/>
                <a:gd name="connsiteY1" fmla="*/ 0 h 865824"/>
                <a:gd name="connsiteX2" fmla="*/ 244674 w 244674"/>
                <a:gd name="connsiteY2" fmla="*/ 865824 h 865824"/>
                <a:gd name="connsiteX3" fmla="*/ 83034 w 244674"/>
                <a:gd name="connsiteY3" fmla="*/ 865824 h 865824"/>
                <a:gd name="connsiteX4" fmla="*/ 0 w 244674"/>
                <a:gd name="connsiteY4" fmla="*/ 0 h 86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74" h="865824">
                  <a:moveTo>
                    <a:pt x="0" y="0"/>
                  </a:moveTo>
                  <a:lnTo>
                    <a:pt x="157405" y="0"/>
                  </a:lnTo>
                  <a:lnTo>
                    <a:pt x="244674" y="865824"/>
                  </a:lnTo>
                  <a:lnTo>
                    <a:pt x="83034" y="865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AAB9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AEE2C9C-0D40-A441-EF7A-CD0E96FE7AA2}"/>
                </a:ext>
              </a:extLst>
            </p:cNvPr>
            <p:cNvSpPr/>
            <p:nvPr/>
          </p:nvSpPr>
          <p:spPr>
            <a:xfrm>
              <a:off x="3978728" y="2454151"/>
              <a:ext cx="256486" cy="325043"/>
            </a:xfrm>
            <a:custGeom>
              <a:avLst/>
              <a:gdLst>
                <a:gd name="connsiteX0" fmla="*/ 12320 w 85536"/>
                <a:gd name="connsiteY0" fmla="*/ 0 h 108399"/>
                <a:gd name="connsiteX1" fmla="*/ 12192 w 85536"/>
                <a:gd name="connsiteY1" fmla="*/ 13989 h 108399"/>
                <a:gd name="connsiteX2" fmla="*/ 10780 w 85536"/>
                <a:gd name="connsiteY2" fmla="*/ 20726 h 108399"/>
                <a:gd name="connsiteX3" fmla="*/ 0 w 85536"/>
                <a:gd name="connsiteY3" fmla="*/ 51848 h 108399"/>
                <a:gd name="connsiteX4" fmla="*/ 12834 w 85536"/>
                <a:gd name="connsiteY4" fmla="*/ 88039 h 108399"/>
                <a:gd name="connsiteX5" fmla="*/ 69238 w 85536"/>
                <a:gd name="connsiteY5" fmla="*/ 90991 h 108399"/>
                <a:gd name="connsiteX6" fmla="*/ 85536 w 85536"/>
                <a:gd name="connsiteY6" fmla="*/ 56853 h 108399"/>
                <a:gd name="connsiteX7" fmla="*/ 79504 w 85536"/>
                <a:gd name="connsiteY7" fmla="*/ 36640 h 10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6" h="108399">
                  <a:moveTo>
                    <a:pt x="12320" y="0"/>
                  </a:moveTo>
                  <a:cubicBezTo>
                    <a:pt x="13154" y="2246"/>
                    <a:pt x="12449" y="11486"/>
                    <a:pt x="12192" y="13989"/>
                  </a:cubicBezTo>
                  <a:cubicBezTo>
                    <a:pt x="11935" y="16235"/>
                    <a:pt x="11422" y="18545"/>
                    <a:pt x="10780" y="20726"/>
                  </a:cubicBezTo>
                  <a:cubicBezTo>
                    <a:pt x="7893" y="31314"/>
                    <a:pt x="3529" y="41453"/>
                    <a:pt x="0" y="51848"/>
                  </a:cubicBezTo>
                  <a:lnTo>
                    <a:pt x="12834" y="88039"/>
                  </a:lnTo>
                  <a:cubicBezTo>
                    <a:pt x="21945" y="113706"/>
                    <a:pt x="57495" y="115567"/>
                    <a:pt x="69238" y="90991"/>
                  </a:cubicBezTo>
                  <a:lnTo>
                    <a:pt x="85536" y="56853"/>
                  </a:lnTo>
                  <a:cubicBezTo>
                    <a:pt x="81494" y="53709"/>
                    <a:pt x="78799" y="42479"/>
                    <a:pt x="79504" y="36640"/>
                  </a:cubicBezTo>
                </a:path>
              </a:pathLst>
            </a:custGeom>
            <a:solidFill>
              <a:srgbClr val="FFFFFF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EAC3EB-7C31-6210-9AD8-E727A2437DF0}"/>
                </a:ext>
              </a:extLst>
            </p:cNvPr>
            <p:cNvSpPr/>
            <p:nvPr/>
          </p:nvSpPr>
          <p:spPr>
            <a:xfrm>
              <a:off x="3565230" y="4110644"/>
              <a:ext cx="346351" cy="333790"/>
            </a:xfrm>
            <a:custGeom>
              <a:avLst/>
              <a:gdLst>
                <a:gd name="connsiteX0" fmla="*/ 72510 w 115505"/>
                <a:gd name="connsiteY0" fmla="*/ 35164 h 111316"/>
                <a:gd name="connsiteX1" fmla="*/ 106391 w 115505"/>
                <a:gd name="connsiteY1" fmla="*/ 61858 h 111316"/>
                <a:gd name="connsiteX2" fmla="*/ 115503 w 115505"/>
                <a:gd name="connsiteY2" fmla="*/ 86435 h 111316"/>
                <a:gd name="connsiteX3" fmla="*/ 103503 w 115505"/>
                <a:gd name="connsiteY3" fmla="*/ 108701 h 111316"/>
                <a:gd name="connsiteX4" fmla="*/ 83355 w 115505"/>
                <a:gd name="connsiteY4" fmla="*/ 110498 h 111316"/>
                <a:gd name="connsiteX5" fmla="*/ 16170 w 115505"/>
                <a:gd name="connsiteY5" fmla="*/ 66414 h 111316"/>
                <a:gd name="connsiteX6" fmla="*/ 0 w 115505"/>
                <a:gd name="connsiteY6" fmla="*/ 46971 h 111316"/>
                <a:gd name="connsiteX7" fmla="*/ 52425 w 115505"/>
                <a:gd name="connsiteY7" fmla="*/ 0 h 111316"/>
                <a:gd name="connsiteX8" fmla="*/ 84317 w 115505"/>
                <a:gd name="connsiteY8" fmla="*/ 18096 h 111316"/>
                <a:gd name="connsiteX9" fmla="*/ 72510 w 115505"/>
                <a:gd name="connsiteY9" fmla="*/ 35100 h 111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505" h="111316">
                  <a:moveTo>
                    <a:pt x="72510" y="35164"/>
                  </a:moveTo>
                  <a:cubicBezTo>
                    <a:pt x="86050" y="40554"/>
                    <a:pt x="97985" y="49987"/>
                    <a:pt x="106391" y="61858"/>
                  </a:cubicBezTo>
                  <a:cubicBezTo>
                    <a:pt x="111524" y="69109"/>
                    <a:pt x="115375" y="77580"/>
                    <a:pt x="115503" y="86435"/>
                  </a:cubicBezTo>
                  <a:cubicBezTo>
                    <a:pt x="115631" y="95290"/>
                    <a:pt x="111332" y="104594"/>
                    <a:pt x="103503" y="108701"/>
                  </a:cubicBezTo>
                  <a:cubicBezTo>
                    <a:pt x="97408" y="111910"/>
                    <a:pt x="90157" y="111717"/>
                    <a:pt x="83355" y="110498"/>
                  </a:cubicBezTo>
                  <a:cubicBezTo>
                    <a:pt x="56596" y="105493"/>
                    <a:pt x="35549" y="85536"/>
                    <a:pt x="16170" y="66414"/>
                  </a:cubicBezTo>
                  <a:cubicBezTo>
                    <a:pt x="10138" y="60511"/>
                    <a:pt x="4042" y="54415"/>
                    <a:pt x="0" y="46971"/>
                  </a:cubicBezTo>
                  <a:lnTo>
                    <a:pt x="52425" y="0"/>
                  </a:lnTo>
                  <a:cubicBezTo>
                    <a:pt x="63398" y="5454"/>
                    <a:pt x="74050" y="11486"/>
                    <a:pt x="84317" y="18096"/>
                  </a:cubicBezTo>
                  <a:lnTo>
                    <a:pt x="72510" y="35100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735CA1F-6035-80F0-82F6-66C5EA886559}"/>
                </a:ext>
              </a:extLst>
            </p:cNvPr>
            <p:cNvCxnSpPr>
              <a:cxnSpLocks/>
            </p:cNvCxnSpPr>
            <p:nvPr/>
          </p:nvCxnSpPr>
          <p:spPr>
            <a:xfrm>
              <a:off x="4103028" y="4004815"/>
              <a:ext cx="56454" cy="635369"/>
            </a:xfrm>
            <a:prstGeom prst="line">
              <a:avLst/>
            </a:prstGeom>
            <a:ln w="38100">
              <a:solidFill>
                <a:srgbClr val="F6AAB9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0F1109-027C-71FC-2EDE-0570AE1EA875}"/>
                </a:ext>
              </a:extLst>
            </p:cNvPr>
            <p:cNvSpPr/>
            <p:nvPr/>
          </p:nvSpPr>
          <p:spPr>
            <a:xfrm>
              <a:off x="3725126" y="2609622"/>
              <a:ext cx="849890" cy="1395193"/>
            </a:xfrm>
            <a:custGeom>
              <a:avLst/>
              <a:gdLst>
                <a:gd name="connsiteX0" fmla="*/ 0 w 283431"/>
                <a:gd name="connsiteY0" fmla="*/ 46907 h 465285"/>
                <a:gd name="connsiteX1" fmla="*/ 84574 w 283431"/>
                <a:gd name="connsiteY1" fmla="*/ 0 h 465285"/>
                <a:gd name="connsiteX2" fmla="*/ 98563 w 283431"/>
                <a:gd name="connsiteY2" fmla="*/ 38886 h 465285"/>
                <a:gd name="connsiteX3" fmla="*/ 155993 w 283431"/>
                <a:gd name="connsiteY3" fmla="*/ 38116 h 465285"/>
                <a:gd name="connsiteX4" fmla="*/ 168634 w 283431"/>
                <a:gd name="connsiteY4" fmla="*/ 0 h 465285"/>
                <a:gd name="connsiteX5" fmla="*/ 283432 w 283431"/>
                <a:gd name="connsiteY5" fmla="*/ 46907 h 465285"/>
                <a:gd name="connsiteX6" fmla="*/ 283432 w 283431"/>
                <a:gd name="connsiteY6" fmla="*/ 465285 h 465285"/>
                <a:gd name="connsiteX7" fmla="*/ 0 w 283431"/>
                <a:gd name="connsiteY7" fmla="*/ 465285 h 465285"/>
                <a:gd name="connsiteX8" fmla="*/ 0 w 283431"/>
                <a:gd name="connsiteY8" fmla="*/ 46907 h 46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431" h="465285">
                  <a:moveTo>
                    <a:pt x="0" y="46907"/>
                  </a:moveTo>
                  <a:lnTo>
                    <a:pt x="84574" y="0"/>
                  </a:lnTo>
                  <a:lnTo>
                    <a:pt x="98563" y="38886"/>
                  </a:lnTo>
                  <a:cubicBezTo>
                    <a:pt x="108316" y="66029"/>
                    <a:pt x="146945" y="65516"/>
                    <a:pt x="155993" y="38116"/>
                  </a:cubicBezTo>
                  <a:lnTo>
                    <a:pt x="168634" y="0"/>
                  </a:lnTo>
                  <a:lnTo>
                    <a:pt x="283432" y="46907"/>
                  </a:lnTo>
                  <a:lnTo>
                    <a:pt x="283432" y="465285"/>
                  </a:lnTo>
                  <a:lnTo>
                    <a:pt x="0" y="465285"/>
                  </a:lnTo>
                  <a:lnTo>
                    <a:pt x="0" y="46907"/>
                  </a:lnTo>
                  <a:close/>
                </a:path>
              </a:pathLst>
            </a:custGeom>
            <a:solidFill>
              <a:srgbClr val="EC4D6A"/>
            </a:solidFill>
            <a:ln w="8342" cap="flat">
              <a:solidFill>
                <a:srgbClr val="E83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CAC8FB6-4900-C74A-026C-06FEC64CB936}"/>
                </a:ext>
              </a:extLst>
            </p:cNvPr>
            <p:cNvSpPr/>
            <p:nvPr/>
          </p:nvSpPr>
          <p:spPr>
            <a:xfrm>
              <a:off x="3223542" y="2750276"/>
              <a:ext cx="519093" cy="1572982"/>
            </a:xfrm>
            <a:custGeom>
              <a:avLst/>
              <a:gdLst>
                <a:gd name="connsiteX0" fmla="*/ 169327 w 173113"/>
                <a:gd name="connsiteY0" fmla="*/ 153042 h 524576"/>
                <a:gd name="connsiteX1" fmla="*/ 114014 w 173113"/>
                <a:gd name="connsiteY1" fmla="*/ 294597 h 524576"/>
                <a:gd name="connsiteX2" fmla="*/ 173114 w 173113"/>
                <a:gd name="connsiteY2" fmla="*/ 446676 h 524576"/>
                <a:gd name="connsiteX3" fmla="*/ 88604 w 173113"/>
                <a:gd name="connsiteY3" fmla="*/ 524577 h 524576"/>
                <a:gd name="connsiteX4" fmla="*/ 20970 w 173113"/>
                <a:gd name="connsiteY4" fmla="*/ 388347 h 524576"/>
                <a:gd name="connsiteX5" fmla="*/ 1592 w 173113"/>
                <a:gd name="connsiteY5" fmla="*/ 327965 h 524576"/>
                <a:gd name="connsiteX6" fmla="*/ 1335 w 173113"/>
                <a:gd name="connsiteY6" fmla="*/ 294726 h 524576"/>
                <a:gd name="connsiteX7" fmla="*/ 44328 w 173113"/>
                <a:gd name="connsiteY7" fmla="*/ 179094 h 524576"/>
                <a:gd name="connsiteX8" fmla="*/ 129094 w 173113"/>
                <a:gd name="connsiteY8" fmla="*/ 32918 h 524576"/>
                <a:gd name="connsiteX9" fmla="*/ 145778 w 173113"/>
                <a:gd name="connsiteY9" fmla="*/ 15978 h 524576"/>
                <a:gd name="connsiteX10" fmla="*/ 167274 w 173113"/>
                <a:gd name="connsiteY10" fmla="*/ 0 h 524576"/>
                <a:gd name="connsiteX11" fmla="*/ 167852 w 173113"/>
                <a:gd name="connsiteY11" fmla="*/ 7636 h 524576"/>
                <a:gd name="connsiteX12" fmla="*/ 169327 w 173113"/>
                <a:gd name="connsiteY12" fmla="*/ 152977 h 524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3113" h="524576">
                  <a:moveTo>
                    <a:pt x="169327" y="153042"/>
                  </a:moveTo>
                  <a:lnTo>
                    <a:pt x="114014" y="294597"/>
                  </a:lnTo>
                  <a:lnTo>
                    <a:pt x="173114" y="446676"/>
                  </a:lnTo>
                  <a:lnTo>
                    <a:pt x="88604" y="524577"/>
                  </a:lnTo>
                  <a:lnTo>
                    <a:pt x="20970" y="388347"/>
                  </a:lnTo>
                  <a:cubicBezTo>
                    <a:pt x="11538" y="369289"/>
                    <a:pt x="4736" y="349012"/>
                    <a:pt x="1592" y="327965"/>
                  </a:cubicBezTo>
                  <a:cubicBezTo>
                    <a:pt x="-141" y="316350"/>
                    <a:pt x="-783" y="304287"/>
                    <a:pt x="1335" y="294726"/>
                  </a:cubicBezTo>
                  <a:cubicBezTo>
                    <a:pt x="4607" y="279518"/>
                    <a:pt x="25975" y="224782"/>
                    <a:pt x="44328" y="179094"/>
                  </a:cubicBezTo>
                  <a:cubicBezTo>
                    <a:pt x="60626" y="138475"/>
                    <a:pt x="100924" y="73152"/>
                    <a:pt x="129094" y="32918"/>
                  </a:cubicBezTo>
                  <a:cubicBezTo>
                    <a:pt x="133650" y="26373"/>
                    <a:pt x="139361" y="20662"/>
                    <a:pt x="145778" y="15978"/>
                  </a:cubicBezTo>
                  <a:lnTo>
                    <a:pt x="167274" y="0"/>
                  </a:lnTo>
                  <a:lnTo>
                    <a:pt x="167852" y="7636"/>
                  </a:lnTo>
                  <a:lnTo>
                    <a:pt x="169327" y="152977"/>
                  </a:lnTo>
                  <a:close/>
                </a:path>
              </a:pathLst>
            </a:custGeom>
            <a:solidFill>
              <a:srgbClr val="EC4D6A"/>
            </a:solidFill>
            <a:ln w="8342" cap="flat">
              <a:solidFill>
                <a:srgbClr val="E83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B066251-2D0B-F860-BBBA-BA7956E2B0CD}"/>
                </a:ext>
              </a:extLst>
            </p:cNvPr>
            <p:cNvSpPr/>
            <p:nvPr/>
          </p:nvSpPr>
          <p:spPr>
            <a:xfrm>
              <a:off x="3948649" y="1979887"/>
              <a:ext cx="439849" cy="586363"/>
            </a:xfrm>
            <a:custGeom>
              <a:avLst/>
              <a:gdLst>
                <a:gd name="connsiteX0" fmla="*/ 598 w 146686"/>
                <a:gd name="connsiteY0" fmla="*/ 104775 h 195547"/>
                <a:gd name="connsiteX1" fmla="*/ 11250 w 146686"/>
                <a:gd name="connsiteY1" fmla="*/ 140966 h 195547"/>
                <a:gd name="connsiteX2" fmla="*/ 82670 w 146686"/>
                <a:gd name="connsiteY2" fmla="*/ 195509 h 195547"/>
                <a:gd name="connsiteX3" fmla="*/ 146260 w 146686"/>
                <a:gd name="connsiteY3" fmla="*/ 90979 h 195547"/>
                <a:gd name="connsiteX4" fmla="*/ 64189 w 146686"/>
                <a:gd name="connsiteY4" fmla="*/ 245 h 195547"/>
                <a:gd name="connsiteX5" fmla="*/ 598 w 146686"/>
                <a:gd name="connsiteY5" fmla="*/ 104775 h 19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686" h="195547">
                  <a:moveTo>
                    <a:pt x="598" y="104775"/>
                  </a:moveTo>
                  <a:cubicBezTo>
                    <a:pt x="1881" y="118058"/>
                    <a:pt x="5731" y="130186"/>
                    <a:pt x="11250" y="140966"/>
                  </a:cubicBezTo>
                  <a:cubicBezTo>
                    <a:pt x="28190" y="173948"/>
                    <a:pt x="60852" y="194162"/>
                    <a:pt x="82670" y="195509"/>
                  </a:cubicBezTo>
                  <a:cubicBezTo>
                    <a:pt x="108978" y="197177"/>
                    <a:pt x="151394" y="144880"/>
                    <a:pt x="146260" y="90979"/>
                  </a:cubicBezTo>
                  <a:cubicBezTo>
                    <a:pt x="141191" y="37077"/>
                    <a:pt x="104422" y="-3541"/>
                    <a:pt x="64189" y="245"/>
                  </a:cubicBezTo>
                  <a:cubicBezTo>
                    <a:pt x="23955" y="4030"/>
                    <a:pt x="-4535" y="50873"/>
                    <a:pt x="598" y="104775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8B97803-AFED-0C4A-9BD4-02C6CDF17C86}"/>
                </a:ext>
              </a:extLst>
            </p:cNvPr>
            <p:cNvSpPr/>
            <p:nvPr/>
          </p:nvSpPr>
          <p:spPr>
            <a:xfrm>
              <a:off x="3946715" y="1974253"/>
              <a:ext cx="516316" cy="744037"/>
            </a:xfrm>
            <a:custGeom>
              <a:avLst/>
              <a:gdLst>
                <a:gd name="connsiteX0" fmla="*/ 32173 w 172187"/>
                <a:gd name="connsiteY0" fmla="*/ 16369 h 248130"/>
                <a:gd name="connsiteX1" fmla="*/ 136767 w 172187"/>
                <a:gd name="connsiteY1" fmla="*/ 5974 h 248130"/>
                <a:gd name="connsiteX2" fmla="*/ 152168 w 172187"/>
                <a:gd name="connsiteY2" fmla="*/ 11685 h 248130"/>
                <a:gd name="connsiteX3" fmla="*/ 152809 w 172187"/>
                <a:gd name="connsiteY3" fmla="*/ 30807 h 248130"/>
                <a:gd name="connsiteX4" fmla="*/ 171675 w 172187"/>
                <a:gd name="connsiteY4" fmla="*/ 44347 h 248130"/>
                <a:gd name="connsiteX5" fmla="*/ 162819 w 172187"/>
                <a:gd name="connsiteY5" fmla="*/ 66741 h 248130"/>
                <a:gd name="connsiteX6" fmla="*/ 130286 w 172187"/>
                <a:gd name="connsiteY6" fmla="*/ 73094 h 248130"/>
                <a:gd name="connsiteX7" fmla="*/ 89090 w 172187"/>
                <a:gd name="connsiteY7" fmla="*/ 73608 h 248130"/>
                <a:gd name="connsiteX8" fmla="*/ 55722 w 172187"/>
                <a:gd name="connsiteY8" fmla="*/ 68859 h 248130"/>
                <a:gd name="connsiteX9" fmla="*/ 47380 w 172187"/>
                <a:gd name="connsiteY9" fmla="*/ 102355 h 248130"/>
                <a:gd name="connsiteX10" fmla="*/ 36408 w 172187"/>
                <a:gd name="connsiteY10" fmla="*/ 85864 h 248130"/>
                <a:gd name="connsiteX11" fmla="*/ 23767 w 172187"/>
                <a:gd name="connsiteY11" fmla="*/ 90291 h 248130"/>
                <a:gd name="connsiteX12" fmla="*/ 23189 w 172187"/>
                <a:gd name="connsiteY12" fmla="*/ 104922 h 248130"/>
                <a:gd name="connsiteX13" fmla="*/ 31788 w 172187"/>
                <a:gd name="connsiteY13" fmla="*/ 121734 h 248130"/>
                <a:gd name="connsiteX14" fmla="*/ 60150 w 172187"/>
                <a:gd name="connsiteY14" fmla="*/ 160171 h 248130"/>
                <a:gd name="connsiteX15" fmla="*/ 92491 w 172187"/>
                <a:gd name="connsiteY15" fmla="*/ 142460 h 248130"/>
                <a:gd name="connsiteX16" fmla="*/ 140682 w 172187"/>
                <a:gd name="connsiteY16" fmla="*/ 142781 h 248130"/>
                <a:gd name="connsiteX17" fmla="*/ 122522 w 172187"/>
                <a:gd name="connsiteY17" fmla="*/ 219206 h 248130"/>
                <a:gd name="connsiteX18" fmla="*/ 59123 w 172187"/>
                <a:gd name="connsiteY18" fmla="*/ 233066 h 248130"/>
                <a:gd name="connsiteX19" fmla="*/ 32108 w 172187"/>
                <a:gd name="connsiteY19" fmla="*/ 16562 h 24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2187" h="248130">
                  <a:moveTo>
                    <a:pt x="32173" y="16369"/>
                  </a:moveTo>
                  <a:cubicBezTo>
                    <a:pt x="61048" y="-8207"/>
                    <a:pt x="102694" y="776"/>
                    <a:pt x="136767" y="5974"/>
                  </a:cubicBezTo>
                  <a:cubicBezTo>
                    <a:pt x="142286" y="6808"/>
                    <a:pt x="148125" y="7835"/>
                    <a:pt x="152168" y="11685"/>
                  </a:cubicBezTo>
                  <a:cubicBezTo>
                    <a:pt x="157301" y="16562"/>
                    <a:pt x="157558" y="25609"/>
                    <a:pt x="152809" y="30807"/>
                  </a:cubicBezTo>
                  <a:cubicBezTo>
                    <a:pt x="161215" y="29588"/>
                    <a:pt x="169685" y="36069"/>
                    <a:pt x="171675" y="44347"/>
                  </a:cubicBezTo>
                  <a:cubicBezTo>
                    <a:pt x="173664" y="52624"/>
                    <a:pt x="169685" y="61672"/>
                    <a:pt x="162819" y="66741"/>
                  </a:cubicBezTo>
                  <a:cubicBezTo>
                    <a:pt x="153708" y="73479"/>
                    <a:pt x="140938" y="71875"/>
                    <a:pt x="130286" y="73094"/>
                  </a:cubicBezTo>
                  <a:cubicBezTo>
                    <a:pt x="116682" y="74634"/>
                    <a:pt x="102758" y="74634"/>
                    <a:pt x="89090" y="73608"/>
                  </a:cubicBezTo>
                  <a:cubicBezTo>
                    <a:pt x="77860" y="72773"/>
                    <a:pt x="66759" y="71169"/>
                    <a:pt x="55722" y="68859"/>
                  </a:cubicBezTo>
                  <a:cubicBezTo>
                    <a:pt x="51359" y="79575"/>
                    <a:pt x="48535" y="90869"/>
                    <a:pt x="47380" y="102355"/>
                  </a:cubicBezTo>
                  <a:cubicBezTo>
                    <a:pt x="41156" y="99596"/>
                    <a:pt x="42119" y="89457"/>
                    <a:pt x="36408" y="85864"/>
                  </a:cubicBezTo>
                  <a:cubicBezTo>
                    <a:pt x="32173" y="83233"/>
                    <a:pt x="26141" y="85864"/>
                    <a:pt x="23767" y="90291"/>
                  </a:cubicBezTo>
                  <a:cubicBezTo>
                    <a:pt x="21392" y="94719"/>
                    <a:pt x="20943" y="100430"/>
                    <a:pt x="23189" y="104922"/>
                  </a:cubicBezTo>
                  <a:lnTo>
                    <a:pt x="31788" y="121734"/>
                  </a:lnTo>
                  <a:cubicBezTo>
                    <a:pt x="31788" y="121734"/>
                    <a:pt x="38589" y="160171"/>
                    <a:pt x="60150" y="160171"/>
                  </a:cubicBezTo>
                  <a:cubicBezTo>
                    <a:pt x="76962" y="160171"/>
                    <a:pt x="85304" y="143038"/>
                    <a:pt x="92491" y="142460"/>
                  </a:cubicBezTo>
                  <a:cubicBezTo>
                    <a:pt x="104940" y="141369"/>
                    <a:pt x="134970" y="144321"/>
                    <a:pt x="140682" y="142781"/>
                  </a:cubicBezTo>
                  <a:cubicBezTo>
                    <a:pt x="140682" y="142781"/>
                    <a:pt x="129516" y="200148"/>
                    <a:pt x="122522" y="219206"/>
                  </a:cubicBezTo>
                  <a:cubicBezTo>
                    <a:pt x="112191" y="247376"/>
                    <a:pt x="80492" y="260402"/>
                    <a:pt x="59123" y="233066"/>
                  </a:cubicBezTo>
                  <a:cubicBezTo>
                    <a:pt x="17029" y="179165"/>
                    <a:pt x="-34755" y="73415"/>
                    <a:pt x="32108" y="16562"/>
                  </a:cubicBezTo>
                  <a:close/>
                </a:path>
              </a:pathLst>
            </a:custGeom>
            <a:solidFill>
              <a:srgbClr val="F6AAB9"/>
            </a:solidFill>
            <a:ln w="8342" cap="flat">
              <a:solidFill>
                <a:srgbClr val="E83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2808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8F02-0A4E-A776-E7FB-66FC2D0F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carrot approach</a:t>
            </a:r>
            <a:endParaRPr lang="en-B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F6A482-9ABE-2809-B190-EEE8BAB8F7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Future proofing for yourself</a:t>
            </a:r>
          </a:p>
          <a:p>
            <a:r>
              <a:rPr lang="en-US" dirty="0"/>
              <a:t>Increased citations:</a:t>
            </a: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A380FA-EACD-62C9-BA29-71F79888129E}"/>
              </a:ext>
            </a:extLst>
          </p:cNvPr>
          <p:cNvGrpSpPr/>
          <p:nvPr/>
        </p:nvGrpSpPr>
        <p:grpSpPr>
          <a:xfrm>
            <a:off x="4490838" y="2505670"/>
            <a:ext cx="6862962" cy="923330"/>
            <a:chOff x="4490838" y="2505670"/>
            <a:chExt cx="6862962" cy="92333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825824D1-8896-EE22-9C0B-C3EB65439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0838" y="2505670"/>
              <a:ext cx="6862962" cy="9233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5369B9-22D9-47A9-869B-5E6F5823BAB8}"/>
                </a:ext>
              </a:extLst>
            </p:cNvPr>
            <p:cNvSpPr txBox="1"/>
            <p:nvPr/>
          </p:nvSpPr>
          <p:spPr>
            <a:xfrm>
              <a:off x="5257800" y="2505670"/>
              <a:ext cx="6096000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0">
                <a:buNone/>
              </a:pPr>
              <a:r>
                <a:rPr lang="en-US" sz="900" b="0" i="0" u="none" strike="noStrike" dirty="0">
                  <a:solidFill>
                    <a:schemeClr val="accent1"/>
                  </a:solidFill>
                  <a:effectLst/>
                  <a:latin typeface="Montserrat" panose="020F0502020204030204" pitchFamily="2" charset="0"/>
                </a:rPr>
                <a:t>https://europepmc.org/Help#searchdata</a:t>
              </a:r>
              <a:endParaRPr lang="en-US" sz="900" b="0" dirty="0">
                <a:solidFill>
                  <a:schemeClr val="accent1"/>
                </a:solidFill>
                <a:effectLst/>
              </a:endParaRPr>
            </a:p>
            <a:p>
              <a:pPr>
                <a:buNone/>
              </a:pPr>
              <a:br>
                <a:rPr lang="en-US" sz="900" dirty="0">
                  <a:solidFill>
                    <a:schemeClr val="accent1"/>
                  </a:solidFill>
                </a:rPr>
              </a:br>
              <a:endParaRPr lang="en-BE" sz="9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32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6F23-8679-557D-B0B4-A07A25E0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B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EDA19F-54E6-7223-CD45-9AC01FED8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752" y="594360"/>
            <a:ext cx="7846353" cy="53637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A96BD7D-3B98-CD38-8642-E8944FA20B7B}"/>
              </a:ext>
            </a:extLst>
          </p:cNvPr>
          <p:cNvGrpSpPr/>
          <p:nvPr/>
        </p:nvGrpSpPr>
        <p:grpSpPr>
          <a:xfrm>
            <a:off x="838200" y="2428875"/>
            <a:ext cx="9110472" cy="3529203"/>
            <a:chOff x="838200" y="2428875"/>
            <a:chExt cx="9110472" cy="35292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5B99CD1-0165-D94C-B484-0B6C46F23962}"/>
                </a:ext>
              </a:extLst>
            </p:cNvPr>
            <p:cNvGrpSpPr/>
            <p:nvPr/>
          </p:nvGrpSpPr>
          <p:grpSpPr>
            <a:xfrm>
              <a:off x="838200" y="2428875"/>
              <a:ext cx="9110472" cy="3529203"/>
              <a:chOff x="838200" y="2428875"/>
              <a:chExt cx="9110472" cy="352920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E1DBC40-EB55-29EC-A8D5-E958912EB766}"/>
                  </a:ext>
                </a:extLst>
              </p:cNvPr>
              <p:cNvSpPr/>
              <p:nvPr/>
            </p:nvSpPr>
            <p:spPr>
              <a:xfrm>
                <a:off x="4206240" y="4690872"/>
                <a:ext cx="5742432" cy="1267206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pic>
            <p:nvPicPr>
              <p:cNvPr id="2052" name="Picture 4">
                <a:extLst>
                  <a:ext uri="{FF2B5EF4-FFF2-40B4-BE49-F238E27FC236}">
                    <a16:creationId xmlns:a16="http://schemas.microsoft.com/office/drawing/2014/main" id="{E46F2CCB-B566-9460-3114-2933B14903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2428875"/>
                <a:ext cx="7953375" cy="200025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975333AF-DA0E-7A46-3046-FC859D9648FD}"/>
                  </a:ext>
                </a:extLst>
              </p:cNvPr>
              <p:cNvCxnSpPr>
                <a:stCxn id="2052" idx="2"/>
              </p:cNvCxnSpPr>
              <p:nvPr/>
            </p:nvCxnSpPr>
            <p:spPr>
              <a:xfrm>
                <a:off x="4814888" y="4429125"/>
                <a:ext cx="1348168" cy="261747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CD467F-B6C0-8730-7C91-469CC023A294}"/>
                </a:ext>
              </a:extLst>
            </p:cNvPr>
            <p:cNvCxnSpPr/>
            <p:nvPr/>
          </p:nvCxnSpPr>
          <p:spPr>
            <a:xfrm>
              <a:off x="2532888" y="3200400"/>
              <a:ext cx="6181344" cy="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41E6764-B1DF-B0C3-A296-28B6B3E2690C}"/>
                </a:ext>
              </a:extLst>
            </p:cNvPr>
            <p:cNvCxnSpPr>
              <a:cxnSpLocks/>
            </p:cNvCxnSpPr>
            <p:nvPr/>
          </p:nvCxnSpPr>
          <p:spPr>
            <a:xfrm>
              <a:off x="972312" y="3401568"/>
              <a:ext cx="2173224" cy="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093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ABC9-7450-DE67-7672-232A497EE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9F36-F319-B9E1-6D1D-ECB6E3AF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carrot approach</a:t>
            </a:r>
            <a:endParaRPr lang="en-B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56668F5-FD98-1FA7-962B-840BE2FEEF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Future proofing for yourself</a:t>
            </a:r>
          </a:p>
          <a:p>
            <a:r>
              <a:rPr lang="en-US" dirty="0"/>
              <a:t>Increased citations:</a:t>
            </a:r>
          </a:p>
          <a:p>
            <a:endParaRPr lang="en-US" dirty="0"/>
          </a:p>
          <a:p>
            <a:r>
              <a:rPr lang="en-US" dirty="0"/>
              <a:t>Visibility and networking possibilities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other words: </a:t>
            </a:r>
            <a:r>
              <a:rPr lang="en-US" dirty="0">
                <a:solidFill>
                  <a:schemeClr val="accent1">
                    <a:alpha val="85000"/>
                  </a:schemeClr>
                </a:solidFill>
              </a:rPr>
              <a:t>You want to do it!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A04095B-DA28-899E-2A8D-933EB616D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838" y="2505670"/>
            <a:ext cx="6862962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6F12D-E1FD-B789-A60A-E05A64CED419}"/>
              </a:ext>
            </a:extLst>
          </p:cNvPr>
          <p:cNvSpPr txBox="1"/>
          <p:nvPr/>
        </p:nvSpPr>
        <p:spPr>
          <a:xfrm>
            <a:off x="5257800" y="250567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900" b="0" i="0" u="none" strike="noStrike" dirty="0">
                <a:solidFill>
                  <a:schemeClr val="accent1"/>
                </a:solidFill>
                <a:effectLst/>
                <a:latin typeface="Montserrat" panose="020F0502020204030204" pitchFamily="2" charset="0"/>
              </a:rPr>
              <a:t>https://europepmc.org/Help#searchdata</a:t>
            </a:r>
            <a:endParaRPr lang="en-US" sz="900" b="0" dirty="0">
              <a:solidFill>
                <a:schemeClr val="accent1"/>
              </a:solidFill>
              <a:effectLst/>
            </a:endParaRPr>
          </a:p>
          <a:p>
            <a:pPr>
              <a:buNone/>
            </a:pPr>
            <a:br>
              <a:rPr lang="en-US" sz="900" dirty="0">
                <a:solidFill>
                  <a:schemeClr val="accent1"/>
                </a:solidFill>
              </a:rPr>
            </a:br>
            <a:endParaRPr lang="en-BE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36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3718C-5D55-0656-82B4-9AD8A8CB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C87339-8ACA-A2E6-BBDE-5003C88ED3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find repositories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0BE69-E283-18E9-38E6-1FD2FF92F7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6704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D7A2-F126-FD29-1447-7D039C10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hundreds of repositories available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94BC1-B7EC-4773-C440-61DE5485DCD3}"/>
              </a:ext>
            </a:extLst>
          </p:cNvPr>
          <p:cNvSpPr txBox="1"/>
          <p:nvPr/>
        </p:nvSpPr>
        <p:spPr>
          <a:xfrm>
            <a:off x="1575757" y="6007656"/>
            <a:ext cx="9040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Introduction - Life-Cycle Decisions for Biomedical Data - NCBI Bookshelf</a:t>
            </a:r>
            <a:r>
              <a:rPr lang="en-US" sz="1400" dirty="0"/>
              <a:t> (2020)</a:t>
            </a:r>
            <a:endParaRPr lang="en-BE" sz="1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49B1A6-DB8D-51EF-7414-C73F26B505F9}"/>
              </a:ext>
            </a:extLst>
          </p:cNvPr>
          <p:cNvGrpSpPr/>
          <p:nvPr/>
        </p:nvGrpSpPr>
        <p:grpSpPr>
          <a:xfrm>
            <a:off x="1575757" y="1848107"/>
            <a:ext cx="9040487" cy="4159549"/>
            <a:chOff x="838200" y="1746550"/>
            <a:chExt cx="9040487" cy="415954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D150E2B-0BB5-244B-D995-23ED715E4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810042"/>
              <a:ext cx="9040487" cy="3096057"/>
            </a:xfrm>
            <a:prstGeom prst="rect">
              <a:avLst/>
            </a:prstGeom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064682-FAF3-6E87-5606-AD7EBB2FF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0"/>
            <a:stretch/>
          </p:blipFill>
          <p:spPr>
            <a:xfrm>
              <a:off x="838201" y="1746550"/>
              <a:ext cx="9040485" cy="1063492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75ADBF-DEE1-B7C5-80FE-D54F89D4678D}"/>
              </a:ext>
            </a:extLst>
          </p:cNvPr>
          <p:cNvCxnSpPr/>
          <p:nvPr/>
        </p:nvCxnSpPr>
        <p:spPr>
          <a:xfrm>
            <a:off x="6186635" y="3629608"/>
            <a:ext cx="399350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4F2BCB-D3D1-C673-5094-61EB2A1131DA}"/>
              </a:ext>
            </a:extLst>
          </p:cNvPr>
          <p:cNvCxnSpPr>
            <a:cxnSpLocks/>
          </p:cNvCxnSpPr>
          <p:nvPr/>
        </p:nvCxnSpPr>
        <p:spPr>
          <a:xfrm>
            <a:off x="1636406" y="3893975"/>
            <a:ext cx="66869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D1B093B-198C-4CE0-FFCD-49AE5D1ABCCE}"/>
              </a:ext>
            </a:extLst>
          </p:cNvPr>
          <p:cNvSpPr/>
          <p:nvPr/>
        </p:nvSpPr>
        <p:spPr>
          <a:xfrm>
            <a:off x="7324969" y="3695305"/>
            <a:ext cx="345233" cy="22666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D5F947-A7D9-D978-C568-1C8F19DA57CC}"/>
              </a:ext>
            </a:extLst>
          </p:cNvPr>
          <p:cNvSpPr/>
          <p:nvPr/>
        </p:nvSpPr>
        <p:spPr>
          <a:xfrm>
            <a:off x="5489949" y="4478638"/>
            <a:ext cx="345233" cy="22666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848FF6-EC92-BFBE-8A1B-48930C9FEB2A}"/>
              </a:ext>
            </a:extLst>
          </p:cNvPr>
          <p:cNvSpPr/>
          <p:nvPr/>
        </p:nvSpPr>
        <p:spPr>
          <a:xfrm>
            <a:off x="5886059" y="4223982"/>
            <a:ext cx="345233" cy="22666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788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6DC7-6732-1350-50C8-0E807BBB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finding repositories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B7C5-887F-B130-390F-07F1D6E25C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Re3data.org</a:t>
            </a:r>
          </a:p>
          <a:p>
            <a:r>
              <a:rPr lang="en-US" dirty="0"/>
              <a:t>Fairsharing.org</a:t>
            </a:r>
          </a:p>
          <a:p>
            <a:r>
              <a:rPr lang="en-US" dirty="0"/>
              <a:t>Elixir-Europe.org/platforms/data/elixir-deposition-databases</a:t>
            </a:r>
          </a:p>
          <a:p>
            <a:r>
              <a:rPr lang="en-US" dirty="0"/>
              <a:t>Ebi.ac.uk/submission/ </a:t>
            </a:r>
          </a:p>
          <a:p>
            <a:r>
              <a:rPr lang="en-US" dirty="0"/>
              <a:t>AI (e.g. co-pilot)</a:t>
            </a:r>
          </a:p>
          <a:p>
            <a:r>
              <a:rPr lang="en-US" dirty="0" err="1"/>
              <a:t>Etc</a:t>
            </a:r>
            <a:r>
              <a:rPr lang="en-US" dirty="0"/>
              <a:t>… (check </a:t>
            </a:r>
            <a:r>
              <a:rPr lang="en-US" dirty="0" err="1"/>
              <a:t>RDMkit</a:t>
            </a:r>
            <a:r>
              <a:rPr lang="en-US" dirty="0"/>
              <a:t> for more)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57399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41D6-E365-58F6-1816-EF4AF24F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1AF772-A99C-E413-C2F6-C9ABAC3826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6559EF7-6F43-17D5-6A96-519D152C8D23}"/>
              </a:ext>
            </a:extLst>
          </p:cNvPr>
          <p:cNvSpPr/>
          <p:nvPr/>
        </p:nvSpPr>
        <p:spPr>
          <a:xfrm rot="16200000" flipH="1">
            <a:off x="6307603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23F4AB4D-0CF2-5A1D-F122-6A5D0E8B3E43}"/>
              </a:ext>
            </a:extLst>
          </p:cNvPr>
          <p:cNvGrpSpPr/>
          <p:nvPr/>
        </p:nvGrpSpPr>
        <p:grpSpPr>
          <a:xfrm flipH="1">
            <a:off x="4262123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A5B29F-46AB-2D25-8F21-1E4906FB3D49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D3F528-04E1-7D84-BFEE-554FE94D92BF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1907E5-1BD9-D270-E1E8-2864E9B879E2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3A52AB71-34D6-47B9-FEA8-C34F8B91E0DA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5E391A6-DFBF-5E11-FCEA-5AEEB604888D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9F35C524-6E4A-287C-A408-CB83C774A04E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3892991-5CD1-230A-023E-9C1C196D13B9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3D965607-27F0-4F0D-810E-9AE03F288E43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88CD4D8E-F4AB-450A-492B-9E4F061A78AC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6248381-6993-0810-2C28-0EF003DE17CC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FF038357-0AA2-D664-88A5-7931A1EB483A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BA04031A-B11D-1454-F43B-F44A33FFAC20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4572EABB-C8BE-525B-A1A2-9C76AC8D5099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87F14C72-F90F-1B88-23E6-8E12892C8E7B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ADF262F-9298-C11B-0702-2AC214C5DA37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A2BA17D5-8440-08EE-12B1-82CB239308C2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B72636AA-1EA2-360B-8267-7D8F5CBB92C2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BE8CA9B-A464-45A3-086C-3D632D86E24C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C6D36CF-A181-6A85-32B9-715C67061D5C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35C280B-F4EB-8F4F-13BD-FA853E12A2C0}"/>
              </a:ext>
            </a:extLst>
          </p:cNvPr>
          <p:cNvSpPr/>
          <p:nvPr/>
        </p:nvSpPr>
        <p:spPr>
          <a:xfrm flipH="1">
            <a:off x="5844170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BAA5415-33F2-4B0C-5B0D-204796CD5897}"/>
              </a:ext>
            </a:extLst>
          </p:cNvPr>
          <p:cNvSpPr/>
          <p:nvPr/>
        </p:nvSpPr>
        <p:spPr>
          <a:xfrm flipH="1">
            <a:off x="5838160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36C6DE5-6EDE-C953-1466-50E76E52ED5F}"/>
              </a:ext>
            </a:extLst>
          </p:cNvPr>
          <p:cNvSpPr/>
          <p:nvPr/>
        </p:nvSpPr>
        <p:spPr>
          <a:xfrm flipH="1">
            <a:off x="4537889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B570051-B3F3-D7F8-A8A5-930A709AAF42}"/>
              </a:ext>
            </a:extLst>
          </p:cNvPr>
          <p:cNvSpPr/>
          <p:nvPr/>
        </p:nvSpPr>
        <p:spPr>
          <a:xfrm flipH="1">
            <a:off x="4984293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522CCE7-A8DA-5ACB-EB09-A27F6163FA93}"/>
              </a:ext>
            </a:extLst>
          </p:cNvPr>
          <p:cNvSpPr/>
          <p:nvPr/>
        </p:nvSpPr>
        <p:spPr>
          <a:xfrm flipH="1">
            <a:off x="4973206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D1683B-3D39-89F1-FB1C-80433226FC23}"/>
              </a:ext>
            </a:extLst>
          </p:cNvPr>
          <p:cNvGrpSpPr/>
          <p:nvPr/>
        </p:nvGrpSpPr>
        <p:grpSpPr>
          <a:xfrm rot="2292934" flipH="1">
            <a:off x="4850100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8561A30-315B-049C-5EAB-C6C886F5E459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68BA7DE-F1EE-11AE-B02D-77BF135544AC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980A02D-5E59-97E3-C2A7-7659AD5E1494}"/>
              </a:ext>
            </a:extLst>
          </p:cNvPr>
          <p:cNvSpPr/>
          <p:nvPr/>
        </p:nvSpPr>
        <p:spPr>
          <a:xfrm flipH="1">
            <a:off x="4526657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F13C790-7E1B-09FC-7F7F-3E5EC749E4BB}"/>
              </a:ext>
            </a:extLst>
          </p:cNvPr>
          <p:cNvSpPr/>
          <p:nvPr/>
        </p:nvSpPr>
        <p:spPr>
          <a:xfrm flipH="1">
            <a:off x="4532067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5903051-410B-ED84-4B24-618E534F0315}"/>
              </a:ext>
            </a:extLst>
          </p:cNvPr>
          <p:cNvSpPr/>
          <p:nvPr/>
        </p:nvSpPr>
        <p:spPr>
          <a:xfrm flipH="1">
            <a:off x="4437651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B715D82-C239-5654-61FC-4D701E77D3AF}"/>
              </a:ext>
            </a:extLst>
          </p:cNvPr>
          <p:cNvSpPr/>
          <p:nvPr/>
        </p:nvSpPr>
        <p:spPr>
          <a:xfrm flipH="1">
            <a:off x="4231411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256A373-D733-A03B-03DB-0DCA5DF46474}"/>
              </a:ext>
            </a:extLst>
          </p:cNvPr>
          <p:cNvSpPr/>
          <p:nvPr/>
        </p:nvSpPr>
        <p:spPr>
          <a:xfrm flipH="1">
            <a:off x="4264491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1AAF90D-2C87-01D4-E34D-7A993E98D5A5}"/>
              </a:ext>
            </a:extLst>
          </p:cNvPr>
          <p:cNvSpPr/>
          <p:nvPr/>
        </p:nvSpPr>
        <p:spPr>
          <a:xfrm flipH="1">
            <a:off x="4749740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78766C5-9A90-F0D8-37AF-64D117EFB0CC}"/>
              </a:ext>
            </a:extLst>
          </p:cNvPr>
          <p:cNvSpPr/>
          <p:nvPr/>
        </p:nvSpPr>
        <p:spPr>
          <a:xfrm flipH="1">
            <a:off x="4814237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4D27820-346A-F9FC-430D-C9305D05EEBC}"/>
              </a:ext>
            </a:extLst>
          </p:cNvPr>
          <p:cNvSpPr/>
          <p:nvPr/>
        </p:nvSpPr>
        <p:spPr>
          <a:xfrm flipH="1">
            <a:off x="4826619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EB454D6-0230-147F-62CC-C12F59E0E336}"/>
              </a:ext>
            </a:extLst>
          </p:cNvPr>
          <p:cNvSpPr/>
          <p:nvPr/>
        </p:nvSpPr>
        <p:spPr>
          <a:xfrm rot="6330601" flipH="1">
            <a:off x="7682970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9CE4314-3757-E39A-BE83-EFDADE4C65F7}"/>
              </a:ext>
            </a:extLst>
          </p:cNvPr>
          <p:cNvSpPr/>
          <p:nvPr/>
        </p:nvSpPr>
        <p:spPr>
          <a:xfrm flipH="1">
            <a:off x="7049096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D8C4A3-ADE5-E667-1ECE-2F20B7D3B218}"/>
              </a:ext>
            </a:extLst>
          </p:cNvPr>
          <p:cNvSpPr/>
          <p:nvPr/>
        </p:nvSpPr>
        <p:spPr>
          <a:xfrm rot="10800000" flipH="1">
            <a:off x="6064323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1C837E3A-CC42-164C-D9EC-D20D120DC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310677" flipH="1" flipV="1">
            <a:off x="7226785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4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258B-4E74-7FDE-270F-1415789B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8406"/>
            <a:ext cx="5455228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                and explore the number of repositories in your field</a:t>
            </a:r>
            <a:endParaRPr lang="en-BE" dirty="0"/>
          </a:p>
        </p:txBody>
      </p:sp>
      <p:pic>
        <p:nvPicPr>
          <p:cNvPr id="1026" name="Picture 2" descr="Brand">
            <a:hlinkClick r:id="rId2"/>
            <a:extLst>
              <a:ext uri="{FF2B5EF4-FFF2-40B4-BE49-F238E27FC236}">
                <a16:creationId xmlns:a16="http://schemas.microsoft.com/office/drawing/2014/main" id="{F232F5A5-9412-48B1-8005-5E93A4F48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976" y="2462742"/>
            <a:ext cx="1882298" cy="66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624B40-77D6-FA1F-ADA1-598D3D46D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071" y="0"/>
            <a:ext cx="5455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62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D3B477-F2BB-2ECA-5EDF-A0760B83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09906E0-B827-989F-BF49-3CC6A0D0B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D50EB1-D7B4-7CF1-3BC3-AAAB0F908E79}"/>
              </a:ext>
            </a:extLst>
          </p:cNvPr>
          <p:cNvSpPr/>
          <p:nvPr/>
        </p:nvSpPr>
        <p:spPr>
          <a:xfrm rot="5400000">
            <a:off x="4474690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EA46BFF6-BD47-271F-CC86-63997144EDAC}"/>
              </a:ext>
            </a:extLst>
          </p:cNvPr>
          <p:cNvGrpSpPr/>
          <p:nvPr/>
        </p:nvGrpSpPr>
        <p:grpSpPr>
          <a:xfrm>
            <a:off x="7209402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DCF558-29BA-EF9B-8FD8-DE6F27D897B8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038953-6E9B-CEFF-630B-F0182CEAB469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491CE3-641D-BA11-CA36-9709473FF3DF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6511F397-8AE5-6381-A4D9-EC3190AAE025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643443D-AA2D-64F3-5668-667338612E06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22D65E3E-C5C2-D607-67CD-CE061630AC72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CBB0D22-BA38-D044-932F-9020DE190F45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7FB7493-211A-5276-4AE6-625CDB86C9CA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C9C73758-FA62-8676-70B5-74FC1EF57CED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9D580AD-FA1E-4B06-33AB-21DA29FE081F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B6759AF5-BFEC-5E26-BCF0-718D71B715F3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B3807964-95FB-A665-D603-ECBD80BC0A66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6BD501A-C1A1-0E54-F61F-F46CFB7810E1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0C239E5D-6F10-4069-28BA-C8B4CC5CB25C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A159448-4465-B059-19BC-F6A3A86046A6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E7502F9C-08AD-EBA0-DC98-38443A246FEB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D7C4AAF-F0B1-F8D8-5B2B-20B9EF75B78E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8B7AA02-3E8B-318C-2198-8CBD6A73AEF5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8EC78C-B224-A3A7-42D2-DBB05C812884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6FC71AC-6182-74D7-AFFE-A897E7465D5A}"/>
              </a:ext>
            </a:extLst>
          </p:cNvPr>
          <p:cNvSpPr/>
          <p:nvPr/>
        </p:nvSpPr>
        <p:spPr>
          <a:xfrm>
            <a:off x="6981236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3835F1C-2A23-82AE-69B2-6DBF892249DD}"/>
              </a:ext>
            </a:extLst>
          </p:cNvPr>
          <p:cNvSpPr/>
          <p:nvPr/>
        </p:nvSpPr>
        <p:spPr>
          <a:xfrm>
            <a:off x="6730222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59F11A5-0280-7AF4-F605-3C24AD136335}"/>
              </a:ext>
            </a:extLst>
          </p:cNvPr>
          <p:cNvSpPr/>
          <p:nvPr/>
        </p:nvSpPr>
        <p:spPr>
          <a:xfrm>
            <a:off x="6821332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DA7ADCD-43F4-7B34-7D24-B1FEAA5F477F}"/>
              </a:ext>
            </a:extLst>
          </p:cNvPr>
          <p:cNvSpPr/>
          <p:nvPr/>
        </p:nvSpPr>
        <p:spPr>
          <a:xfrm>
            <a:off x="7785370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45CF468-B239-C661-41E7-E1903C68365D}"/>
              </a:ext>
            </a:extLst>
          </p:cNvPr>
          <p:cNvSpPr/>
          <p:nvPr/>
        </p:nvSpPr>
        <p:spPr>
          <a:xfrm>
            <a:off x="7598197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610CA3-86B8-1BEF-2259-AF069DF839F0}"/>
              </a:ext>
            </a:extLst>
          </p:cNvPr>
          <p:cNvGrpSpPr/>
          <p:nvPr/>
        </p:nvGrpSpPr>
        <p:grpSpPr>
          <a:xfrm rot="19307066">
            <a:off x="6795306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DB480E-F650-64FA-B865-21022340339F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7BE7C16-088F-5DFF-64A6-C2989217444C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FA0D358-EF4E-7DE6-AAC3-F262B8DD06AE}"/>
              </a:ext>
            </a:extLst>
          </p:cNvPr>
          <p:cNvSpPr/>
          <p:nvPr/>
        </p:nvSpPr>
        <p:spPr>
          <a:xfrm>
            <a:off x="7475396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72B8E95-9A02-A966-A2C5-92F3B20C7DE9}"/>
              </a:ext>
            </a:extLst>
          </p:cNvPr>
          <p:cNvSpPr/>
          <p:nvPr/>
        </p:nvSpPr>
        <p:spPr>
          <a:xfrm>
            <a:off x="7756963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F431D21-115B-C835-E4BB-EBF7249EEEB8}"/>
              </a:ext>
            </a:extLst>
          </p:cNvPr>
          <p:cNvSpPr/>
          <p:nvPr/>
        </p:nvSpPr>
        <p:spPr>
          <a:xfrm>
            <a:off x="8369546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E228FE6-E7C6-52DF-A9A4-F94440CC52DF}"/>
              </a:ext>
            </a:extLst>
          </p:cNvPr>
          <p:cNvSpPr/>
          <p:nvPr/>
        </p:nvSpPr>
        <p:spPr>
          <a:xfrm>
            <a:off x="8337302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A0DB8F-C954-DBBB-AF77-EABEBEA17F01}"/>
              </a:ext>
            </a:extLst>
          </p:cNvPr>
          <p:cNvSpPr/>
          <p:nvPr/>
        </p:nvSpPr>
        <p:spPr>
          <a:xfrm>
            <a:off x="8254899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F36F680-5F3D-B40B-B491-D3DEB7AE2605}"/>
              </a:ext>
            </a:extLst>
          </p:cNvPr>
          <p:cNvSpPr/>
          <p:nvPr/>
        </p:nvSpPr>
        <p:spPr>
          <a:xfrm>
            <a:off x="7802355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07CC75B-91D6-23F0-6173-9DF5D72FCD0F}"/>
              </a:ext>
            </a:extLst>
          </p:cNvPr>
          <p:cNvSpPr/>
          <p:nvPr/>
        </p:nvSpPr>
        <p:spPr>
          <a:xfrm>
            <a:off x="7847421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A8F1C20-0F2B-923F-B7FE-968D5B6039ED}"/>
              </a:ext>
            </a:extLst>
          </p:cNvPr>
          <p:cNvSpPr/>
          <p:nvPr/>
        </p:nvSpPr>
        <p:spPr>
          <a:xfrm>
            <a:off x="7792108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BC5F3E2-BB91-172B-228A-9D6955227D47}"/>
              </a:ext>
            </a:extLst>
          </p:cNvPr>
          <p:cNvSpPr/>
          <p:nvPr/>
        </p:nvSpPr>
        <p:spPr>
          <a:xfrm rot="15269399">
            <a:off x="4314993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EE418D2-D92A-4862-0B39-43E6CADC28B4}"/>
              </a:ext>
            </a:extLst>
          </p:cNvPr>
          <p:cNvSpPr/>
          <p:nvPr/>
        </p:nvSpPr>
        <p:spPr>
          <a:xfrm>
            <a:off x="4923920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59A017-3C88-F73E-3528-FB48282DD65F}"/>
              </a:ext>
            </a:extLst>
          </p:cNvPr>
          <p:cNvSpPr/>
          <p:nvPr/>
        </p:nvSpPr>
        <p:spPr>
          <a:xfrm rot="10800000">
            <a:off x="4231411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0F6C4F47-ED42-BED6-4E32-4BF4E053E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910677">
            <a:off x="4931142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08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C682-0C85-9788-0034-B3432830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wizard:</a:t>
            </a:r>
            <a:endParaRPr lang="en-B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449ABC9-7278-F460-6CE6-9770C01BD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2550033"/>
            <a:ext cx="5679821" cy="175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3737833-1E74-88CB-E59F-5C9FC5F78B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8"/>
          <a:stretch/>
        </p:blipFill>
        <p:spPr bwMode="auto">
          <a:xfrm>
            <a:off x="7801992" y="503555"/>
            <a:ext cx="2433162" cy="586066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93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F8A6-8B4F-47FF-4A64-EE8BB703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ELIXIR Deposition Database list</a:t>
            </a:r>
            <a:endParaRPr lang="en-BE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F86AECD-9A42-954A-9D57-7BFEA023C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6"/>
          <a:stretch/>
        </p:blipFill>
        <p:spPr bwMode="auto">
          <a:xfrm>
            <a:off x="994508" y="1544320"/>
            <a:ext cx="5101492" cy="459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852800DE-92EB-BC9B-8579-EDDCDD2FD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261" y="2189197"/>
            <a:ext cx="506552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3A814-43B8-01B6-CD67-987AD1264F2F}"/>
              </a:ext>
            </a:extLst>
          </p:cNvPr>
          <p:cNvSpPr txBox="1"/>
          <p:nvPr/>
        </p:nvSpPr>
        <p:spPr>
          <a:xfrm>
            <a:off x="-427315" y="5036681"/>
            <a:ext cx="11849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hlinkClick r:id="rId4"/>
              </a:rPr>
              <a:t>ELIXIR Deposition Databases for Biomolecular Data | ELIXIR</a:t>
            </a:r>
            <a:r>
              <a:rPr lang="en-US" sz="1200" dirty="0"/>
              <a:t> (2017)</a:t>
            </a:r>
            <a:endParaRPr lang="en-BE" sz="1200" dirty="0"/>
          </a:p>
        </p:txBody>
      </p:sp>
      <p:pic>
        <p:nvPicPr>
          <p:cNvPr id="4" name="Picture 12" descr="ELIXIR Europe · GitHub">
            <a:extLst>
              <a:ext uri="{FF2B5EF4-FFF2-40B4-BE49-F238E27FC236}">
                <a16:creationId xmlns:a16="http://schemas.microsoft.com/office/drawing/2014/main" id="{72A98F25-1048-C5EF-05EE-7E58947D4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781" y="713314"/>
            <a:ext cx="629183" cy="62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910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DA3E-552A-F346-6F27-3A5E5A1F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driven: </a:t>
            </a:r>
            <a:endParaRPr lang="en-BE" dirty="0"/>
          </a:p>
        </p:txBody>
      </p:sp>
      <p:pic>
        <p:nvPicPr>
          <p:cNvPr id="6146" name="Picture 2" descr="Media kit | RDMkit">
            <a:extLst>
              <a:ext uri="{FF2B5EF4-FFF2-40B4-BE49-F238E27FC236}">
                <a16:creationId xmlns:a16="http://schemas.microsoft.com/office/drawing/2014/main" id="{BB030D29-5F3A-76CB-51F8-0D9E7A36C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" y="2937101"/>
            <a:ext cx="4689987" cy="98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E9B4BB1D-1880-B52E-6A85-1B3992523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38" y="1415845"/>
            <a:ext cx="4428009" cy="402631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056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B97641-30B4-B4BB-3432-7E8B39FE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B41483-25BC-0F85-A48A-ECE2CE0C4B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2B998C-13D3-813E-3F24-56F40A770D48}"/>
              </a:ext>
            </a:extLst>
          </p:cNvPr>
          <p:cNvSpPr/>
          <p:nvPr/>
        </p:nvSpPr>
        <p:spPr>
          <a:xfrm rot="16200000" flipH="1">
            <a:off x="6307603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627FC6BA-B851-D98D-A2CC-44AD6B289758}"/>
              </a:ext>
            </a:extLst>
          </p:cNvPr>
          <p:cNvGrpSpPr/>
          <p:nvPr/>
        </p:nvGrpSpPr>
        <p:grpSpPr>
          <a:xfrm flipH="1">
            <a:off x="4262123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B5C5456-4961-2F2D-DD84-5F0D286603BA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408D18-C59D-A49C-6E28-CA185693A923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AA5A65-D56E-6BE5-6C84-1E26F133FD7D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F0B31391-2AE8-FAB2-4B27-DF8550493B97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742D869-DA40-905E-E762-818C6ABC82EF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CABBCAF3-FF80-1E39-C35C-4F681C46D4A7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A68DFC6-5813-2197-C317-AE156E9776D6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14B4B54-6E37-18F0-4C87-E8901B849892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12F5B013-A970-716A-918D-BB0F0E173E15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7EAF8A-F421-1C4D-D5EE-398DCB49BAAB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E5327393-65FA-B4EB-5A2A-549ECCEB0EAC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9827DF9-FCA8-E2FA-CCD0-B65B685576FA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6044EB9-2D0E-8132-56A3-833B91BD9DEE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254A76B7-C114-C243-53D1-ED7A6E3058FD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7779E9-E548-DE0C-C163-4CB1841383EA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F121E447-2401-273C-E343-EE92ADECD2EE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817C301-6DC0-6277-DC20-08ED017C7D66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5ABF1844-1AB0-FDC6-88D0-7125BDFE27A7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45FBAE-3BE1-641B-CFFE-C2CA098BF824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6C8941F-F30E-B7C2-5A1D-14AC62079FAA}"/>
              </a:ext>
            </a:extLst>
          </p:cNvPr>
          <p:cNvSpPr/>
          <p:nvPr/>
        </p:nvSpPr>
        <p:spPr>
          <a:xfrm flipH="1">
            <a:off x="5844170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FEC2081-0FC0-F4DA-C321-D9078AEEE7BD}"/>
              </a:ext>
            </a:extLst>
          </p:cNvPr>
          <p:cNvSpPr/>
          <p:nvPr/>
        </p:nvSpPr>
        <p:spPr>
          <a:xfrm flipH="1">
            <a:off x="5838160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78DCC7-59EB-1C0D-8670-2DC24078F1AF}"/>
              </a:ext>
            </a:extLst>
          </p:cNvPr>
          <p:cNvSpPr/>
          <p:nvPr/>
        </p:nvSpPr>
        <p:spPr>
          <a:xfrm flipH="1">
            <a:off x="4537889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C0CF6FD-C3ED-95CE-B353-B48EA55D069B}"/>
              </a:ext>
            </a:extLst>
          </p:cNvPr>
          <p:cNvSpPr/>
          <p:nvPr/>
        </p:nvSpPr>
        <p:spPr>
          <a:xfrm flipH="1">
            <a:off x="4984293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008C88-8E22-C8F7-99FA-B7B9890AA0F9}"/>
              </a:ext>
            </a:extLst>
          </p:cNvPr>
          <p:cNvSpPr/>
          <p:nvPr/>
        </p:nvSpPr>
        <p:spPr>
          <a:xfrm flipH="1">
            <a:off x="4973206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81AE4F-B8BE-A7BF-F8D6-DE00D84D2EB9}"/>
              </a:ext>
            </a:extLst>
          </p:cNvPr>
          <p:cNvGrpSpPr/>
          <p:nvPr/>
        </p:nvGrpSpPr>
        <p:grpSpPr>
          <a:xfrm rot="2292934" flipH="1">
            <a:off x="4850100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CE2A20B-3888-009C-8ADE-18FD07B25D80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E62A47F-A8C3-248E-0ECF-0448BE210C40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32BC94-01EF-75D0-E1E1-430A858A49C6}"/>
              </a:ext>
            </a:extLst>
          </p:cNvPr>
          <p:cNvSpPr/>
          <p:nvPr/>
        </p:nvSpPr>
        <p:spPr>
          <a:xfrm flipH="1">
            <a:off x="4526657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DB2653-5032-E77C-89C5-B4B92377F2C3}"/>
              </a:ext>
            </a:extLst>
          </p:cNvPr>
          <p:cNvSpPr/>
          <p:nvPr/>
        </p:nvSpPr>
        <p:spPr>
          <a:xfrm flipH="1">
            <a:off x="4532067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F7FF14E-C921-706C-B36A-2758E0623CE7}"/>
              </a:ext>
            </a:extLst>
          </p:cNvPr>
          <p:cNvSpPr/>
          <p:nvPr/>
        </p:nvSpPr>
        <p:spPr>
          <a:xfrm flipH="1">
            <a:off x="4437651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50FBA5B-B2D5-9DB6-6D5E-68966C046B14}"/>
              </a:ext>
            </a:extLst>
          </p:cNvPr>
          <p:cNvSpPr/>
          <p:nvPr/>
        </p:nvSpPr>
        <p:spPr>
          <a:xfrm flipH="1">
            <a:off x="4231411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D2164F0-0AFD-4DC5-6EB1-DD5AAFEEF93A}"/>
              </a:ext>
            </a:extLst>
          </p:cNvPr>
          <p:cNvSpPr/>
          <p:nvPr/>
        </p:nvSpPr>
        <p:spPr>
          <a:xfrm flipH="1">
            <a:off x="4264491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0552096-669F-5473-C8C0-698965E3EC95}"/>
              </a:ext>
            </a:extLst>
          </p:cNvPr>
          <p:cNvSpPr/>
          <p:nvPr/>
        </p:nvSpPr>
        <p:spPr>
          <a:xfrm flipH="1">
            <a:off x="4749740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3F206D7-B042-BADA-CDB4-2049B0339818}"/>
              </a:ext>
            </a:extLst>
          </p:cNvPr>
          <p:cNvSpPr/>
          <p:nvPr/>
        </p:nvSpPr>
        <p:spPr>
          <a:xfrm flipH="1">
            <a:off x="4814237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23055F3-5279-8877-11DE-4F7F4C1ABBF6}"/>
              </a:ext>
            </a:extLst>
          </p:cNvPr>
          <p:cNvSpPr/>
          <p:nvPr/>
        </p:nvSpPr>
        <p:spPr>
          <a:xfrm flipH="1">
            <a:off x="4826619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A206DDF-81F6-2A9C-98A6-08F1697A77E8}"/>
              </a:ext>
            </a:extLst>
          </p:cNvPr>
          <p:cNvSpPr/>
          <p:nvPr/>
        </p:nvSpPr>
        <p:spPr>
          <a:xfrm rot="6330601" flipH="1">
            <a:off x="7682970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F50D245-B80D-A200-A399-47EDCD7453E1}"/>
              </a:ext>
            </a:extLst>
          </p:cNvPr>
          <p:cNvSpPr/>
          <p:nvPr/>
        </p:nvSpPr>
        <p:spPr>
          <a:xfrm flipH="1">
            <a:off x="7049096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9640F7-41E5-A37D-E97F-407AAB2CD130}"/>
              </a:ext>
            </a:extLst>
          </p:cNvPr>
          <p:cNvSpPr/>
          <p:nvPr/>
        </p:nvSpPr>
        <p:spPr>
          <a:xfrm rot="10800000" flipH="1">
            <a:off x="6064323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78877B68-0FFE-4344-37BD-5268719F8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310677" flipH="1" flipV="1">
            <a:off x="7226785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17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1D9B-CE44-F77C-3E70-EE095CFB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Alice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8A7A-9F13-F166-0AC0-1C800B5388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8900160" cy="470058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000" dirty="0"/>
              <a:t>She is a </a:t>
            </a:r>
            <a:r>
              <a:rPr lang="en-US" sz="2000" b="1" dirty="0"/>
              <a:t>researcher</a:t>
            </a:r>
            <a:r>
              <a:rPr lang="en-US" sz="2000" dirty="0"/>
              <a:t> who:</a:t>
            </a:r>
          </a:p>
          <a:p>
            <a:r>
              <a:rPr lang="en-US" sz="2000" dirty="0"/>
              <a:t>Works with </a:t>
            </a:r>
            <a:r>
              <a:rPr lang="en-US" sz="2000" b="1" dirty="0"/>
              <a:t>plants</a:t>
            </a:r>
          </a:p>
          <a:p>
            <a:r>
              <a:rPr lang="en-US" sz="2000" dirty="0"/>
              <a:t>Is generating whole </a:t>
            </a:r>
            <a:r>
              <a:rPr lang="en-US" sz="2000" b="1" dirty="0"/>
              <a:t>genome sequencing data</a:t>
            </a:r>
          </a:p>
          <a:p>
            <a:r>
              <a:rPr lang="en-US" sz="2000" dirty="0"/>
              <a:t>Makes use of several public platforms for tools and data</a:t>
            </a:r>
          </a:p>
          <a:p>
            <a:r>
              <a:rPr lang="en-US" sz="2000" dirty="0"/>
              <a:t>Has the current project funded by a </a:t>
            </a:r>
            <a:r>
              <a:rPr lang="en-US" sz="2000" b="1" dirty="0"/>
              <a:t>public agency</a:t>
            </a:r>
          </a:p>
          <a:p>
            <a:r>
              <a:rPr lang="en-US" sz="2000" dirty="0"/>
              <a:t>Aims at publishing work in an </a:t>
            </a:r>
            <a:r>
              <a:rPr lang="en-US" sz="2000" b="1" dirty="0"/>
              <a:t>open</a:t>
            </a:r>
            <a:r>
              <a:rPr lang="en-US" sz="2000" dirty="0"/>
              <a:t> peer reviewed journal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alpha val="85000"/>
                  </a:schemeClr>
                </a:solidFill>
              </a:rPr>
              <a:t>Suggest a couple of repositories based on the </a:t>
            </a:r>
            <a:r>
              <a:rPr lang="en-US" sz="2000" dirty="0" err="1">
                <a:solidFill>
                  <a:schemeClr val="accent2">
                    <a:alpha val="85000"/>
                  </a:schemeClr>
                </a:solidFill>
              </a:rPr>
              <a:t>RDMkit</a:t>
            </a:r>
            <a:r>
              <a:rPr lang="en-US" sz="2000" dirty="0">
                <a:solidFill>
                  <a:schemeClr val="accent2">
                    <a:alpha val="85000"/>
                  </a:schemeClr>
                </a:solidFill>
              </a:rPr>
              <a:t> that are </a:t>
            </a:r>
            <a:r>
              <a:rPr lang="en-US" sz="2000" b="1" dirty="0">
                <a:solidFill>
                  <a:schemeClr val="accent2">
                    <a:alpha val="85000"/>
                  </a:schemeClr>
                </a:solidFill>
              </a:rPr>
              <a:t>domain specific</a:t>
            </a:r>
          </a:p>
          <a:p>
            <a:r>
              <a:rPr lang="en-US" sz="2000" dirty="0"/>
              <a:t>Justify your choice</a:t>
            </a:r>
          </a:p>
          <a:p>
            <a:r>
              <a:rPr lang="en-US" sz="2000" dirty="0"/>
              <a:t>Think about what info you can find about the repository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792543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F346-7921-3BA5-7C4E-0E9527BD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8A03B2-BE23-EFF1-633B-E86137685B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BC43DD4-2AD7-CE77-666F-72A901FFB36E}"/>
              </a:ext>
            </a:extLst>
          </p:cNvPr>
          <p:cNvSpPr/>
          <p:nvPr/>
        </p:nvSpPr>
        <p:spPr>
          <a:xfrm rot="5400000">
            <a:off x="4474690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F0EEF9D9-11C6-C675-A5FD-FC75C93EAB7D}"/>
              </a:ext>
            </a:extLst>
          </p:cNvPr>
          <p:cNvGrpSpPr/>
          <p:nvPr/>
        </p:nvGrpSpPr>
        <p:grpSpPr>
          <a:xfrm>
            <a:off x="7209402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8F1559-F411-D2F0-A7E9-C02DD2E45C87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61B0D-BE04-90C6-F32D-8929C199EBE6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7C2771-A366-5D83-4CB6-021F5DC24746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B6081A14-D607-0401-D9C8-98EBC993F092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42FDC66-C863-69D4-A0BA-A50A27739556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D2853066-9F66-8DBA-EC2C-9222734107B5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2111937-8A30-6653-261D-E1114329051A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2F987B3-0274-3E6F-36D2-CC4D375F9764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BF29144F-ADA0-CA9A-BEFD-319655C0BAC8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0A76C50-6926-2C7C-00BC-C246B71142BF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EB1394B8-21D3-4E70-9CF7-CF475F653D10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3E175E3-787A-4D4B-CB11-CA699072E5B2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05EDC6F-B7E8-66DB-19AC-AC7C3ADFF70A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4C361D2B-3FB4-1E3E-5B93-9A35A9199739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3A51CC2-90F0-1CED-D943-81D7B54BAFBC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A9243356-77AA-3EC7-132B-A932CDE88B92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B433325-C84C-2433-E4DE-C423EFCF2B9C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6C29A34-CC89-AB4A-0EDA-55C105757A6B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59A95D-5CAB-B4EC-6F98-8CD4DD7AEBEA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BD5DFA-94FC-314D-D88E-4460FE930FB8}"/>
              </a:ext>
            </a:extLst>
          </p:cNvPr>
          <p:cNvSpPr/>
          <p:nvPr/>
        </p:nvSpPr>
        <p:spPr>
          <a:xfrm>
            <a:off x="6981236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4F9632F-BBB7-A856-EFFE-EEAB798C33F4}"/>
              </a:ext>
            </a:extLst>
          </p:cNvPr>
          <p:cNvSpPr/>
          <p:nvPr/>
        </p:nvSpPr>
        <p:spPr>
          <a:xfrm>
            <a:off x="6730222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EAD0477-CD04-9699-2EB6-48D2FB79E88F}"/>
              </a:ext>
            </a:extLst>
          </p:cNvPr>
          <p:cNvSpPr/>
          <p:nvPr/>
        </p:nvSpPr>
        <p:spPr>
          <a:xfrm>
            <a:off x="6821332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7DA453F-F05A-3882-FB0B-D0F19040A886}"/>
              </a:ext>
            </a:extLst>
          </p:cNvPr>
          <p:cNvSpPr/>
          <p:nvPr/>
        </p:nvSpPr>
        <p:spPr>
          <a:xfrm>
            <a:off x="7785370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600303B-76DB-4CF2-8EB9-1529F1A179CA}"/>
              </a:ext>
            </a:extLst>
          </p:cNvPr>
          <p:cNvSpPr/>
          <p:nvPr/>
        </p:nvSpPr>
        <p:spPr>
          <a:xfrm>
            <a:off x="7598197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147CD3-8D5A-2112-75DC-9172FC349A10}"/>
              </a:ext>
            </a:extLst>
          </p:cNvPr>
          <p:cNvGrpSpPr/>
          <p:nvPr/>
        </p:nvGrpSpPr>
        <p:grpSpPr>
          <a:xfrm rot="19307066">
            <a:off x="6795306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36AADD-C4AB-8DC9-6332-D38147221247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D38CFBF-8E45-8FBC-7DB8-87BBA637DCB2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2766379-B373-D6A0-622C-F8619BC8EBB7}"/>
              </a:ext>
            </a:extLst>
          </p:cNvPr>
          <p:cNvSpPr/>
          <p:nvPr/>
        </p:nvSpPr>
        <p:spPr>
          <a:xfrm>
            <a:off x="7475396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E7C8FC6-E845-59F4-5724-9C2D62F40BAD}"/>
              </a:ext>
            </a:extLst>
          </p:cNvPr>
          <p:cNvSpPr/>
          <p:nvPr/>
        </p:nvSpPr>
        <p:spPr>
          <a:xfrm>
            <a:off x="7756963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A7E700E-231B-7F98-B874-A8510EF9F702}"/>
              </a:ext>
            </a:extLst>
          </p:cNvPr>
          <p:cNvSpPr/>
          <p:nvPr/>
        </p:nvSpPr>
        <p:spPr>
          <a:xfrm>
            <a:off x="8369546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C4D67FE-5BE7-B710-25A6-1E99CE11E5D1}"/>
              </a:ext>
            </a:extLst>
          </p:cNvPr>
          <p:cNvSpPr/>
          <p:nvPr/>
        </p:nvSpPr>
        <p:spPr>
          <a:xfrm>
            <a:off x="8337302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E14F4FC-0A2F-0008-46CA-783E31298EFA}"/>
              </a:ext>
            </a:extLst>
          </p:cNvPr>
          <p:cNvSpPr/>
          <p:nvPr/>
        </p:nvSpPr>
        <p:spPr>
          <a:xfrm>
            <a:off x="8254899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DA1FF86-F0C3-3A19-5F21-1EDC5CB0B0EC}"/>
              </a:ext>
            </a:extLst>
          </p:cNvPr>
          <p:cNvSpPr/>
          <p:nvPr/>
        </p:nvSpPr>
        <p:spPr>
          <a:xfrm>
            <a:off x="7802355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744B71E-ED93-6D5D-8AA8-AA99DF0B3178}"/>
              </a:ext>
            </a:extLst>
          </p:cNvPr>
          <p:cNvSpPr/>
          <p:nvPr/>
        </p:nvSpPr>
        <p:spPr>
          <a:xfrm>
            <a:off x="7847421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034EC27-7D9F-F34C-FBCF-C8ABEEBC89F4}"/>
              </a:ext>
            </a:extLst>
          </p:cNvPr>
          <p:cNvSpPr/>
          <p:nvPr/>
        </p:nvSpPr>
        <p:spPr>
          <a:xfrm>
            <a:off x="7792108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D381543-13E3-B92E-A200-A070619F7CB9}"/>
              </a:ext>
            </a:extLst>
          </p:cNvPr>
          <p:cNvSpPr/>
          <p:nvPr/>
        </p:nvSpPr>
        <p:spPr>
          <a:xfrm rot="15269399">
            <a:off x="4314993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98F6CB2-405D-83FE-C0C4-1B7FDF24BC64}"/>
              </a:ext>
            </a:extLst>
          </p:cNvPr>
          <p:cNvSpPr/>
          <p:nvPr/>
        </p:nvSpPr>
        <p:spPr>
          <a:xfrm>
            <a:off x="4923920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A41245-13EB-1CA3-D9AD-2AA5D3C16E34}"/>
              </a:ext>
            </a:extLst>
          </p:cNvPr>
          <p:cNvSpPr/>
          <p:nvPr/>
        </p:nvSpPr>
        <p:spPr>
          <a:xfrm rot="10800000">
            <a:off x="4231411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FE11A209-8D18-5066-5F1D-5D967D0DE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910677">
            <a:off x="4931142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37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E6A8-EE86-023F-E59E-6455E93A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repositories with similar data type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910508-1E2F-EDA8-B149-02D417697402}"/>
              </a:ext>
            </a:extLst>
          </p:cNvPr>
          <p:cNvGrpSpPr/>
          <p:nvPr/>
        </p:nvGrpSpPr>
        <p:grpSpPr>
          <a:xfrm>
            <a:off x="2663824" y="1519238"/>
            <a:ext cx="6864351" cy="4888744"/>
            <a:chOff x="2663825" y="1690688"/>
            <a:chExt cx="6864351" cy="4888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B853B012-989F-9A5A-2171-80ED319D30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825" y="1690688"/>
              <a:ext cx="6864350" cy="263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1" name="Picture 3">
              <a:extLst>
                <a:ext uri="{FF2B5EF4-FFF2-40B4-BE49-F238E27FC236}">
                  <a16:creationId xmlns:a16="http://schemas.microsoft.com/office/drawing/2014/main" id="{A3D4506A-C3EA-996A-8E5B-4AA044ACE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826" y="4327635"/>
              <a:ext cx="6864350" cy="2251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734382E-D183-594F-8B39-B800660701E1}"/>
              </a:ext>
            </a:extLst>
          </p:cNvPr>
          <p:cNvSpPr txBox="1"/>
          <p:nvPr/>
        </p:nvSpPr>
        <p:spPr>
          <a:xfrm>
            <a:off x="3432174" y="6407982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100" b="0" i="0" u="none" strike="noStrike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https://www.insdc.org/</a:t>
            </a:r>
            <a:endParaRPr lang="en-US" sz="1100" b="0" dirty="0">
              <a:solidFill>
                <a:schemeClr val="accent1"/>
              </a:solidFill>
              <a:effectLst/>
            </a:endParaRPr>
          </a:p>
          <a:p>
            <a:pPr>
              <a:buNone/>
            </a:pPr>
            <a:br>
              <a:rPr lang="en-US" sz="1100" dirty="0">
                <a:solidFill>
                  <a:schemeClr val="accent1"/>
                </a:solidFill>
              </a:rPr>
            </a:br>
            <a:endParaRPr lang="en-BE" sz="11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048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ABA45B6-5E59-F1EE-9DB7-48C30BB4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Genomics</a:t>
            </a:r>
            <a:endParaRPr lang="en-B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14C046-A89E-FCED-CD25-F373A3862AD3}"/>
              </a:ext>
            </a:extLst>
          </p:cNvPr>
          <p:cNvGrpSpPr/>
          <p:nvPr/>
        </p:nvGrpSpPr>
        <p:grpSpPr>
          <a:xfrm>
            <a:off x="2553607" y="3581809"/>
            <a:ext cx="8100787" cy="1233247"/>
            <a:chOff x="2991756" y="3581809"/>
            <a:chExt cx="8100787" cy="1233247"/>
          </a:xfrm>
        </p:grpSpPr>
        <p:pic>
          <p:nvPicPr>
            <p:cNvPr id="8197" name="Picture 5">
              <a:extLst>
                <a:ext uri="{FF2B5EF4-FFF2-40B4-BE49-F238E27FC236}">
                  <a16:creationId xmlns:a16="http://schemas.microsoft.com/office/drawing/2014/main" id="{426C874B-8B14-7AFE-50C7-1F2302CD4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1756" y="3648364"/>
              <a:ext cx="952500" cy="1100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8" name="Picture 6">
              <a:extLst>
                <a:ext uri="{FF2B5EF4-FFF2-40B4-BE49-F238E27FC236}">
                  <a16:creationId xmlns:a16="http://schemas.microsoft.com/office/drawing/2014/main" id="{4E687C65-1329-F0AA-AF0F-6255317D6B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3501" y="3581809"/>
              <a:ext cx="2349042" cy="12332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200" name="Picture 8">
            <a:extLst>
              <a:ext uri="{FF2B5EF4-FFF2-40B4-BE49-F238E27FC236}">
                <a16:creationId xmlns:a16="http://schemas.microsoft.com/office/drawing/2014/main" id="{FDD7AC0C-D354-520E-97D0-933BCB81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943" y="2290703"/>
            <a:ext cx="2148114" cy="61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71FC6B-8EC3-2886-081D-2032C0F091CC}"/>
              </a:ext>
            </a:extLst>
          </p:cNvPr>
          <p:cNvCxnSpPr/>
          <p:nvPr/>
        </p:nvCxnSpPr>
        <p:spPr>
          <a:xfrm flipH="1">
            <a:off x="4383314" y="3222171"/>
            <a:ext cx="1175657" cy="976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C02FB4-6F3D-AC60-02D9-AF94D0C665B9}"/>
              </a:ext>
            </a:extLst>
          </p:cNvPr>
          <p:cNvCxnSpPr>
            <a:cxnSpLocks/>
          </p:cNvCxnSpPr>
          <p:nvPr/>
        </p:nvCxnSpPr>
        <p:spPr>
          <a:xfrm>
            <a:off x="6633031" y="3222170"/>
            <a:ext cx="1175657" cy="976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31A6AC-E57C-F076-A3CB-E8D6A9D7ABBD}"/>
              </a:ext>
            </a:extLst>
          </p:cNvPr>
          <p:cNvCxnSpPr>
            <a:cxnSpLocks/>
          </p:cNvCxnSpPr>
          <p:nvPr/>
        </p:nvCxnSpPr>
        <p:spPr>
          <a:xfrm>
            <a:off x="4383313" y="4350831"/>
            <a:ext cx="34253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154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70F3-ACFC-B9A2-763C-E101016E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Proteomics </a:t>
            </a:r>
            <a:endParaRPr lang="en-BE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63C5A93-2AA8-6677-F349-468C53D73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797" y="1690688"/>
            <a:ext cx="7988406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35EAA9-041F-BE38-4813-F4ACBE9AA32F}"/>
              </a:ext>
            </a:extLst>
          </p:cNvPr>
          <p:cNvSpPr txBox="1"/>
          <p:nvPr/>
        </p:nvSpPr>
        <p:spPr>
          <a:xfrm>
            <a:off x="2092299" y="637698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proteomexchange.org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39481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25AB-74EF-7550-0FA4-0ACCE43C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Metabolomics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CB19A-6773-557D-2061-C0DF985B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4" t="18997" r="10531"/>
          <a:stretch/>
        </p:blipFill>
        <p:spPr>
          <a:xfrm>
            <a:off x="1682750" y="2794000"/>
            <a:ext cx="8826500" cy="1659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CA45A-83F0-59AD-4E17-58C2B0A8C340}"/>
              </a:ext>
            </a:extLst>
          </p:cNvPr>
          <p:cNvSpPr txBox="1"/>
          <p:nvPr/>
        </p:nvSpPr>
        <p:spPr>
          <a:xfrm>
            <a:off x="4413250" y="426841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hlinkClick r:id="rId3"/>
              </a:rPr>
              <a:t>MetabolomeXchange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86877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7641-820A-937E-44EC-50419D2A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Omics Discovery Index (</a:t>
            </a:r>
            <a:r>
              <a:rPr lang="en-US" dirty="0" err="1"/>
              <a:t>OmicsDI</a:t>
            </a:r>
            <a:r>
              <a:rPr lang="en-US" dirty="0"/>
              <a:t>)</a:t>
            </a:r>
            <a:endParaRPr lang="en-BE" dirty="0"/>
          </a:p>
        </p:txBody>
      </p:sp>
      <p:pic>
        <p:nvPicPr>
          <p:cNvPr id="12290" name="Picture 2" descr="Molecular Networks – Providing context for life">
            <a:extLst>
              <a:ext uri="{FF2B5EF4-FFF2-40B4-BE49-F238E27FC236}">
                <a16:creationId xmlns:a16="http://schemas.microsoft.com/office/drawing/2014/main" id="{5E5A4276-BE4F-3EB0-11DD-3CD69873A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6" r="28971"/>
          <a:stretch/>
        </p:blipFill>
        <p:spPr bwMode="auto">
          <a:xfrm>
            <a:off x="838200" y="4095895"/>
            <a:ext cx="1143000" cy="157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DF9B5-38B2-3828-AC85-D0D4870F6C61}"/>
              </a:ext>
            </a:extLst>
          </p:cNvPr>
          <p:cNvSpPr txBox="1"/>
          <p:nvPr/>
        </p:nvSpPr>
        <p:spPr>
          <a:xfrm>
            <a:off x="1981200" y="4755407"/>
            <a:ext cx="469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25 Resources, &gt;3M datasets, 4 Continents</a:t>
            </a:r>
            <a:endParaRPr lang="en-B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03935-7553-53DE-23CB-19228A6AD0CD}"/>
              </a:ext>
            </a:extLst>
          </p:cNvPr>
          <p:cNvSpPr txBox="1"/>
          <p:nvPr/>
        </p:nvSpPr>
        <p:spPr>
          <a:xfrm>
            <a:off x="1981200" y="2944792"/>
            <a:ext cx="4829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OmicsDI</a:t>
            </a:r>
            <a:r>
              <a:rPr lang="en-US" b="1" dirty="0"/>
              <a:t> is part of the ELIXIR infrastructure</a:t>
            </a:r>
            <a:endParaRPr lang="en-BE" b="1" dirty="0"/>
          </a:p>
        </p:txBody>
      </p:sp>
      <p:pic>
        <p:nvPicPr>
          <p:cNvPr id="12294" name="Picture 6" descr="Elixir Europe logo - DiSSCo">
            <a:extLst>
              <a:ext uri="{FF2B5EF4-FFF2-40B4-BE49-F238E27FC236}">
                <a16:creationId xmlns:a16="http://schemas.microsoft.com/office/drawing/2014/main" id="{BA105C75-0E80-46F2-5860-246784D2C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7957"/>
            <a:ext cx="1172745" cy="88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23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7641-30B4-B4BB-3432-7E8B39FE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B41483-25BC-0F85-A48A-ECE2CE0C4B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2B998C-13D3-813E-3F24-56F40A770D48}"/>
              </a:ext>
            </a:extLst>
          </p:cNvPr>
          <p:cNvSpPr/>
          <p:nvPr/>
        </p:nvSpPr>
        <p:spPr>
          <a:xfrm rot="16200000" flipH="1">
            <a:off x="6307603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627FC6BA-B851-D98D-A2CC-44AD6B289758}"/>
              </a:ext>
            </a:extLst>
          </p:cNvPr>
          <p:cNvGrpSpPr/>
          <p:nvPr/>
        </p:nvGrpSpPr>
        <p:grpSpPr>
          <a:xfrm flipH="1">
            <a:off x="4262123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B5C5456-4961-2F2D-DD84-5F0D286603BA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408D18-C59D-A49C-6E28-CA185693A923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5AA5A65-D56E-6BE5-6C84-1E26F133FD7D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F0B31391-2AE8-FAB2-4B27-DF8550493B97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742D869-DA40-905E-E762-818C6ABC82EF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CABBCAF3-FF80-1E39-C35C-4F681C46D4A7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CA68DFC6-5813-2197-C317-AE156E9776D6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14B4B54-6E37-18F0-4C87-E8901B849892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12F5B013-A970-716A-918D-BB0F0E173E15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67EAF8A-F421-1C4D-D5EE-398DCB49BAAB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E5327393-65FA-B4EB-5A2A-549ECCEB0EAC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9827DF9-FCA8-E2FA-CCD0-B65B685576FA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6044EB9-2D0E-8132-56A3-833B91BD9DEE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254A76B7-C114-C243-53D1-ED7A6E3058FD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7779E9-E548-DE0C-C163-4CB1841383EA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F121E447-2401-273C-E343-EE92ADECD2EE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817C301-6DC0-6277-DC20-08ED017C7D66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5ABF1844-1AB0-FDC6-88D0-7125BDFE27A7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45FBAE-3BE1-641B-CFFE-C2CA098BF824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6C8941F-F30E-B7C2-5A1D-14AC62079FAA}"/>
              </a:ext>
            </a:extLst>
          </p:cNvPr>
          <p:cNvSpPr/>
          <p:nvPr/>
        </p:nvSpPr>
        <p:spPr>
          <a:xfrm flipH="1">
            <a:off x="5844170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FEC2081-0FC0-F4DA-C321-D9078AEEE7BD}"/>
              </a:ext>
            </a:extLst>
          </p:cNvPr>
          <p:cNvSpPr/>
          <p:nvPr/>
        </p:nvSpPr>
        <p:spPr>
          <a:xfrm flipH="1">
            <a:off x="5838160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78DCC7-59EB-1C0D-8670-2DC24078F1AF}"/>
              </a:ext>
            </a:extLst>
          </p:cNvPr>
          <p:cNvSpPr/>
          <p:nvPr/>
        </p:nvSpPr>
        <p:spPr>
          <a:xfrm flipH="1">
            <a:off x="4537889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C0CF6FD-C3ED-95CE-B353-B48EA55D069B}"/>
              </a:ext>
            </a:extLst>
          </p:cNvPr>
          <p:cNvSpPr/>
          <p:nvPr/>
        </p:nvSpPr>
        <p:spPr>
          <a:xfrm flipH="1">
            <a:off x="4984293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008C88-8E22-C8F7-99FA-B7B9890AA0F9}"/>
              </a:ext>
            </a:extLst>
          </p:cNvPr>
          <p:cNvSpPr/>
          <p:nvPr/>
        </p:nvSpPr>
        <p:spPr>
          <a:xfrm flipH="1">
            <a:off x="4973206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81AE4F-B8BE-A7BF-F8D6-DE00D84D2EB9}"/>
              </a:ext>
            </a:extLst>
          </p:cNvPr>
          <p:cNvGrpSpPr/>
          <p:nvPr/>
        </p:nvGrpSpPr>
        <p:grpSpPr>
          <a:xfrm rot="2292934" flipH="1">
            <a:off x="4850100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CE2A20B-3888-009C-8ADE-18FD07B25D80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E62A47F-A8C3-248E-0ECF-0448BE210C40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32BC94-01EF-75D0-E1E1-430A858A49C6}"/>
              </a:ext>
            </a:extLst>
          </p:cNvPr>
          <p:cNvSpPr/>
          <p:nvPr/>
        </p:nvSpPr>
        <p:spPr>
          <a:xfrm flipH="1">
            <a:off x="4526657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DB2653-5032-E77C-89C5-B4B92377F2C3}"/>
              </a:ext>
            </a:extLst>
          </p:cNvPr>
          <p:cNvSpPr/>
          <p:nvPr/>
        </p:nvSpPr>
        <p:spPr>
          <a:xfrm flipH="1">
            <a:off x="4532067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F7FF14E-C921-706C-B36A-2758E0623CE7}"/>
              </a:ext>
            </a:extLst>
          </p:cNvPr>
          <p:cNvSpPr/>
          <p:nvPr/>
        </p:nvSpPr>
        <p:spPr>
          <a:xfrm flipH="1">
            <a:off x="4437651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50FBA5B-B2D5-9DB6-6D5E-68966C046B14}"/>
              </a:ext>
            </a:extLst>
          </p:cNvPr>
          <p:cNvSpPr/>
          <p:nvPr/>
        </p:nvSpPr>
        <p:spPr>
          <a:xfrm flipH="1">
            <a:off x="4231411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D2164F0-0AFD-4DC5-6EB1-DD5AAFEEF93A}"/>
              </a:ext>
            </a:extLst>
          </p:cNvPr>
          <p:cNvSpPr/>
          <p:nvPr/>
        </p:nvSpPr>
        <p:spPr>
          <a:xfrm flipH="1">
            <a:off x="4264491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0552096-669F-5473-C8C0-698965E3EC95}"/>
              </a:ext>
            </a:extLst>
          </p:cNvPr>
          <p:cNvSpPr/>
          <p:nvPr/>
        </p:nvSpPr>
        <p:spPr>
          <a:xfrm flipH="1">
            <a:off x="4749740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3F206D7-B042-BADA-CDB4-2049B0339818}"/>
              </a:ext>
            </a:extLst>
          </p:cNvPr>
          <p:cNvSpPr/>
          <p:nvPr/>
        </p:nvSpPr>
        <p:spPr>
          <a:xfrm flipH="1">
            <a:off x="4814237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23055F3-5279-8877-11DE-4F7F4C1ABBF6}"/>
              </a:ext>
            </a:extLst>
          </p:cNvPr>
          <p:cNvSpPr/>
          <p:nvPr/>
        </p:nvSpPr>
        <p:spPr>
          <a:xfrm flipH="1">
            <a:off x="4826619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A206DDF-81F6-2A9C-98A6-08F1697A77E8}"/>
              </a:ext>
            </a:extLst>
          </p:cNvPr>
          <p:cNvSpPr/>
          <p:nvPr/>
        </p:nvSpPr>
        <p:spPr>
          <a:xfrm rot="6330601" flipH="1">
            <a:off x="7682970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F50D245-B80D-A200-A399-47EDCD7453E1}"/>
              </a:ext>
            </a:extLst>
          </p:cNvPr>
          <p:cNvSpPr/>
          <p:nvPr/>
        </p:nvSpPr>
        <p:spPr>
          <a:xfrm flipH="1">
            <a:off x="7049096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9640F7-41E5-A37D-E97F-407AAB2CD130}"/>
              </a:ext>
            </a:extLst>
          </p:cNvPr>
          <p:cNvSpPr/>
          <p:nvPr/>
        </p:nvSpPr>
        <p:spPr>
          <a:xfrm rot="10800000" flipH="1">
            <a:off x="6064323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78877B68-0FFE-4344-37BD-5268719F8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310677" flipH="1" flipV="1">
            <a:off x="7226785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84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9CC3-3D53-E898-6552-EFF0786B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9DF7-7B1B-2CB5-1704-EC7D710E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Alice is back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A15F-3787-FABC-E0D5-01A60DB0B6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411288"/>
            <a:ext cx="8900160" cy="4700587"/>
          </a:xfrm>
        </p:spPr>
        <p:txBody>
          <a:bodyPr/>
          <a:lstStyle/>
          <a:p>
            <a:r>
              <a:rPr lang="en-US" sz="2000" dirty="0"/>
              <a:t>Still working with </a:t>
            </a:r>
            <a:r>
              <a:rPr lang="en-US" sz="2000" b="1" dirty="0"/>
              <a:t>plants</a:t>
            </a:r>
          </a:p>
          <a:p>
            <a:r>
              <a:rPr lang="en-US" sz="2000" dirty="0"/>
              <a:t>Is generating whole </a:t>
            </a:r>
            <a:r>
              <a:rPr lang="en-US" sz="2000" b="1" dirty="0"/>
              <a:t>genome sequencing data</a:t>
            </a:r>
          </a:p>
          <a:p>
            <a:r>
              <a:rPr lang="en-US" sz="2000" dirty="0"/>
              <a:t>Makes use of several public platforms for tools and data</a:t>
            </a:r>
          </a:p>
          <a:p>
            <a:r>
              <a:rPr lang="en-US" sz="2000" dirty="0"/>
              <a:t>Has the current project funded by a </a:t>
            </a:r>
            <a:r>
              <a:rPr lang="en-US" sz="2000" b="1" dirty="0"/>
              <a:t>public agency</a:t>
            </a:r>
          </a:p>
          <a:p>
            <a:r>
              <a:rPr lang="en-US" sz="2000" dirty="0"/>
              <a:t>Aims at publishing work in an </a:t>
            </a:r>
            <a:r>
              <a:rPr lang="en-US" sz="2000" b="1" dirty="0"/>
              <a:t>open</a:t>
            </a:r>
            <a:r>
              <a:rPr lang="en-US" sz="2000" dirty="0"/>
              <a:t> peer reviewed journal</a:t>
            </a:r>
          </a:p>
          <a:p>
            <a:r>
              <a:rPr lang="en-US" sz="2000" b="1" dirty="0"/>
              <a:t>Is also generating proteomics data</a:t>
            </a:r>
          </a:p>
          <a:p>
            <a:r>
              <a:rPr lang="en-US" sz="2000" b="1" dirty="0"/>
              <a:t>Is also generating metabolomics data</a:t>
            </a:r>
          </a:p>
          <a:p>
            <a:r>
              <a:rPr lang="en-US" sz="2000" b="1" dirty="0"/>
              <a:t>Would like that the datasets are recognized as to belonging to the same project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alpha val="85000"/>
                  </a:schemeClr>
                </a:solidFill>
              </a:rPr>
              <a:t>Find suitable domain specific repositories and a way to connect these datasets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3990321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F346-7921-3BA5-7C4E-0E9527BD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8A03B2-BE23-EFF1-633B-E86137685B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BC43DD4-2AD7-CE77-666F-72A901FFB36E}"/>
              </a:ext>
            </a:extLst>
          </p:cNvPr>
          <p:cNvSpPr/>
          <p:nvPr/>
        </p:nvSpPr>
        <p:spPr>
          <a:xfrm rot="5400000">
            <a:off x="4474690" y="5611373"/>
            <a:ext cx="2290034" cy="164978"/>
          </a:xfrm>
          <a:custGeom>
            <a:avLst/>
            <a:gdLst>
              <a:gd name="connsiteX0" fmla="*/ 0 w 2290034"/>
              <a:gd name="connsiteY0" fmla="*/ 0 h 164978"/>
              <a:gd name="connsiteX1" fmla="*/ 2290034 w 2290034"/>
              <a:gd name="connsiteY1" fmla="*/ 0 h 164978"/>
              <a:gd name="connsiteX2" fmla="*/ 2290034 w 2290034"/>
              <a:gd name="connsiteY2" fmla="*/ 164979 h 164978"/>
              <a:gd name="connsiteX3" fmla="*/ 0 w 2290034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0034" h="164978">
                <a:moveTo>
                  <a:pt x="0" y="0"/>
                </a:moveTo>
                <a:lnTo>
                  <a:pt x="2290034" y="0"/>
                </a:lnTo>
                <a:lnTo>
                  <a:pt x="229003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F0EEF9D9-11C6-C675-A5FD-FC75C93EAB7D}"/>
              </a:ext>
            </a:extLst>
          </p:cNvPr>
          <p:cNvGrpSpPr/>
          <p:nvPr/>
        </p:nvGrpSpPr>
        <p:grpSpPr>
          <a:xfrm>
            <a:off x="7209402" y="5059077"/>
            <a:ext cx="1600802" cy="1779984"/>
            <a:chOff x="9952602" y="5059077"/>
            <a:chExt cx="1600802" cy="177998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8F1559-F411-D2F0-A7E9-C02DD2E45C87}"/>
                </a:ext>
              </a:extLst>
            </p:cNvPr>
            <p:cNvSpPr/>
            <p:nvPr/>
          </p:nvSpPr>
          <p:spPr>
            <a:xfrm>
              <a:off x="10636553" y="5196013"/>
              <a:ext cx="242187" cy="460519"/>
            </a:xfrm>
            <a:custGeom>
              <a:avLst/>
              <a:gdLst>
                <a:gd name="connsiteX0" fmla="*/ 0 w 242187"/>
                <a:gd name="connsiteY0" fmla="*/ 0 h 460519"/>
                <a:gd name="connsiteX1" fmla="*/ 242187 w 242187"/>
                <a:gd name="connsiteY1" fmla="*/ 0 h 460519"/>
                <a:gd name="connsiteX2" fmla="*/ 242187 w 242187"/>
                <a:gd name="connsiteY2" fmla="*/ 460520 h 460519"/>
                <a:gd name="connsiteX3" fmla="*/ 0 w 242187"/>
                <a:gd name="connsiteY3" fmla="*/ 460520 h 46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187" h="460519">
                  <a:moveTo>
                    <a:pt x="0" y="0"/>
                  </a:moveTo>
                  <a:lnTo>
                    <a:pt x="242187" y="0"/>
                  </a:lnTo>
                  <a:lnTo>
                    <a:pt x="242187" y="460520"/>
                  </a:lnTo>
                  <a:lnTo>
                    <a:pt x="0" y="4605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61B0D-BE04-90C6-F32D-8929C199EBE6}"/>
                </a:ext>
              </a:extLst>
            </p:cNvPr>
            <p:cNvSpPr/>
            <p:nvPr/>
          </p:nvSpPr>
          <p:spPr>
            <a:xfrm>
              <a:off x="10714490" y="5656533"/>
              <a:ext cx="86495" cy="752419"/>
            </a:xfrm>
            <a:custGeom>
              <a:avLst/>
              <a:gdLst>
                <a:gd name="connsiteX0" fmla="*/ 0 w 86495"/>
                <a:gd name="connsiteY0" fmla="*/ 0 h 752419"/>
                <a:gd name="connsiteX1" fmla="*/ 86495 w 86495"/>
                <a:gd name="connsiteY1" fmla="*/ 0 h 752419"/>
                <a:gd name="connsiteX2" fmla="*/ 86495 w 86495"/>
                <a:gd name="connsiteY2" fmla="*/ 752419 h 752419"/>
                <a:gd name="connsiteX3" fmla="*/ 0 w 86495"/>
                <a:gd name="connsiteY3" fmla="*/ 752419 h 75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752419">
                  <a:moveTo>
                    <a:pt x="0" y="0"/>
                  </a:moveTo>
                  <a:lnTo>
                    <a:pt x="86495" y="0"/>
                  </a:lnTo>
                  <a:lnTo>
                    <a:pt x="86495" y="752419"/>
                  </a:lnTo>
                  <a:lnTo>
                    <a:pt x="0" y="752419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7C2771-A366-5D83-4CB6-021F5DC24746}"/>
                </a:ext>
              </a:extLst>
            </p:cNvPr>
            <p:cNvSpPr/>
            <p:nvPr/>
          </p:nvSpPr>
          <p:spPr>
            <a:xfrm>
              <a:off x="10107019" y="5059077"/>
              <a:ext cx="1301619" cy="188468"/>
            </a:xfrm>
            <a:custGeom>
              <a:avLst/>
              <a:gdLst>
                <a:gd name="connsiteX0" fmla="*/ 1207476 w 1301619"/>
                <a:gd name="connsiteY0" fmla="*/ 0 h 188468"/>
                <a:gd name="connsiteX1" fmla="*/ 1301619 w 1301619"/>
                <a:gd name="connsiteY1" fmla="*/ 94144 h 188468"/>
                <a:gd name="connsiteX2" fmla="*/ 1301619 w 1301619"/>
                <a:gd name="connsiteY2" fmla="*/ 94326 h 188468"/>
                <a:gd name="connsiteX3" fmla="*/ 1207476 w 1301619"/>
                <a:gd name="connsiteY3" fmla="*/ 188469 h 188468"/>
                <a:gd name="connsiteX4" fmla="*/ 94143 w 1301619"/>
                <a:gd name="connsiteY4" fmla="*/ 188469 h 188468"/>
                <a:gd name="connsiteX5" fmla="*/ 0 w 1301619"/>
                <a:gd name="connsiteY5" fmla="*/ 94326 h 188468"/>
                <a:gd name="connsiteX6" fmla="*/ 0 w 1301619"/>
                <a:gd name="connsiteY6" fmla="*/ 94144 h 188468"/>
                <a:gd name="connsiteX7" fmla="*/ 94143 w 1301619"/>
                <a:gd name="connsiteY7" fmla="*/ 0 h 1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619" h="188468">
                  <a:moveTo>
                    <a:pt x="1207476" y="0"/>
                  </a:moveTo>
                  <a:cubicBezTo>
                    <a:pt x="1259470" y="0"/>
                    <a:pt x="1301619" y="42149"/>
                    <a:pt x="1301619" y="94144"/>
                  </a:cubicBezTo>
                  <a:lnTo>
                    <a:pt x="1301619" y="94326"/>
                  </a:lnTo>
                  <a:cubicBezTo>
                    <a:pt x="1301619" y="146320"/>
                    <a:pt x="1259470" y="188469"/>
                    <a:pt x="1207476" y="188469"/>
                  </a:cubicBezTo>
                  <a:lnTo>
                    <a:pt x="94143" y="188469"/>
                  </a:lnTo>
                  <a:cubicBezTo>
                    <a:pt x="42149" y="188469"/>
                    <a:pt x="0" y="146320"/>
                    <a:pt x="0" y="94326"/>
                  </a:cubicBezTo>
                  <a:lnTo>
                    <a:pt x="0" y="94144"/>
                  </a:lnTo>
                  <a:cubicBezTo>
                    <a:pt x="0" y="42149"/>
                    <a:pt x="42149" y="0"/>
                    <a:pt x="94143" y="0"/>
                  </a:cubicBez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B6081A14-D607-0401-D9C8-98EBC993F092}"/>
                </a:ext>
              </a:extLst>
            </p:cNvPr>
            <p:cNvGrpSpPr/>
            <p:nvPr/>
          </p:nvGrpSpPr>
          <p:grpSpPr>
            <a:xfrm>
              <a:off x="9952602" y="6379270"/>
              <a:ext cx="299365" cy="459791"/>
              <a:chOff x="9952602" y="6379270"/>
              <a:chExt cx="299365" cy="45979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42FDC66-C863-69D4-A0BA-A50A27739556}"/>
                  </a:ext>
                </a:extLst>
              </p:cNvPr>
              <p:cNvSpPr/>
              <p:nvPr/>
            </p:nvSpPr>
            <p:spPr>
              <a:xfrm>
                <a:off x="10102285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D2853066-9F66-8DBA-EC2C-9222734107B5}"/>
                  </a:ext>
                </a:extLst>
              </p:cNvPr>
              <p:cNvGrpSpPr/>
              <p:nvPr/>
            </p:nvGrpSpPr>
            <p:grpSpPr>
              <a:xfrm>
                <a:off x="9952602" y="6539696"/>
                <a:ext cx="299365" cy="299365"/>
                <a:chOff x="9952602" y="6539696"/>
                <a:chExt cx="299365" cy="29936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2111937-8A30-6653-261D-E1114329051A}"/>
                    </a:ext>
                  </a:extLst>
                </p:cNvPr>
                <p:cNvSpPr/>
                <p:nvPr/>
              </p:nvSpPr>
              <p:spPr>
                <a:xfrm>
                  <a:off x="995260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2F987B3-0274-3E6F-36D2-CC4D375F9764}"/>
                    </a:ext>
                  </a:extLst>
                </p:cNvPr>
                <p:cNvSpPr/>
                <p:nvPr/>
              </p:nvSpPr>
              <p:spPr>
                <a:xfrm>
                  <a:off x="10039826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1" name="Graphic 7">
              <a:extLst>
                <a:ext uri="{FF2B5EF4-FFF2-40B4-BE49-F238E27FC236}">
                  <a16:creationId xmlns:a16="http://schemas.microsoft.com/office/drawing/2014/main" id="{BF29144F-ADA0-CA9A-BEFD-319655C0BAC8}"/>
                </a:ext>
              </a:extLst>
            </p:cNvPr>
            <p:cNvGrpSpPr/>
            <p:nvPr/>
          </p:nvGrpSpPr>
          <p:grpSpPr>
            <a:xfrm>
              <a:off x="11254039" y="6379270"/>
              <a:ext cx="299365" cy="459791"/>
              <a:chOff x="11254039" y="6379270"/>
              <a:chExt cx="299365" cy="459791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0A76C50-6926-2C7C-00BC-C246B71142BF}"/>
                  </a:ext>
                </a:extLst>
              </p:cNvPr>
              <p:cNvSpPr/>
              <p:nvPr/>
            </p:nvSpPr>
            <p:spPr>
              <a:xfrm>
                <a:off x="11403722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3" name="Graphic 7">
                <a:extLst>
                  <a:ext uri="{FF2B5EF4-FFF2-40B4-BE49-F238E27FC236}">
                    <a16:creationId xmlns:a16="http://schemas.microsoft.com/office/drawing/2014/main" id="{EB1394B8-21D3-4E70-9CF7-CF475F653D10}"/>
                  </a:ext>
                </a:extLst>
              </p:cNvPr>
              <p:cNvGrpSpPr/>
              <p:nvPr/>
            </p:nvGrpSpPr>
            <p:grpSpPr>
              <a:xfrm>
                <a:off x="11254039" y="6539696"/>
                <a:ext cx="299365" cy="299365"/>
                <a:chOff x="11254039" y="6539696"/>
                <a:chExt cx="299365" cy="29936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13E175E3-787A-4D4B-CB11-CA699072E5B2}"/>
                    </a:ext>
                  </a:extLst>
                </p:cNvPr>
                <p:cNvSpPr/>
                <p:nvPr/>
              </p:nvSpPr>
              <p:spPr>
                <a:xfrm>
                  <a:off x="11254039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3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3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3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3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05EDC6F-B7E8-66DB-19AC-AC7C3ADFF70A}"/>
                    </a:ext>
                  </a:extLst>
                </p:cNvPr>
                <p:cNvSpPr/>
                <p:nvPr/>
              </p:nvSpPr>
              <p:spPr>
                <a:xfrm>
                  <a:off x="11341263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784B9B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4C361D2B-3FB4-1E3E-5B93-9A35A9199739}"/>
                </a:ext>
              </a:extLst>
            </p:cNvPr>
            <p:cNvGrpSpPr/>
            <p:nvPr/>
          </p:nvGrpSpPr>
          <p:grpSpPr>
            <a:xfrm>
              <a:off x="10603412" y="6379270"/>
              <a:ext cx="299365" cy="459791"/>
              <a:chOff x="10603412" y="6379270"/>
              <a:chExt cx="299365" cy="459791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3A51CC2-90F0-1CED-D943-81D7B54BAFBC}"/>
                  </a:ext>
                </a:extLst>
              </p:cNvPr>
              <p:cNvSpPr/>
              <p:nvPr/>
            </p:nvSpPr>
            <p:spPr>
              <a:xfrm>
                <a:off x="10753094" y="6379270"/>
                <a:ext cx="18209" cy="265859"/>
              </a:xfrm>
              <a:custGeom>
                <a:avLst/>
                <a:gdLst>
                  <a:gd name="connsiteX0" fmla="*/ 0 w 18209"/>
                  <a:gd name="connsiteY0" fmla="*/ 0 h 265859"/>
                  <a:gd name="connsiteX1" fmla="*/ 0 w 18209"/>
                  <a:gd name="connsiteY1" fmla="*/ 265860 h 26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209" h="265859">
                    <a:moveTo>
                      <a:pt x="0" y="0"/>
                    </a:moveTo>
                    <a:lnTo>
                      <a:pt x="0" y="265860"/>
                    </a:lnTo>
                  </a:path>
                </a:pathLst>
              </a:custGeom>
              <a:ln w="23644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A9243356-77AA-3EC7-132B-A932CDE88B92}"/>
                  </a:ext>
                </a:extLst>
              </p:cNvPr>
              <p:cNvGrpSpPr/>
              <p:nvPr/>
            </p:nvGrpSpPr>
            <p:grpSpPr>
              <a:xfrm>
                <a:off x="10603412" y="6539696"/>
                <a:ext cx="299365" cy="299365"/>
                <a:chOff x="10603412" y="6539696"/>
                <a:chExt cx="299365" cy="29936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B433325-C84C-2433-E4DE-C423EFCF2B9C}"/>
                    </a:ext>
                  </a:extLst>
                </p:cNvPr>
                <p:cNvSpPr/>
                <p:nvPr/>
              </p:nvSpPr>
              <p:spPr>
                <a:xfrm>
                  <a:off x="10603412" y="6539696"/>
                  <a:ext cx="299365" cy="299365"/>
                </a:xfrm>
                <a:custGeom>
                  <a:avLst/>
                  <a:gdLst>
                    <a:gd name="connsiteX0" fmla="*/ 299365 w 299365"/>
                    <a:gd name="connsiteY0" fmla="*/ 149683 h 299365"/>
                    <a:gd name="connsiteX1" fmla="*/ 149682 w 299365"/>
                    <a:gd name="connsiteY1" fmla="*/ 299365 h 299365"/>
                    <a:gd name="connsiteX2" fmla="*/ 0 w 299365"/>
                    <a:gd name="connsiteY2" fmla="*/ 149683 h 299365"/>
                    <a:gd name="connsiteX3" fmla="*/ 149682 w 299365"/>
                    <a:gd name="connsiteY3" fmla="*/ 0 h 299365"/>
                    <a:gd name="connsiteX4" fmla="*/ 299365 w 299365"/>
                    <a:gd name="connsiteY4" fmla="*/ 149683 h 299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9365" h="299365">
                      <a:moveTo>
                        <a:pt x="299365" y="149683"/>
                      </a:moveTo>
                      <a:cubicBezTo>
                        <a:pt x="299365" y="232350"/>
                        <a:pt x="232350" y="299365"/>
                        <a:pt x="149682" y="299365"/>
                      </a:cubicBezTo>
                      <a:cubicBezTo>
                        <a:pt x="67015" y="299365"/>
                        <a:pt x="0" y="232350"/>
                        <a:pt x="0" y="149683"/>
                      </a:cubicBezTo>
                      <a:cubicBezTo>
                        <a:pt x="0" y="67015"/>
                        <a:pt x="67015" y="0"/>
                        <a:pt x="149682" y="0"/>
                      </a:cubicBezTo>
                      <a:cubicBezTo>
                        <a:pt x="232350" y="0"/>
                        <a:pt x="299365" y="67015"/>
                        <a:pt x="299365" y="1496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86C29A34-CC89-AB4A-0EDA-55C105757A6B}"/>
                    </a:ext>
                  </a:extLst>
                </p:cNvPr>
                <p:cNvSpPr/>
                <p:nvPr/>
              </p:nvSpPr>
              <p:spPr>
                <a:xfrm>
                  <a:off x="10690635" y="6626920"/>
                  <a:ext cx="124917" cy="124917"/>
                </a:xfrm>
                <a:custGeom>
                  <a:avLst/>
                  <a:gdLst>
                    <a:gd name="connsiteX0" fmla="*/ 124918 w 124917"/>
                    <a:gd name="connsiteY0" fmla="*/ 62459 h 124917"/>
                    <a:gd name="connsiteX1" fmla="*/ 62459 w 124917"/>
                    <a:gd name="connsiteY1" fmla="*/ 124918 h 124917"/>
                    <a:gd name="connsiteX2" fmla="*/ 0 w 124917"/>
                    <a:gd name="connsiteY2" fmla="*/ 62459 h 124917"/>
                    <a:gd name="connsiteX3" fmla="*/ 62459 w 124917"/>
                    <a:gd name="connsiteY3" fmla="*/ 0 h 124917"/>
                    <a:gd name="connsiteX4" fmla="*/ 124918 w 124917"/>
                    <a:gd name="connsiteY4" fmla="*/ 62459 h 12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917" h="124917">
                      <a:moveTo>
                        <a:pt x="124918" y="62459"/>
                      </a:moveTo>
                      <a:cubicBezTo>
                        <a:pt x="124918" y="96954"/>
                        <a:pt x="96954" y="124918"/>
                        <a:pt x="62459" y="124918"/>
                      </a:cubicBezTo>
                      <a:cubicBezTo>
                        <a:pt x="27964" y="124918"/>
                        <a:pt x="0" y="96954"/>
                        <a:pt x="0" y="62459"/>
                      </a:cubicBezTo>
                      <a:cubicBezTo>
                        <a:pt x="0" y="27964"/>
                        <a:pt x="27964" y="0"/>
                        <a:pt x="62459" y="0"/>
                      </a:cubicBezTo>
                      <a:cubicBezTo>
                        <a:pt x="96954" y="0"/>
                        <a:pt x="124918" y="27964"/>
                        <a:pt x="124918" y="62459"/>
                      </a:cubicBezTo>
                      <a:close/>
                    </a:path>
                  </a:pathLst>
                </a:custGeom>
                <a:solidFill>
                  <a:srgbClr val="E83050"/>
                </a:solidFill>
                <a:ln w="23644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59A95D-5CAB-B4EC-6F98-8CD4DD7AEBEA}"/>
                </a:ext>
              </a:extLst>
            </p:cNvPr>
            <p:cNvSpPr/>
            <p:nvPr/>
          </p:nvSpPr>
          <p:spPr>
            <a:xfrm rot="5400000">
              <a:off x="10709664" y="5728369"/>
              <a:ext cx="86495" cy="1301619"/>
            </a:xfrm>
            <a:custGeom>
              <a:avLst/>
              <a:gdLst>
                <a:gd name="connsiteX0" fmla="*/ 0 w 86495"/>
                <a:gd name="connsiteY0" fmla="*/ 0 h 1301619"/>
                <a:gd name="connsiteX1" fmla="*/ 86495 w 86495"/>
                <a:gd name="connsiteY1" fmla="*/ 0 h 1301619"/>
                <a:gd name="connsiteX2" fmla="*/ 86495 w 86495"/>
                <a:gd name="connsiteY2" fmla="*/ 1301620 h 1301619"/>
                <a:gd name="connsiteX3" fmla="*/ 0 w 86495"/>
                <a:gd name="connsiteY3" fmla="*/ 1301620 h 130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5" h="1301619">
                  <a:moveTo>
                    <a:pt x="0" y="0"/>
                  </a:moveTo>
                  <a:lnTo>
                    <a:pt x="86495" y="0"/>
                  </a:lnTo>
                  <a:lnTo>
                    <a:pt x="86495" y="1301620"/>
                  </a:lnTo>
                  <a:lnTo>
                    <a:pt x="0" y="1301620"/>
                  </a:lnTo>
                  <a:close/>
                </a:path>
              </a:pathLst>
            </a:custGeom>
            <a:solidFill>
              <a:srgbClr val="FFFFFF"/>
            </a:solidFill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BD5DFA-94FC-314D-D88E-4460FE930FB8}"/>
              </a:ext>
            </a:extLst>
          </p:cNvPr>
          <p:cNvSpPr/>
          <p:nvPr/>
        </p:nvSpPr>
        <p:spPr>
          <a:xfrm>
            <a:off x="6981236" y="6296599"/>
            <a:ext cx="246921" cy="486219"/>
          </a:xfrm>
          <a:custGeom>
            <a:avLst/>
            <a:gdLst>
              <a:gd name="connsiteX0" fmla="*/ 27496 w 246921"/>
              <a:gd name="connsiteY0" fmla="*/ 418820 h 486219"/>
              <a:gd name="connsiteX1" fmla="*/ 0 w 246921"/>
              <a:gd name="connsiteY1" fmla="*/ 0 h 486219"/>
              <a:gd name="connsiteX2" fmla="*/ 200123 w 246921"/>
              <a:gd name="connsiteY2" fmla="*/ 35873 h 486219"/>
              <a:gd name="connsiteX3" fmla="*/ 246922 w 246921"/>
              <a:gd name="connsiteY3" fmla="*/ 483100 h 486219"/>
              <a:gd name="connsiteX4" fmla="*/ 138028 w 246921"/>
              <a:gd name="connsiteY4" fmla="*/ 472538 h 486219"/>
              <a:gd name="connsiteX5" fmla="*/ 27496 w 246921"/>
              <a:gd name="connsiteY5" fmla="*/ 418820 h 48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921" h="486219">
                <a:moveTo>
                  <a:pt x="27496" y="418820"/>
                </a:moveTo>
                <a:lnTo>
                  <a:pt x="0" y="0"/>
                </a:lnTo>
                <a:lnTo>
                  <a:pt x="200123" y="35873"/>
                </a:lnTo>
                <a:lnTo>
                  <a:pt x="246922" y="483100"/>
                </a:lnTo>
                <a:cubicBezTo>
                  <a:pt x="246922" y="497121"/>
                  <a:pt x="138392" y="458517"/>
                  <a:pt x="138028" y="472538"/>
                </a:cubicBezTo>
                <a:lnTo>
                  <a:pt x="27496" y="418820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4F9632F-BBB7-A856-EFFE-EEAB798C33F4}"/>
              </a:ext>
            </a:extLst>
          </p:cNvPr>
          <p:cNvSpPr/>
          <p:nvPr/>
        </p:nvSpPr>
        <p:spPr>
          <a:xfrm>
            <a:off x="6730222" y="6706132"/>
            <a:ext cx="503945" cy="115266"/>
          </a:xfrm>
          <a:custGeom>
            <a:avLst/>
            <a:gdLst>
              <a:gd name="connsiteX0" fmla="*/ 492291 w 503945"/>
              <a:gd name="connsiteY0" fmla="*/ 40607 h 115266"/>
              <a:gd name="connsiteX1" fmla="*/ 282153 w 503945"/>
              <a:gd name="connsiteY1" fmla="*/ 0 h 115266"/>
              <a:gd name="connsiteX2" fmla="*/ 96597 w 503945"/>
              <a:gd name="connsiteY2" fmla="*/ 35873 h 115266"/>
              <a:gd name="connsiteX3" fmla="*/ 27037 w 503945"/>
              <a:gd name="connsiteY3" fmla="*/ 67193 h 115266"/>
              <a:gd name="connsiteX4" fmla="*/ 87 w 503945"/>
              <a:gd name="connsiteY4" fmla="*/ 115267 h 115266"/>
              <a:gd name="connsiteX5" fmla="*/ 503945 w 503945"/>
              <a:gd name="connsiteY5" fmla="*/ 115267 h 115266"/>
              <a:gd name="connsiteX6" fmla="*/ 492291 w 503945"/>
              <a:gd name="connsiteY6" fmla="*/ 40607 h 11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945" h="115266">
                <a:moveTo>
                  <a:pt x="492291" y="40607"/>
                </a:moveTo>
                <a:lnTo>
                  <a:pt x="282153" y="0"/>
                </a:lnTo>
                <a:lnTo>
                  <a:pt x="96597" y="35873"/>
                </a:lnTo>
                <a:cubicBezTo>
                  <a:pt x="71286" y="40789"/>
                  <a:pt x="46885" y="50805"/>
                  <a:pt x="27037" y="67193"/>
                </a:cubicBezTo>
                <a:cubicBezTo>
                  <a:pt x="11741" y="79758"/>
                  <a:pt x="-1188" y="96146"/>
                  <a:pt x="87" y="115267"/>
                </a:cubicBezTo>
                <a:lnTo>
                  <a:pt x="503945" y="115267"/>
                </a:lnTo>
                <a:lnTo>
                  <a:pt x="492291" y="40607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EAD0477-CD04-9699-2EB6-48D2FB79E88F}"/>
              </a:ext>
            </a:extLst>
          </p:cNvPr>
          <p:cNvSpPr/>
          <p:nvPr/>
        </p:nvSpPr>
        <p:spPr>
          <a:xfrm>
            <a:off x="6821332" y="4647177"/>
            <a:ext cx="1713106" cy="1730818"/>
          </a:xfrm>
          <a:custGeom>
            <a:avLst/>
            <a:gdLst>
              <a:gd name="connsiteX0" fmla="*/ 1115542 w 1713106"/>
              <a:gd name="connsiteY0" fmla="*/ 182 h 1730818"/>
              <a:gd name="connsiteX1" fmla="*/ 109464 w 1713106"/>
              <a:gd name="connsiteY1" fmla="*/ 140032 h 1730818"/>
              <a:gd name="connsiteX2" fmla="*/ 24 w 1713106"/>
              <a:gd name="connsiteY2" fmla="*/ 252020 h 1730818"/>
              <a:gd name="connsiteX3" fmla="*/ 24061 w 1713106"/>
              <a:gd name="connsiteY3" fmla="*/ 1730819 h 1730818"/>
              <a:gd name="connsiteX4" fmla="*/ 460362 w 1713106"/>
              <a:gd name="connsiteY4" fmla="*/ 1685113 h 1730818"/>
              <a:gd name="connsiteX5" fmla="*/ 449072 w 1713106"/>
              <a:gd name="connsiteY5" fmla="*/ 551568 h 1730818"/>
              <a:gd name="connsiteX6" fmla="*/ 1375756 w 1713106"/>
              <a:gd name="connsiteY6" fmla="*/ 448684 h 1730818"/>
              <a:gd name="connsiteX7" fmla="*/ 1712087 w 1713106"/>
              <a:gd name="connsiteY7" fmla="*/ 22216 h 1730818"/>
              <a:gd name="connsiteX8" fmla="*/ 1708627 w 1713106"/>
              <a:gd name="connsiteY8" fmla="*/ 14932 h 1730818"/>
              <a:gd name="connsiteX9" fmla="*/ 1115542 w 1713106"/>
              <a:gd name="connsiteY9" fmla="*/ 0 h 173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106" h="1730818">
                <a:moveTo>
                  <a:pt x="1115542" y="182"/>
                </a:moveTo>
                <a:lnTo>
                  <a:pt x="109464" y="140032"/>
                </a:lnTo>
                <a:cubicBezTo>
                  <a:pt x="48097" y="140032"/>
                  <a:pt x="-1251" y="190472"/>
                  <a:pt x="24" y="252020"/>
                </a:cubicBezTo>
                <a:lnTo>
                  <a:pt x="24061" y="1730819"/>
                </a:lnTo>
                <a:lnTo>
                  <a:pt x="460362" y="1685113"/>
                </a:lnTo>
                <a:lnTo>
                  <a:pt x="449072" y="551568"/>
                </a:lnTo>
                <a:lnTo>
                  <a:pt x="1375756" y="448684"/>
                </a:lnTo>
                <a:lnTo>
                  <a:pt x="1712087" y="22216"/>
                </a:lnTo>
                <a:cubicBezTo>
                  <a:pt x="1714454" y="19302"/>
                  <a:pt x="1712451" y="14932"/>
                  <a:pt x="1708627" y="14932"/>
                </a:cubicBezTo>
                <a:lnTo>
                  <a:pt x="1115542" y="0"/>
                </a:ln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7DA453F-F05A-3882-FB0B-D0F19040A886}"/>
              </a:ext>
            </a:extLst>
          </p:cNvPr>
          <p:cNvSpPr/>
          <p:nvPr/>
        </p:nvSpPr>
        <p:spPr>
          <a:xfrm>
            <a:off x="7785370" y="6278389"/>
            <a:ext cx="302664" cy="454687"/>
          </a:xfrm>
          <a:custGeom>
            <a:avLst/>
            <a:gdLst>
              <a:gd name="connsiteX0" fmla="*/ 77208 w 302664"/>
              <a:gd name="connsiteY0" fmla="*/ 412629 h 454687"/>
              <a:gd name="connsiteX1" fmla="*/ 0 w 302664"/>
              <a:gd name="connsiteY1" fmla="*/ 0 h 454687"/>
              <a:gd name="connsiteX2" fmla="*/ 203036 w 302664"/>
              <a:gd name="connsiteY2" fmla="*/ 11836 h 454687"/>
              <a:gd name="connsiteX3" fmla="*/ 302643 w 302664"/>
              <a:gd name="connsiteY3" fmla="*/ 450322 h 454687"/>
              <a:gd name="connsiteX4" fmla="*/ 193385 w 302664"/>
              <a:gd name="connsiteY4" fmla="*/ 452872 h 454687"/>
              <a:gd name="connsiteX5" fmla="*/ 77208 w 302664"/>
              <a:gd name="connsiteY5" fmla="*/ 412629 h 45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664" h="454687">
                <a:moveTo>
                  <a:pt x="77208" y="412629"/>
                </a:moveTo>
                <a:lnTo>
                  <a:pt x="0" y="0"/>
                </a:lnTo>
                <a:lnTo>
                  <a:pt x="203036" y="11836"/>
                </a:lnTo>
                <a:lnTo>
                  <a:pt x="302643" y="450322"/>
                </a:lnTo>
                <a:cubicBezTo>
                  <a:pt x="304464" y="464344"/>
                  <a:pt x="191929" y="438851"/>
                  <a:pt x="193385" y="452872"/>
                </a:cubicBezTo>
                <a:lnTo>
                  <a:pt x="77208" y="412629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600303B-76DB-4CF2-8EB9-1529F1A179CA}"/>
              </a:ext>
            </a:extLst>
          </p:cNvPr>
          <p:cNvSpPr/>
          <p:nvPr/>
        </p:nvSpPr>
        <p:spPr>
          <a:xfrm>
            <a:off x="7598197" y="6681367"/>
            <a:ext cx="500924" cy="148043"/>
          </a:xfrm>
          <a:custGeom>
            <a:avLst/>
            <a:gdLst>
              <a:gd name="connsiteX0" fmla="*/ 480348 w 500924"/>
              <a:gd name="connsiteY0" fmla="*/ 15478 h 148043"/>
              <a:gd name="connsiteX1" fmla="*/ 266932 w 500924"/>
              <a:gd name="connsiteY1" fmla="*/ 0 h 148043"/>
              <a:gd name="connsiteX2" fmla="*/ 87021 w 500924"/>
              <a:gd name="connsiteY2" fmla="*/ 57724 h 148043"/>
              <a:gd name="connsiteX3" fmla="*/ 21649 w 500924"/>
              <a:gd name="connsiteY3" fmla="*/ 97057 h 148043"/>
              <a:gd name="connsiteX4" fmla="*/ 708 w 500924"/>
              <a:gd name="connsiteY4" fmla="*/ 148044 h 148043"/>
              <a:gd name="connsiteX5" fmla="*/ 500925 w 500924"/>
              <a:gd name="connsiteY5" fmla="*/ 88134 h 148043"/>
              <a:gd name="connsiteX6" fmla="*/ 480530 w 500924"/>
              <a:gd name="connsiteY6" fmla="*/ 15478 h 14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924" h="148043">
                <a:moveTo>
                  <a:pt x="480348" y="15478"/>
                </a:moveTo>
                <a:lnTo>
                  <a:pt x="266932" y="0"/>
                </a:lnTo>
                <a:lnTo>
                  <a:pt x="87021" y="57724"/>
                </a:lnTo>
                <a:cubicBezTo>
                  <a:pt x="62438" y="65554"/>
                  <a:pt x="39494" y="78483"/>
                  <a:pt x="21649" y="97057"/>
                </a:cubicBezTo>
                <a:cubicBezTo>
                  <a:pt x="7992" y="111260"/>
                  <a:pt x="-2934" y="129106"/>
                  <a:pt x="708" y="148044"/>
                </a:cubicBezTo>
                <a:lnTo>
                  <a:pt x="500925" y="88134"/>
                </a:lnTo>
                <a:lnTo>
                  <a:pt x="480530" y="15478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147CD3-8D5A-2112-75DC-9172FC349A10}"/>
              </a:ext>
            </a:extLst>
          </p:cNvPr>
          <p:cNvGrpSpPr/>
          <p:nvPr/>
        </p:nvGrpSpPr>
        <p:grpSpPr>
          <a:xfrm rot="19307066">
            <a:off x="6795306" y="3743276"/>
            <a:ext cx="1426921" cy="760883"/>
            <a:chOff x="9191968" y="3323160"/>
            <a:chExt cx="1426921" cy="760883"/>
          </a:xfrm>
          <a:solidFill>
            <a:srgbClr val="C4AFD3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36AADD-C4AB-8DC9-6332-D38147221247}"/>
                </a:ext>
              </a:extLst>
            </p:cNvPr>
            <p:cNvSpPr/>
            <p:nvPr/>
          </p:nvSpPr>
          <p:spPr>
            <a:xfrm>
              <a:off x="9191968" y="3590668"/>
              <a:ext cx="393529" cy="273203"/>
            </a:xfrm>
            <a:custGeom>
              <a:avLst/>
              <a:gdLst>
                <a:gd name="connsiteX0" fmla="*/ 8397 w 393529"/>
                <a:gd name="connsiteY0" fmla="*/ 23298 h 273203"/>
                <a:gd name="connsiteX1" fmla="*/ 188308 w 393529"/>
                <a:gd name="connsiteY1" fmla="*/ 72464 h 273203"/>
                <a:gd name="connsiteX2" fmla="*/ 195409 w 393529"/>
                <a:gd name="connsiteY2" fmla="*/ 69550 h 273203"/>
                <a:gd name="connsiteX3" fmla="*/ 168459 w 393529"/>
                <a:gd name="connsiteY3" fmla="*/ 2721 h 273203"/>
                <a:gd name="connsiteX4" fmla="*/ 292649 w 393529"/>
                <a:gd name="connsiteY4" fmla="*/ 73738 h 273203"/>
                <a:gd name="connsiteX5" fmla="*/ 393529 w 393529"/>
                <a:gd name="connsiteY5" fmla="*/ 158959 h 273203"/>
                <a:gd name="connsiteX6" fmla="*/ 369311 w 393529"/>
                <a:gd name="connsiteY6" fmla="*/ 272951 h 273203"/>
                <a:gd name="connsiteX7" fmla="*/ 167367 w 393529"/>
                <a:gd name="connsiteY7" fmla="*/ 198292 h 273203"/>
                <a:gd name="connsiteX8" fmla="*/ 8397 w 393529"/>
                <a:gd name="connsiteY8" fmla="*/ 23116 h 27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529" h="273203">
                  <a:moveTo>
                    <a:pt x="8397" y="23298"/>
                  </a:moveTo>
                  <a:cubicBezTo>
                    <a:pt x="32980" y="-9297"/>
                    <a:pt x="112010" y="34952"/>
                    <a:pt x="188308" y="72464"/>
                  </a:cubicBezTo>
                  <a:cubicBezTo>
                    <a:pt x="193042" y="74831"/>
                    <a:pt x="199416" y="75559"/>
                    <a:pt x="195409" y="69550"/>
                  </a:cubicBezTo>
                  <a:cubicBezTo>
                    <a:pt x="183027" y="51341"/>
                    <a:pt x="158626" y="12554"/>
                    <a:pt x="168459" y="2721"/>
                  </a:cubicBezTo>
                  <a:cubicBezTo>
                    <a:pt x="181935" y="-10754"/>
                    <a:pt x="246032" y="27850"/>
                    <a:pt x="292649" y="73738"/>
                  </a:cubicBezTo>
                  <a:lnTo>
                    <a:pt x="393529" y="158959"/>
                  </a:lnTo>
                  <a:lnTo>
                    <a:pt x="369311" y="272951"/>
                  </a:lnTo>
                  <a:cubicBezTo>
                    <a:pt x="328157" y="276593"/>
                    <a:pt x="253498" y="240356"/>
                    <a:pt x="167367" y="198292"/>
                  </a:cubicBezTo>
                  <a:cubicBezTo>
                    <a:pt x="56471" y="144209"/>
                    <a:pt x="-27475" y="70643"/>
                    <a:pt x="8397" y="23116"/>
                  </a:cubicBez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D38CFBF-8E45-8FBC-7DB8-87BBA637DCB2}"/>
                </a:ext>
              </a:extLst>
            </p:cNvPr>
            <p:cNvSpPr/>
            <p:nvPr/>
          </p:nvSpPr>
          <p:spPr>
            <a:xfrm>
              <a:off x="9446376" y="3323160"/>
              <a:ext cx="1172513" cy="760883"/>
            </a:xfrm>
            <a:custGeom>
              <a:avLst/>
              <a:gdLst>
                <a:gd name="connsiteX0" fmla="*/ 1119342 w 1172513"/>
                <a:gd name="connsiteY0" fmla="*/ 0 h 760883"/>
                <a:gd name="connsiteX1" fmla="*/ 596545 w 1172513"/>
                <a:gd name="connsiteY1" fmla="*/ 480186 h 760883"/>
                <a:gd name="connsiteX2" fmla="*/ 126739 w 1172513"/>
                <a:gd name="connsiteY2" fmla="*/ 362916 h 760883"/>
                <a:gd name="connsiteX3" fmla="*/ 0 w 1172513"/>
                <a:gd name="connsiteY3" fmla="*/ 592175 h 760883"/>
                <a:gd name="connsiteX4" fmla="*/ 762798 w 1172513"/>
                <a:gd name="connsiteY4" fmla="*/ 751873 h 760883"/>
                <a:gd name="connsiteX5" fmla="*/ 1172514 w 1172513"/>
                <a:gd name="connsiteY5" fmla="*/ 414085 h 760883"/>
                <a:gd name="connsiteX6" fmla="*/ 1119342 w 1172513"/>
                <a:gd name="connsiteY6" fmla="*/ 0 h 76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2513" h="760883">
                  <a:moveTo>
                    <a:pt x="1119342" y="0"/>
                  </a:moveTo>
                  <a:lnTo>
                    <a:pt x="596545" y="480186"/>
                  </a:lnTo>
                  <a:lnTo>
                    <a:pt x="126739" y="362916"/>
                  </a:lnTo>
                  <a:cubicBezTo>
                    <a:pt x="126739" y="362916"/>
                    <a:pt x="364" y="591447"/>
                    <a:pt x="0" y="592175"/>
                  </a:cubicBezTo>
                  <a:cubicBezTo>
                    <a:pt x="0" y="592175"/>
                    <a:pt x="456514" y="806866"/>
                    <a:pt x="762798" y="751873"/>
                  </a:cubicBezTo>
                  <a:cubicBezTo>
                    <a:pt x="902101" y="726926"/>
                    <a:pt x="1172514" y="414085"/>
                    <a:pt x="1172514" y="414085"/>
                  </a:cubicBezTo>
                  <a:lnTo>
                    <a:pt x="1119342" y="0"/>
                  </a:lnTo>
                  <a:close/>
                </a:path>
              </a:pathLst>
            </a:custGeom>
            <a:grpFill/>
            <a:ln w="2364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2766379-B373-D6A0-622C-F8619BC8EBB7}"/>
              </a:ext>
            </a:extLst>
          </p:cNvPr>
          <p:cNvSpPr/>
          <p:nvPr/>
        </p:nvSpPr>
        <p:spPr>
          <a:xfrm>
            <a:off x="7475396" y="4662291"/>
            <a:ext cx="1070274" cy="1713155"/>
          </a:xfrm>
          <a:custGeom>
            <a:avLst/>
            <a:gdLst>
              <a:gd name="connsiteX0" fmla="*/ 468215 w 1070274"/>
              <a:gd name="connsiteY0" fmla="*/ 206679 h 1713155"/>
              <a:gd name="connsiteX1" fmla="*/ 81080 w 1070274"/>
              <a:gd name="connsiteY1" fmla="*/ 350898 h 1713155"/>
              <a:gd name="connsiteX2" fmla="*/ 1140 w 1070274"/>
              <a:gd name="connsiteY2" fmla="*/ 484374 h 1713155"/>
              <a:gd name="connsiteX3" fmla="*/ 185057 w 1070274"/>
              <a:gd name="connsiteY3" fmla="*/ 1713156 h 1713155"/>
              <a:gd name="connsiteX4" fmla="*/ 612799 w 1070274"/>
              <a:gd name="connsiteY4" fmla="*/ 1615917 h 1713155"/>
              <a:gd name="connsiteX5" fmla="*/ 479323 w 1070274"/>
              <a:gd name="connsiteY5" fmla="*/ 657729 h 1713155"/>
              <a:gd name="connsiteX6" fmla="*/ 780145 w 1070274"/>
              <a:gd name="connsiteY6" fmla="*/ 535725 h 1713155"/>
              <a:gd name="connsiteX7" fmla="*/ 852437 w 1070274"/>
              <a:gd name="connsiteY7" fmla="*/ 499124 h 1713155"/>
              <a:gd name="connsiteX8" fmla="*/ 1070041 w 1070274"/>
              <a:gd name="connsiteY8" fmla="*/ 179911 h 1713155"/>
              <a:gd name="connsiteX9" fmla="*/ 1063668 w 1070274"/>
              <a:gd name="connsiteY9" fmla="*/ 0 h 171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0274" h="1713155">
                <a:moveTo>
                  <a:pt x="468215" y="206679"/>
                </a:moveTo>
                <a:lnTo>
                  <a:pt x="81080" y="350898"/>
                </a:lnTo>
                <a:cubicBezTo>
                  <a:pt x="26451" y="371293"/>
                  <a:pt x="-6690" y="426650"/>
                  <a:pt x="1140" y="484374"/>
                </a:cubicBezTo>
                <a:lnTo>
                  <a:pt x="185057" y="1713156"/>
                </a:lnTo>
                <a:lnTo>
                  <a:pt x="612799" y="1615917"/>
                </a:lnTo>
                <a:lnTo>
                  <a:pt x="479323" y="657729"/>
                </a:lnTo>
                <a:lnTo>
                  <a:pt x="780145" y="535725"/>
                </a:lnTo>
                <a:cubicBezTo>
                  <a:pt x="805274" y="525528"/>
                  <a:pt x="829493" y="513328"/>
                  <a:pt x="852437" y="499124"/>
                </a:cubicBezTo>
                <a:cubicBezTo>
                  <a:pt x="990830" y="413175"/>
                  <a:pt x="1075322" y="326680"/>
                  <a:pt x="1070041" y="179911"/>
                </a:cubicBezTo>
                <a:lnTo>
                  <a:pt x="1063668" y="0"/>
                </a:ln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E7C8FC6-E845-59F4-5724-9C2D62F40BAD}"/>
              </a:ext>
            </a:extLst>
          </p:cNvPr>
          <p:cNvSpPr/>
          <p:nvPr/>
        </p:nvSpPr>
        <p:spPr>
          <a:xfrm>
            <a:off x="7756963" y="3189866"/>
            <a:ext cx="783297" cy="1482440"/>
          </a:xfrm>
          <a:custGeom>
            <a:avLst/>
            <a:gdLst>
              <a:gd name="connsiteX0" fmla="*/ 0 w 783297"/>
              <a:gd name="connsiteY0" fmla="*/ 1482440 h 1482440"/>
              <a:gd name="connsiteX1" fmla="*/ 783193 w 783297"/>
              <a:gd name="connsiteY1" fmla="*/ 1472607 h 1482440"/>
              <a:gd name="connsiteX2" fmla="*/ 783193 w 783297"/>
              <a:gd name="connsiteY2" fmla="*/ 602372 h 1482440"/>
              <a:gd name="connsiteX3" fmla="*/ 326133 w 783297"/>
              <a:gd name="connsiteY3" fmla="*/ 0 h 1482440"/>
              <a:gd name="connsiteX4" fmla="*/ 306103 w 783297"/>
              <a:gd name="connsiteY4" fmla="*/ 546 h 1482440"/>
              <a:gd name="connsiteX5" fmla="*/ 1093 w 783297"/>
              <a:gd name="connsiteY5" fmla="*/ 359093 h 1482440"/>
              <a:gd name="connsiteX6" fmla="*/ 182 w 783297"/>
              <a:gd name="connsiteY6" fmla="*/ 1482440 h 148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3297" h="1482440">
                <a:moveTo>
                  <a:pt x="0" y="1482440"/>
                </a:moveTo>
                <a:lnTo>
                  <a:pt x="783193" y="1472607"/>
                </a:lnTo>
                <a:lnTo>
                  <a:pt x="783193" y="602372"/>
                </a:lnTo>
                <a:cubicBezTo>
                  <a:pt x="788656" y="29864"/>
                  <a:pt x="578518" y="0"/>
                  <a:pt x="326133" y="0"/>
                </a:cubicBezTo>
                <a:cubicBezTo>
                  <a:pt x="319396" y="0"/>
                  <a:pt x="312840" y="182"/>
                  <a:pt x="306103" y="546"/>
                </a:cubicBezTo>
                <a:cubicBezTo>
                  <a:pt x="122915" y="10926"/>
                  <a:pt x="-12929" y="176086"/>
                  <a:pt x="1093" y="359093"/>
                </a:cubicBezTo>
                <a:lnTo>
                  <a:pt x="182" y="1482440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A7E700E-231B-7F98-B874-A8510EF9F702}"/>
              </a:ext>
            </a:extLst>
          </p:cNvPr>
          <p:cNvSpPr/>
          <p:nvPr/>
        </p:nvSpPr>
        <p:spPr>
          <a:xfrm>
            <a:off x="8369546" y="4440134"/>
            <a:ext cx="265130" cy="397883"/>
          </a:xfrm>
          <a:custGeom>
            <a:avLst/>
            <a:gdLst>
              <a:gd name="connsiteX0" fmla="*/ 30397 w 265130"/>
              <a:gd name="connsiteY0" fmla="*/ 390595 h 397883"/>
              <a:gd name="connsiteX1" fmla="*/ 71915 w 265130"/>
              <a:gd name="connsiteY1" fmla="*/ 208864 h 397883"/>
              <a:gd name="connsiteX2" fmla="*/ 68819 w 265130"/>
              <a:gd name="connsiteY2" fmla="*/ 201762 h 397883"/>
              <a:gd name="connsiteX3" fmla="*/ 3083 w 265130"/>
              <a:gd name="connsiteY3" fmla="*/ 231443 h 397883"/>
              <a:gd name="connsiteX4" fmla="*/ 68819 w 265130"/>
              <a:gd name="connsiteY4" fmla="*/ 104341 h 397883"/>
              <a:gd name="connsiteX5" fmla="*/ 149670 w 265130"/>
              <a:gd name="connsiteY5" fmla="*/ 0 h 397883"/>
              <a:gd name="connsiteX6" fmla="*/ 264572 w 265130"/>
              <a:gd name="connsiteY6" fmla="*/ 19302 h 397883"/>
              <a:gd name="connsiteX7" fmla="*/ 198472 w 265130"/>
              <a:gd name="connsiteY7" fmla="*/ 224342 h 397883"/>
              <a:gd name="connsiteX8" fmla="*/ 30215 w 265130"/>
              <a:gd name="connsiteY8" fmla="*/ 390413 h 39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30" h="397883">
                <a:moveTo>
                  <a:pt x="30397" y="390595"/>
                </a:moveTo>
                <a:cubicBezTo>
                  <a:pt x="-3108" y="367287"/>
                  <a:pt x="37681" y="286619"/>
                  <a:pt x="71915" y="208864"/>
                </a:cubicBezTo>
                <a:cubicBezTo>
                  <a:pt x="74100" y="204129"/>
                  <a:pt x="74465" y="197574"/>
                  <a:pt x="68819" y="201762"/>
                </a:cubicBezTo>
                <a:cubicBezTo>
                  <a:pt x="51156" y="214873"/>
                  <a:pt x="13462" y="240912"/>
                  <a:pt x="3083" y="231443"/>
                </a:cubicBezTo>
                <a:cubicBezTo>
                  <a:pt x="-10938" y="218515"/>
                  <a:pt x="24935" y="152960"/>
                  <a:pt x="68819" y="104341"/>
                </a:cubicBezTo>
                <a:lnTo>
                  <a:pt x="149670" y="0"/>
                </a:lnTo>
                <a:lnTo>
                  <a:pt x="264572" y="19302"/>
                </a:lnTo>
                <a:cubicBezTo>
                  <a:pt x="269853" y="60274"/>
                  <a:pt x="236894" y="136390"/>
                  <a:pt x="198472" y="224342"/>
                </a:cubicBezTo>
                <a:cubicBezTo>
                  <a:pt x="149124" y="337423"/>
                  <a:pt x="79199" y="424465"/>
                  <a:pt x="30215" y="390413"/>
                </a:cubicBez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C4D67FE-5BE7-B710-25A6-1E99CE11E5D1}"/>
              </a:ext>
            </a:extLst>
          </p:cNvPr>
          <p:cNvSpPr/>
          <p:nvPr/>
        </p:nvSpPr>
        <p:spPr>
          <a:xfrm>
            <a:off x="8337302" y="3228288"/>
            <a:ext cx="503614" cy="1336581"/>
          </a:xfrm>
          <a:custGeom>
            <a:avLst/>
            <a:gdLst>
              <a:gd name="connsiteX0" fmla="*/ 0 w 503614"/>
              <a:gd name="connsiteY0" fmla="*/ 441946 h 1336581"/>
              <a:gd name="connsiteX1" fmla="*/ 227255 w 503614"/>
              <a:gd name="connsiteY1" fmla="*/ 807412 h 1336581"/>
              <a:gd name="connsiteX2" fmla="*/ 103430 w 503614"/>
              <a:gd name="connsiteY2" fmla="*/ 1200192 h 1336581"/>
              <a:gd name="connsiteX3" fmla="*/ 327226 w 503614"/>
              <a:gd name="connsiteY3" fmla="*/ 1336582 h 1336581"/>
              <a:gd name="connsiteX4" fmla="*/ 458881 w 503614"/>
              <a:gd name="connsiteY4" fmla="*/ 603101 h 1336581"/>
              <a:gd name="connsiteX5" fmla="*/ 0 w 503614"/>
              <a:gd name="connsiteY5" fmla="*/ 0 h 133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14" h="1336581">
                <a:moveTo>
                  <a:pt x="0" y="441946"/>
                </a:moveTo>
                <a:lnTo>
                  <a:pt x="227255" y="807412"/>
                </a:lnTo>
                <a:lnTo>
                  <a:pt x="103430" y="1200192"/>
                </a:lnTo>
                <a:cubicBezTo>
                  <a:pt x="103430" y="1200192"/>
                  <a:pt x="326497" y="1336035"/>
                  <a:pt x="327226" y="1336582"/>
                </a:cubicBezTo>
                <a:cubicBezTo>
                  <a:pt x="327226" y="1336582"/>
                  <a:pt x="610749" y="882617"/>
                  <a:pt x="458881" y="603101"/>
                </a:cubicBezTo>
                <a:cubicBezTo>
                  <a:pt x="333599" y="372568"/>
                  <a:pt x="145676" y="73202"/>
                  <a:pt x="0" y="0"/>
                </a:cubicBezTo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E14F4FC-0A2F-0008-46CA-783E31298EFA}"/>
              </a:ext>
            </a:extLst>
          </p:cNvPr>
          <p:cNvSpPr/>
          <p:nvPr/>
        </p:nvSpPr>
        <p:spPr>
          <a:xfrm>
            <a:off x="8254899" y="2616989"/>
            <a:ext cx="552937" cy="364052"/>
          </a:xfrm>
          <a:custGeom>
            <a:avLst/>
            <a:gdLst>
              <a:gd name="connsiteX0" fmla="*/ 26318 w 552937"/>
              <a:gd name="connsiteY0" fmla="*/ 90505 h 364052"/>
              <a:gd name="connsiteX1" fmla="*/ 107350 w 552937"/>
              <a:gd name="connsiteY1" fmla="*/ 27318 h 364052"/>
              <a:gd name="connsiteX2" fmla="*/ 317124 w 552937"/>
              <a:gd name="connsiteY2" fmla="*/ 27500 h 364052"/>
              <a:gd name="connsiteX3" fmla="*/ 479918 w 552937"/>
              <a:gd name="connsiteY3" fmla="*/ 265317 h 364052"/>
              <a:gd name="connsiteX4" fmla="*/ 552938 w 552937"/>
              <a:gd name="connsiteY4" fmla="*/ 317032 h 364052"/>
              <a:gd name="connsiteX5" fmla="*/ 246289 w 552937"/>
              <a:gd name="connsiteY5" fmla="*/ 315575 h 364052"/>
              <a:gd name="connsiteX6" fmla="*/ 125560 w 552937"/>
              <a:gd name="connsiteY6" fmla="*/ 222342 h 364052"/>
              <a:gd name="connsiteX7" fmla="*/ 12296 w 552937"/>
              <a:gd name="connsiteY7" fmla="*/ 166257 h 364052"/>
              <a:gd name="connsiteX8" fmla="*/ 28321 w 552937"/>
              <a:gd name="connsiteY8" fmla="*/ 89594 h 36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937" h="364052">
                <a:moveTo>
                  <a:pt x="26318" y="90505"/>
                </a:moveTo>
                <a:cubicBezTo>
                  <a:pt x="57820" y="82675"/>
                  <a:pt x="80582" y="44981"/>
                  <a:pt x="107350" y="27318"/>
                </a:cubicBezTo>
                <a:cubicBezTo>
                  <a:pt x="172176" y="-15475"/>
                  <a:pt x="249020" y="-2182"/>
                  <a:pt x="317124" y="27500"/>
                </a:cubicBezTo>
                <a:cubicBezTo>
                  <a:pt x="431844" y="77576"/>
                  <a:pt x="413999" y="182645"/>
                  <a:pt x="479918" y="265317"/>
                </a:cubicBezTo>
                <a:cubicBezTo>
                  <a:pt x="498674" y="288625"/>
                  <a:pt x="526170" y="306106"/>
                  <a:pt x="552938" y="317032"/>
                </a:cubicBezTo>
                <a:cubicBezTo>
                  <a:pt x="473909" y="399339"/>
                  <a:pt x="334788" y="356911"/>
                  <a:pt x="246289" y="315575"/>
                </a:cubicBezTo>
                <a:cubicBezTo>
                  <a:pt x="196759" y="292449"/>
                  <a:pt x="168170" y="253116"/>
                  <a:pt x="125560" y="222342"/>
                </a:cubicBezTo>
                <a:cubicBezTo>
                  <a:pt x="93329" y="199034"/>
                  <a:pt x="37243" y="196303"/>
                  <a:pt x="12296" y="166257"/>
                </a:cubicBezTo>
                <a:cubicBezTo>
                  <a:pt x="-6460" y="143859"/>
                  <a:pt x="-5731" y="96696"/>
                  <a:pt x="28321" y="89594"/>
                </a:cubicBezTo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DA1FF86-F0C3-3A19-5F21-1EDC5CB0B0EC}"/>
              </a:ext>
            </a:extLst>
          </p:cNvPr>
          <p:cNvSpPr/>
          <p:nvPr/>
        </p:nvSpPr>
        <p:spPr>
          <a:xfrm>
            <a:off x="7802355" y="2592640"/>
            <a:ext cx="520232" cy="489243"/>
          </a:xfrm>
          <a:custGeom>
            <a:avLst/>
            <a:gdLst>
              <a:gd name="connsiteX0" fmla="*/ 398557 w 520232"/>
              <a:gd name="connsiteY0" fmla="*/ 489061 h 489243"/>
              <a:gd name="connsiteX1" fmla="*/ 456464 w 520232"/>
              <a:gd name="connsiteY1" fmla="*/ 424053 h 489243"/>
              <a:gd name="connsiteX2" fmla="*/ 477951 w 520232"/>
              <a:gd name="connsiteY2" fmla="*/ 119589 h 489243"/>
              <a:gd name="connsiteX3" fmla="*/ 475584 w 520232"/>
              <a:gd name="connsiteY3" fmla="*/ 116311 h 489243"/>
              <a:gd name="connsiteX4" fmla="*/ 473217 w 520232"/>
              <a:gd name="connsiteY4" fmla="*/ 113034 h 489243"/>
              <a:gd name="connsiteX5" fmla="*/ 340469 w 520232"/>
              <a:gd name="connsiteY5" fmla="*/ 13609 h 489243"/>
              <a:gd name="connsiteX6" fmla="*/ 1407 w 520232"/>
              <a:gd name="connsiteY6" fmla="*/ 186054 h 489243"/>
              <a:gd name="connsiteX7" fmla="*/ 6687 w 520232"/>
              <a:gd name="connsiteY7" fmla="*/ 265630 h 489243"/>
              <a:gd name="connsiteX8" fmla="*/ 398375 w 520232"/>
              <a:gd name="connsiteY8" fmla="*/ 489243 h 48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232" h="489243">
                <a:moveTo>
                  <a:pt x="398557" y="489061"/>
                </a:moveTo>
                <a:lnTo>
                  <a:pt x="456464" y="424053"/>
                </a:lnTo>
                <a:cubicBezTo>
                  <a:pt x="532215" y="339196"/>
                  <a:pt x="541866" y="213550"/>
                  <a:pt x="477951" y="119589"/>
                </a:cubicBezTo>
                <a:cubicBezTo>
                  <a:pt x="477223" y="118497"/>
                  <a:pt x="476494" y="117404"/>
                  <a:pt x="475584" y="116311"/>
                </a:cubicBezTo>
                <a:cubicBezTo>
                  <a:pt x="474673" y="115219"/>
                  <a:pt x="473945" y="114126"/>
                  <a:pt x="473217" y="113034"/>
                </a:cubicBezTo>
                <a:cubicBezTo>
                  <a:pt x="438618" y="64232"/>
                  <a:pt x="391820" y="31091"/>
                  <a:pt x="340469" y="13609"/>
                </a:cubicBezTo>
                <a:cubicBezTo>
                  <a:pt x="200983" y="-33735"/>
                  <a:pt x="49844" y="46933"/>
                  <a:pt x="1407" y="186054"/>
                </a:cubicBezTo>
                <a:cubicBezTo>
                  <a:pt x="-1871" y="195523"/>
                  <a:pt x="861" y="226297"/>
                  <a:pt x="6687" y="265630"/>
                </a:cubicBezTo>
                <a:cubicBezTo>
                  <a:pt x="21073" y="365236"/>
                  <a:pt x="398375" y="489243"/>
                  <a:pt x="398375" y="489243"/>
                </a:cubicBezTo>
                <a:close/>
              </a:path>
            </a:pathLst>
          </a:custGeom>
          <a:solidFill>
            <a:srgbClr val="784B9B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744B71E-ED93-6D5D-8AA8-AA99DF0B3178}"/>
              </a:ext>
            </a:extLst>
          </p:cNvPr>
          <p:cNvSpPr/>
          <p:nvPr/>
        </p:nvSpPr>
        <p:spPr>
          <a:xfrm>
            <a:off x="7847421" y="2700802"/>
            <a:ext cx="410669" cy="583935"/>
          </a:xfrm>
          <a:custGeom>
            <a:avLst/>
            <a:gdLst>
              <a:gd name="connsiteX0" fmla="*/ 1683 w 410669"/>
              <a:gd name="connsiteY0" fmla="*/ 105752 h 583935"/>
              <a:gd name="connsiteX1" fmla="*/ 10970 w 410669"/>
              <a:gd name="connsiteY1" fmla="*/ 232308 h 583935"/>
              <a:gd name="connsiteX2" fmla="*/ 31183 w 410669"/>
              <a:gd name="connsiteY2" fmla="*/ 301141 h 583935"/>
              <a:gd name="connsiteX3" fmla="*/ 94916 w 410669"/>
              <a:gd name="connsiteY3" fmla="*/ 343023 h 583935"/>
              <a:gd name="connsiteX4" fmla="*/ 179044 w 410669"/>
              <a:gd name="connsiteY4" fmla="*/ 333554 h 583935"/>
              <a:gd name="connsiteX5" fmla="*/ 163202 w 410669"/>
              <a:gd name="connsiteY5" fmla="*/ 497075 h 583935"/>
              <a:gd name="connsiteX6" fmla="*/ 202535 w 410669"/>
              <a:gd name="connsiteY6" fmla="*/ 583935 h 583935"/>
              <a:gd name="connsiteX7" fmla="*/ 410670 w 410669"/>
              <a:gd name="connsiteY7" fmla="*/ 501992 h 583935"/>
              <a:gd name="connsiteX8" fmla="*/ 323446 w 410669"/>
              <a:gd name="connsiteY8" fmla="*/ 188788 h 583935"/>
              <a:gd name="connsiteX9" fmla="*/ 324903 w 410669"/>
              <a:gd name="connsiteY9" fmla="*/ 165661 h 583935"/>
              <a:gd name="connsiteX10" fmla="*/ 274098 w 410669"/>
              <a:gd name="connsiteY10" fmla="*/ 150183 h 583935"/>
              <a:gd name="connsiteX11" fmla="*/ 146085 w 410669"/>
              <a:gd name="connsiteY11" fmla="*/ 50759 h 583935"/>
              <a:gd name="connsiteX12" fmla="*/ 117678 w 410669"/>
              <a:gd name="connsiteY12" fmla="*/ 1229 h 583935"/>
              <a:gd name="connsiteX13" fmla="*/ 113490 w 410669"/>
              <a:gd name="connsiteY13" fmla="*/ 1229 h 583935"/>
              <a:gd name="connsiteX14" fmla="*/ 92367 w 410669"/>
              <a:gd name="connsiteY14" fmla="*/ 37648 h 583935"/>
              <a:gd name="connsiteX15" fmla="*/ 28451 w 410669"/>
              <a:gd name="connsiteY15" fmla="*/ 93734 h 583935"/>
              <a:gd name="connsiteX16" fmla="*/ 1319 w 410669"/>
              <a:gd name="connsiteY16" fmla="*/ 106116 h 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0669" h="583935">
                <a:moveTo>
                  <a:pt x="1683" y="105752"/>
                </a:moveTo>
                <a:cubicBezTo>
                  <a:pt x="-1594" y="144903"/>
                  <a:pt x="-866" y="191155"/>
                  <a:pt x="10970" y="232308"/>
                </a:cubicBezTo>
                <a:cubicBezTo>
                  <a:pt x="19529" y="261990"/>
                  <a:pt x="26266" y="284388"/>
                  <a:pt x="31183" y="301141"/>
                </a:cubicBezTo>
                <a:cubicBezTo>
                  <a:pt x="39559" y="328637"/>
                  <a:pt x="66327" y="346300"/>
                  <a:pt x="94916" y="343023"/>
                </a:cubicBezTo>
                <a:lnTo>
                  <a:pt x="179044" y="333554"/>
                </a:lnTo>
                <a:lnTo>
                  <a:pt x="163202" y="497075"/>
                </a:lnTo>
                <a:lnTo>
                  <a:pt x="202535" y="583935"/>
                </a:lnTo>
                <a:lnTo>
                  <a:pt x="410670" y="501992"/>
                </a:lnTo>
                <a:cubicBezTo>
                  <a:pt x="358955" y="436438"/>
                  <a:pt x="308150" y="270913"/>
                  <a:pt x="323446" y="188788"/>
                </a:cubicBezTo>
                <a:lnTo>
                  <a:pt x="324903" y="165661"/>
                </a:lnTo>
                <a:lnTo>
                  <a:pt x="274098" y="150183"/>
                </a:lnTo>
                <a:cubicBezTo>
                  <a:pt x="220744" y="133795"/>
                  <a:pt x="175220" y="98468"/>
                  <a:pt x="146085" y="50759"/>
                </a:cubicBezTo>
                <a:lnTo>
                  <a:pt x="117678" y="1229"/>
                </a:lnTo>
                <a:cubicBezTo>
                  <a:pt x="116768" y="-410"/>
                  <a:pt x="114400" y="-410"/>
                  <a:pt x="113490" y="1229"/>
                </a:cubicBezTo>
                <a:lnTo>
                  <a:pt x="92367" y="37648"/>
                </a:lnTo>
                <a:cubicBezTo>
                  <a:pt x="77981" y="63324"/>
                  <a:pt x="55219" y="81533"/>
                  <a:pt x="28451" y="93734"/>
                </a:cubicBezTo>
                <a:lnTo>
                  <a:pt x="1319" y="106116"/>
                </a:lnTo>
                <a:close/>
              </a:path>
            </a:pathLst>
          </a:custGeom>
          <a:solidFill>
            <a:srgbClr val="FFFFFF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034EC27-7D9F-F34C-FBCF-C8ABEEBC89F4}"/>
              </a:ext>
            </a:extLst>
          </p:cNvPr>
          <p:cNvSpPr/>
          <p:nvPr/>
        </p:nvSpPr>
        <p:spPr>
          <a:xfrm>
            <a:off x="7792108" y="2695476"/>
            <a:ext cx="453600" cy="170568"/>
          </a:xfrm>
          <a:custGeom>
            <a:avLst/>
            <a:gdLst>
              <a:gd name="connsiteX0" fmla="*/ 0 w 453600"/>
              <a:gd name="connsiteY0" fmla="*/ 116723 h 170568"/>
              <a:gd name="connsiteX1" fmla="*/ 168803 w 453600"/>
              <a:gd name="connsiteY1" fmla="*/ 2185 h 170568"/>
              <a:gd name="connsiteX2" fmla="*/ 174994 w 453600"/>
              <a:gd name="connsiteY2" fmla="*/ 2185 h 170568"/>
              <a:gd name="connsiteX3" fmla="*/ 401339 w 453600"/>
              <a:gd name="connsiteY3" fmla="*/ 170077 h 170568"/>
              <a:gd name="connsiteX4" fmla="*/ 453600 w 453600"/>
              <a:gd name="connsiteY4" fmla="*/ 168074 h 17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00" h="170568">
                <a:moveTo>
                  <a:pt x="0" y="116723"/>
                </a:moveTo>
                <a:cubicBezTo>
                  <a:pt x="115449" y="120547"/>
                  <a:pt x="157695" y="32049"/>
                  <a:pt x="168803" y="2185"/>
                </a:cubicBezTo>
                <a:cubicBezTo>
                  <a:pt x="169895" y="-728"/>
                  <a:pt x="174083" y="-728"/>
                  <a:pt x="174994" y="2185"/>
                </a:cubicBezTo>
                <a:cubicBezTo>
                  <a:pt x="187559" y="38058"/>
                  <a:pt x="242005" y="162065"/>
                  <a:pt x="401339" y="170077"/>
                </a:cubicBezTo>
                <a:cubicBezTo>
                  <a:pt x="435391" y="171898"/>
                  <a:pt x="453600" y="168074"/>
                  <a:pt x="453600" y="168074"/>
                </a:cubicBezTo>
              </a:path>
            </a:pathLst>
          </a:custGeom>
          <a:noFill/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D381543-13E3-B92E-A200-A070619F7CB9}"/>
              </a:ext>
            </a:extLst>
          </p:cNvPr>
          <p:cNvSpPr/>
          <p:nvPr/>
        </p:nvSpPr>
        <p:spPr>
          <a:xfrm rot="15269399">
            <a:off x="4314993" y="3888223"/>
            <a:ext cx="1074364" cy="94871"/>
          </a:xfrm>
          <a:custGeom>
            <a:avLst/>
            <a:gdLst>
              <a:gd name="connsiteX0" fmla="*/ 0 w 1074364"/>
              <a:gd name="connsiteY0" fmla="*/ 0 h 94871"/>
              <a:gd name="connsiteX1" fmla="*/ 1074364 w 1074364"/>
              <a:gd name="connsiteY1" fmla="*/ 0 h 94871"/>
              <a:gd name="connsiteX2" fmla="*/ 1074364 w 1074364"/>
              <a:gd name="connsiteY2" fmla="*/ 94872 h 94871"/>
              <a:gd name="connsiteX3" fmla="*/ 0 w 1074364"/>
              <a:gd name="connsiteY3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364" h="94871">
                <a:moveTo>
                  <a:pt x="0" y="0"/>
                </a:moveTo>
                <a:lnTo>
                  <a:pt x="1074364" y="0"/>
                </a:lnTo>
                <a:lnTo>
                  <a:pt x="1074364" y="94872"/>
                </a:lnTo>
                <a:lnTo>
                  <a:pt x="0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98F6CB2-405D-83FE-C0C4-1B7FDF24BC64}"/>
              </a:ext>
            </a:extLst>
          </p:cNvPr>
          <p:cNvSpPr/>
          <p:nvPr/>
        </p:nvSpPr>
        <p:spPr>
          <a:xfrm>
            <a:off x="4923920" y="4371666"/>
            <a:ext cx="1099311" cy="94871"/>
          </a:xfrm>
          <a:custGeom>
            <a:avLst/>
            <a:gdLst>
              <a:gd name="connsiteX0" fmla="*/ 1099311 w 1099311"/>
              <a:gd name="connsiteY0" fmla="*/ 94872 h 94871"/>
              <a:gd name="connsiteX1" fmla="*/ 26222 w 1099311"/>
              <a:gd name="connsiteY1" fmla="*/ 94872 h 94871"/>
              <a:gd name="connsiteX2" fmla="*/ 0 w 1099311"/>
              <a:gd name="connsiteY2" fmla="*/ 0 h 94871"/>
              <a:gd name="connsiteX3" fmla="*/ 1099311 w 1099311"/>
              <a:gd name="connsiteY3" fmla="*/ 0 h 94871"/>
              <a:gd name="connsiteX4" fmla="*/ 1099311 w 1099311"/>
              <a:gd name="connsiteY4" fmla="*/ 94872 h 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9311" h="94871">
                <a:moveTo>
                  <a:pt x="1099311" y="94872"/>
                </a:moveTo>
                <a:lnTo>
                  <a:pt x="26222" y="94872"/>
                </a:lnTo>
                <a:lnTo>
                  <a:pt x="0" y="0"/>
                </a:lnTo>
                <a:lnTo>
                  <a:pt x="1099311" y="0"/>
                </a:lnTo>
                <a:lnTo>
                  <a:pt x="1099311" y="94872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23644" cap="flat">
            <a:solidFill>
              <a:schemeClr val="tx2"/>
            </a:solidFill>
            <a:prstDash val="solid"/>
            <a:round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A41245-13EB-1CA3-D9AD-2AA5D3C16E34}"/>
              </a:ext>
            </a:extLst>
          </p:cNvPr>
          <p:cNvSpPr/>
          <p:nvPr/>
        </p:nvSpPr>
        <p:spPr>
          <a:xfrm rot="10800000">
            <a:off x="4231411" y="4466538"/>
            <a:ext cx="2776593" cy="164978"/>
          </a:xfrm>
          <a:custGeom>
            <a:avLst/>
            <a:gdLst>
              <a:gd name="connsiteX0" fmla="*/ 0 w 2776593"/>
              <a:gd name="connsiteY0" fmla="*/ 0 h 164978"/>
              <a:gd name="connsiteX1" fmla="*/ 2776594 w 2776593"/>
              <a:gd name="connsiteY1" fmla="*/ 0 h 164978"/>
              <a:gd name="connsiteX2" fmla="*/ 2776594 w 2776593"/>
              <a:gd name="connsiteY2" fmla="*/ 164979 h 164978"/>
              <a:gd name="connsiteX3" fmla="*/ 0 w 2776593"/>
              <a:gd name="connsiteY3" fmla="*/ 164979 h 16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6593" h="164978">
                <a:moveTo>
                  <a:pt x="0" y="0"/>
                </a:moveTo>
                <a:lnTo>
                  <a:pt x="2776594" y="0"/>
                </a:lnTo>
                <a:lnTo>
                  <a:pt x="2776594" y="164979"/>
                </a:lnTo>
                <a:lnTo>
                  <a:pt x="0" y="164979"/>
                </a:lnTo>
                <a:close/>
              </a:path>
            </a:pathLst>
          </a:custGeom>
          <a:solidFill>
            <a:srgbClr val="C4AFD3"/>
          </a:solidFill>
          <a:ln w="23644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4" name="Graphic 3" descr="Line arrow: Clockwise curve outline">
            <a:extLst>
              <a:ext uri="{FF2B5EF4-FFF2-40B4-BE49-F238E27FC236}">
                <a16:creationId xmlns:a16="http://schemas.microsoft.com/office/drawing/2014/main" id="{FE11A209-8D18-5066-5F1D-5D967D0DE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910677">
            <a:off x="4931142" y="33332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5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E5AA-C7C7-C8E0-265A-0F4A24E1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CECB-073C-1D7B-112D-4CDC667C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</a:t>
            </a:r>
            <a:endParaRPr lang="en-BE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10103D-7A5F-E6B5-C89D-E92F900F88DB}"/>
              </a:ext>
            </a:extLst>
          </p:cNvPr>
          <p:cNvGrpSpPr/>
          <p:nvPr/>
        </p:nvGrpSpPr>
        <p:grpSpPr>
          <a:xfrm>
            <a:off x="1365097" y="1975427"/>
            <a:ext cx="7436000" cy="3994922"/>
            <a:chOff x="1964400" y="1677987"/>
            <a:chExt cx="7436000" cy="3994922"/>
          </a:xfrm>
        </p:grpSpPr>
        <p:pic>
          <p:nvPicPr>
            <p:cNvPr id="4" name="Graphic 3" descr="Disk with solid fill">
              <a:extLst>
                <a:ext uri="{FF2B5EF4-FFF2-40B4-BE49-F238E27FC236}">
                  <a16:creationId xmlns:a16="http://schemas.microsoft.com/office/drawing/2014/main" id="{F9AE1CEC-8048-BAB2-ABAD-02DF25BCE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1677987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Plant With Roots with solid fill">
              <a:extLst>
                <a:ext uri="{FF2B5EF4-FFF2-40B4-BE49-F238E27FC236}">
                  <a16:creationId xmlns:a16="http://schemas.microsoft.com/office/drawing/2014/main" id="{F51EC4E4-0BF0-5212-DAED-BDBC136E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64400" y="3205547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Leaf with solid fill">
              <a:extLst>
                <a:ext uri="{FF2B5EF4-FFF2-40B4-BE49-F238E27FC236}">
                  <a16:creationId xmlns:a16="http://schemas.microsoft.com/office/drawing/2014/main" id="{4F20D4C0-485B-AB4C-52AE-9737F488B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1677987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Leaf with solid fill">
              <a:extLst>
                <a:ext uri="{FF2B5EF4-FFF2-40B4-BE49-F238E27FC236}">
                  <a16:creationId xmlns:a16="http://schemas.microsoft.com/office/drawing/2014/main" id="{0973CE51-DC46-079D-AE11-3DBADFD6B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3218248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Leaf with solid fill">
              <a:extLst>
                <a:ext uri="{FF2B5EF4-FFF2-40B4-BE49-F238E27FC236}">
                  <a16:creationId xmlns:a16="http://schemas.microsoft.com/office/drawing/2014/main" id="{C9CB14DC-E253-1872-36FD-DB2E4F61D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4758509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Disk with solid fill">
              <a:extLst>
                <a:ext uri="{FF2B5EF4-FFF2-40B4-BE49-F238E27FC236}">
                  <a16:creationId xmlns:a16="http://schemas.microsoft.com/office/drawing/2014/main" id="{755EE2A4-9265-AC77-C7BC-6192B97F2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3218248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Disk with solid fill">
              <a:extLst>
                <a:ext uri="{FF2B5EF4-FFF2-40B4-BE49-F238E27FC236}">
                  <a16:creationId xmlns:a16="http://schemas.microsoft.com/office/drawing/2014/main" id="{6C4B5138-3798-9744-3D34-6D9AECCB7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4758509"/>
              <a:ext cx="914400" cy="9144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5F62B11-9606-2E0E-DACB-698E1FC509A8}"/>
                </a:ext>
              </a:extLst>
            </p:cNvPr>
            <p:cNvGrpSpPr/>
            <p:nvPr/>
          </p:nvGrpSpPr>
          <p:grpSpPr>
            <a:xfrm>
              <a:off x="3294800" y="2463798"/>
              <a:ext cx="1712100" cy="2423300"/>
              <a:chOff x="2692400" y="2501900"/>
              <a:chExt cx="1712100" cy="2423300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EC6B76A-AF9A-F000-8CA4-8C754FB6EDA8}"/>
                  </a:ext>
                </a:extLst>
              </p:cNvPr>
              <p:cNvCxnSpPr/>
              <p:nvPr/>
            </p:nvCxnSpPr>
            <p:spPr>
              <a:xfrm flipV="1">
                <a:off x="2692400" y="25019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94CEE42-5D73-EDB0-862B-8E1155899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400" y="42394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C784300-47FA-A592-99BC-600294DADC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2700" y="370084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7A64E4E-2AE2-02BE-E489-89A6A5C289D4}"/>
                </a:ext>
              </a:extLst>
            </p:cNvPr>
            <p:cNvGrpSpPr/>
            <p:nvPr/>
          </p:nvGrpSpPr>
          <p:grpSpPr>
            <a:xfrm>
              <a:off x="6565900" y="2135187"/>
              <a:ext cx="1701800" cy="3080522"/>
              <a:chOff x="6565900" y="2135187"/>
              <a:chExt cx="1701800" cy="308052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7C9BFDC-AC5E-F3CC-973F-7D86E4C2AB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3675448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0363A9D-B321-0D11-3C68-821CF246B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2135187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DC27019-4B39-906E-BEBC-7F1DE6FEDC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521570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19796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E8BB-5A4B-AE2F-BFAD-20C2F976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9B6D-0C35-CAF5-DAD6-69329DA8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</a:t>
            </a:r>
            <a:endParaRPr lang="en-BE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8D74DD-F397-5826-D21B-B3CD38434F63}"/>
              </a:ext>
            </a:extLst>
          </p:cNvPr>
          <p:cNvGrpSpPr/>
          <p:nvPr/>
        </p:nvGrpSpPr>
        <p:grpSpPr>
          <a:xfrm>
            <a:off x="1160428" y="1690688"/>
            <a:ext cx="10263219" cy="4279661"/>
            <a:chOff x="1759731" y="1393248"/>
            <a:chExt cx="10263219" cy="4279661"/>
          </a:xfrm>
        </p:grpSpPr>
        <p:pic>
          <p:nvPicPr>
            <p:cNvPr id="4" name="Graphic 3" descr="Disk with solid fill">
              <a:extLst>
                <a:ext uri="{FF2B5EF4-FFF2-40B4-BE49-F238E27FC236}">
                  <a16:creationId xmlns:a16="http://schemas.microsoft.com/office/drawing/2014/main" id="{7AC90B07-C609-2F58-7BDD-D1483971C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1677987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Plant With Roots with solid fill">
              <a:extLst>
                <a:ext uri="{FF2B5EF4-FFF2-40B4-BE49-F238E27FC236}">
                  <a16:creationId xmlns:a16="http://schemas.microsoft.com/office/drawing/2014/main" id="{4AC5273A-411B-7579-5A29-C16356541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64400" y="3205547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Leaf with solid fill">
              <a:extLst>
                <a:ext uri="{FF2B5EF4-FFF2-40B4-BE49-F238E27FC236}">
                  <a16:creationId xmlns:a16="http://schemas.microsoft.com/office/drawing/2014/main" id="{4252494A-36D5-6C77-6302-76F2658B7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1677987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Leaf with solid fill">
              <a:extLst>
                <a:ext uri="{FF2B5EF4-FFF2-40B4-BE49-F238E27FC236}">
                  <a16:creationId xmlns:a16="http://schemas.microsoft.com/office/drawing/2014/main" id="{D2F06D7A-4385-A207-736A-9D1BCB5A1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3218248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Leaf with solid fill">
              <a:extLst>
                <a:ext uri="{FF2B5EF4-FFF2-40B4-BE49-F238E27FC236}">
                  <a16:creationId xmlns:a16="http://schemas.microsoft.com/office/drawing/2014/main" id="{75A25D61-E1B9-80CF-9883-219415F9F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4758509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Disk with solid fill">
              <a:extLst>
                <a:ext uri="{FF2B5EF4-FFF2-40B4-BE49-F238E27FC236}">
                  <a16:creationId xmlns:a16="http://schemas.microsoft.com/office/drawing/2014/main" id="{3FE3022B-AF06-5CA5-3A89-E98C89D48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3218248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Disk with solid fill">
              <a:extLst>
                <a:ext uri="{FF2B5EF4-FFF2-40B4-BE49-F238E27FC236}">
                  <a16:creationId xmlns:a16="http://schemas.microsoft.com/office/drawing/2014/main" id="{90B9FB3C-6F0E-AD6A-3D01-1C72A8CA2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4758509"/>
              <a:ext cx="914400" cy="9144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D549BB-EA64-4C42-1196-8CD451B15FF9}"/>
                </a:ext>
              </a:extLst>
            </p:cNvPr>
            <p:cNvGrpSpPr/>
            <p:nvPr/>
          </p:nvGrpSpPr>
          <p:grpSpPr>
            <a:xfrm>
              <a:off x="3294800" y="2463798"/>
              <a:ext cx="1712100" cy="2423300"/>
              <a:chOff x="2692400" y="2501900"/>
              <a:chExt cx="1712100" cy="2423300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A2B4A89-542F-9613-E714-1C89AFE8FAA8}"/>
                  </a:ext>
                </a:extLst>
              </p:cNvPr>
              <p:cNvCxnSpPr/>
              <p:nvPr/>
            </p:nvCxnSpPr>
            <p:spPr>
              <a:xfrm flipV="1">
                <a:off x="2692400" y="25019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4EC895E-6CA9-EECE-B56A-D0301B0AA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400" y="42394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44652C5-87FA-8EB6-3472-5DEFE33D9A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2700" y="370084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D6FADCA-8BA1-FBD0-7E17-F7F69709C1D8}"/>
                </a:ext>
              </a:extLst>
            </p:cNvPr>
            <p:cNvGrpSpPr/>
            <p:nvPr/>
          </p:nvGrpSpPr>
          <p:grpSpPr>
            <a:xfrm>
              <a:off x="6565900" y="2135187"/>
              <a:ext cx="1701800" cy="3080522"/>
              <a:chOff x="6565900" y="2135187"/>
              <a:chExt cx="1701800" cy="308052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ED0FCE8-B4DB-2725-D006-8C27D13956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3675448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7460860-0986-86F2-0C6E-8A49F7B121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2135187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F168BBB-365F-874D-5F19-C282E0D676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521570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314" name="Picture 2">
              <a:extLst>
                <a:ext uri="{FF2B5EF4-FFF2-40B4-BE49-F238E27FC236}">
                  <a16:creationId xmlns:a16="http://schemas.microsoft.com/office/drawing/2014/main" id="{04204C92-20D4-5B99-757F-2E12200FE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3470282"/>
              <a:ext cx="2622550" cy="41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6" name="Picture 4">
              <a:extLst>
                <a:ext uri="{FF2B5EF4-FFF2-40B4-BE49-F238E27FC236}">
                  <a16:creationId xmlns:a16="http://schemas.microsoft.com/office/drawing/2014/main" id="{CE94E66B-24D5-0338-292C-7128F498D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1834471"/>
              <a:ext cx="2042300" cy="589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8" name="Picture 6">
              <a:extLst>
                <a:ext uri="{FF2B5EF4-FFF2-40B4-BE49-F238E27FC236}">
                  <a16:creationId xmlns:a16="http://schemas.microsoft.com/office/drawing/2014/main" id="{2699707D-F9EB-D775-B3B7-32367D5E9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4836300"/>
              <a:ext cx="2434541" cy="758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5680B4-42C6-C7B5-8486-4C81DB00F82A}"/>
                </a:ext>
              </a:extLst>
            </p:cNvPr>
            <p:cNvSpPr txBox="1"/>
            <p:nvPr/>
          </p:nvSpPr>
          <p:spPr>
            <a:xfrm>
              <a:off x="5273062" y="139324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49ADA22-9CDF-43AF-7B73-78BB5120CDA2}"/>
                </a:ext>
              </a:extLst>
            </p:cNvPr>
            <p:cNvSpPr txBox="1"/>
            <p:nvPr/>
          </p:nvSpPr>
          <p:spPr>
            <a:xfrm>
              <a:off x="5277862" y="2902425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00BAF9-7511-DE96-934D-DE70D395F02B}"/>
                </a:ext>
              </a:extLst>
            </p:cNvPr>
            <p:cNvSpPr txBox="1"/>
            <p:nvPr/>
          </p:nvSpPr>
          <p:spPr>
            <a:xfrm>
              <a:off x="5273062" y="4514187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D1DC64-05A6-8700-19A5-A3C9A19BA02A}"/>
                </a:ext>
              </a:extLst>
            </p:cNvPr>
            <p:cNvSpPr txBox="1"/>
            <p:nvPr/>
          </p:nvSpPr>
          <p:spPr>
            <a:xfrm>
              <a:off x="1759731" y="280669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50EF8216-F1CC-6BDB-ACAD-E03D9D90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97" y="252698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216EC695-FC96-DFFD-DA7D-6E4D20779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154718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F0A91A2-3190-62AF-B166-96887AFE4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303689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C20393A6-94C0-F357-00F1-DDFC7AB09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46387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636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355A-6016-8F43-56F4-A1143024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D29ED19-3EEC-8C58-703D-81836FF9CDD5}"/>
              </a:ext>
            </a:extLst>
          </p:cNvPr>
          <p:cNvSpPr/>
          <p:nvPr/>
        </p:nvSpPr>
        <p:spPr>
          <a:xfrm>
            <a:off x="927100" y="1344850"/>
            <a:ext cx="10845800" cy="499245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9A6FA-9B55-64E0-E0AC-399DD113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Multi-omics</a:t>
            </a:r>
            <a:endParaRPr lang="en-BE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7A42F9-A01A-29C9-4ED9-EB9BA72D9C77}"/>
              </a:ext>
            </a:extLst>
          </p:cNvPr>
          <p:cNvGrpSpPr/>
          <p:nvPr/>
        </p:nvGrpSpPr>
        <p:grpSpPr>
          <a:xfrm>
            <a:off x="1160428" y="1690688"/>
            <a:ext cx="10263219" cy="4279661"/>
            <a:chOff x="1759731" y="1393248"/>
            <a:chExt cx="10263219" cy="4279661"/>
          </a:xfrm>
        </p:grpSpPr>
        <p:pic>
          <p:nvPicPr>
            <p:cNvPr id="4" name="Graphic 3" descr="Disk with solid fill">
              <a:extLst>
                <a:ext uri="{FF2B5EF4-FFF2-40B4-BE49-F238E27FC236}">
                  <a16:creationId xmlns:a16="http://schemas.microsoft.com/office/drawing/2014/main" id="{3CC1490A-7048-B11E-A879-21D678F07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1677987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Plant With Roots with solid fill">
              <a:extLst>
                <a:ext uri="{FF2B5EF4-FFF2-40B4-BE49-F238E27FC236}">
                  <a16:creationId xmlns:a16="http://schemas.microsoft.com/office/drawing/2014/main" id="{FDB069DF-004A-0147-75D9-FA6EB6436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64400" y="3205547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Leaf with solid fill">
              <a:extLst>
                <a:ext uri="{FF2B5EF4-FFF2-40B4-BE49-F238E27FC236}">
                  <a16:creationId xmlns:a16="http://schemas.microsoft.com/office/drawing/2014/main" id="{F6711C9E-8079-1E00-69AC-0F1E67779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1677987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Leaf with solid fill">
              <a:extLst>
                <a:ext uri="{FF2B5EF4-FFF2-40B4-BE49-F238E27FC236}">
                  <a16:creationId xmlns:a16="http://schemas.microsoft.com/office/drawing/2014/main" id="{DB8566CD-8728-A7DC-B3EE-0BE550877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3218248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Leaf with solid fill">
              <a:extLst>
                <a:ext uri="{FF2B5EF4-FFF2-40B4-BE49-F238E27FC236}">
                  <a16:creationId xmlns:a16="http://schemas.microsoft.com/office/drawing/2014/main" id="{41CDB90E-4B83-3748-8250-87CBA441E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3200" y="4758509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Disk with solid fill">
              <a:extLst>
                <a:ext uri="{FF2B5EF4-FFF2-40B4-BE49-F238E27FC236}">
                  <a16:creationId xmlns:a16="http://schemas.microsoft.com/office/drawing/2014/main" id="{DB416153-F194-FB63-4976-23EA9343E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3218248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Disk with solid fill">
              <a:extLst>
                <a:ext uri="{FF2B5EF4-FFF2-40B4-BE49-F238E27FC236}">
                  <a16:creationId xmlns:a16="http://schemas.microsoft.com/office/drawing/2014/main" id="{984A7F3E-F33E-4220-AFD2-B36546CB4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6000" y="4758509"/>
              <a:ext cx="914400" cy="9144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60DA1E0-BA51-CAD9-4BB7-95CFD52F742A}"/>
                </a:ext>
              </a:extLst>
            </p:cNvPr>
            <p:cNvGrpSpPr/>
            <p:nvPr/>
          </p:nvGrpSpPr>
          <p:grpSpPr>
            <a:xfrm>
              <a:off x="3294800" y="2463798"/>
              <a:ext cx="1712100" cy="2423300"/>
              <a:chOff x="2692400" y="2501900"/>
              <a:chExt cx="1712100" cy="2423300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4D2D46A-4C01-DEEB-8D99-158D43837474}"/>
                  </a:ext>
                </a:extLst>
              </p:cNvPr>
              <p:cNvCxnSpPr/>
              <p:nvPr/>
            </p:nvCxnSpPr>
            <p:spPr>
              <a:xfrm flipV="1">
                <a:off x="2692400" y="25019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4D991F5-4C87-81E7-AA48-A58F718F8F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400" y="4239400"/>
                <a:ext cx="1600200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F1F543E-858A-A11E-EC51-43B2B1D8FA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2700" y="370084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B8E1851-DE83-D8A7-5AD7-A2926DEC08F1}"/>
                </a:ext>
              </a:extLst>
            </p:cNvPr>
            <p:cNvGrpSpPr/>
            <p:nvPr/>
          </p:nvGrpSpPr>
          <p:grpSpPr>
            <a:xfrm>
              <a:off x="6565900" y="2135187"/>
              <a:ext cx="1701800" cy="3080522"/>
              <a:chOff x="6565900" y="2135187"/>
              <a:chExt cx="1701800" cy="308052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EBB6AD9-07F5-1F34-1A68-ACA22F5C33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3675448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D13DA10A-5A92-F0B5-7E76-CAE1D5965F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2135187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7A3D65E1-32A4-7821-808C-882ABEE970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5900" y="5215709"/>
                <a:ext cx="1701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314" name="Picture 2">
              <a:extLst>
                <a:ext uri="{FF2B5EF4-FFF2-40B4-BE49-F238E27FC236}">
                  <a16:creationId xmlns:a16="http://schemas.microsoft.com/office/drawing/2014/main" id="{AEC029D0-F2F5-66AC-268B-FB77D162A5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3470282"/>
              <a:ext cx="2622550" cy="41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6" name="Picture 4">
              <a:extLst>
                <a:ext uri="{FF2B5EF4-FFF2-40B4-BE49-F238E27FC236}">
                  <a16:creationId xmlns:a16="http://schemas.microsoft.com/office/drawing/2014/main" id="{9B8D53F3-9A30-B2CC-4851-FE216D4019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1834471"/>
              <a:ext cx="2042300" cy="589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8" name="Picture 6">
              <a:extLst>
                <a:ext uri="{FF2B5EF4-FFF2-40B4-BE49-F238E27FC236}">
                  <a16:creationId xmlns:a16="http://schemas.microsoft.com/office/drawing/2014/main" id="{E1107EBD-8E79-40F7-575B-0F5BE70080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0400" y="4836300"/>
              <a:ext cx="2434541" cy="758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B9EF86-E9FC-1918-589D-5AAE264E6A3B}"/>
                </a:ext>
              </a:extLst>
            </p:cNvPr>
            <p:cNvSpPr txBox="1"/>
            <p:nvPr/>
          </p:nvSpPr>
          <p:spPr>
            <a:xfrm>
              <a:off x="5273062" y="139324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4DD93B4-0560-3631-0F18-B7124D92ED0F}"/>
                </a:ext>
              </a:extLst>
            </p:cNvPr>
            <p:cNvSpPr txBox="1"/>
            <p:nvPr/>
          </p:nvSpPr>
          <p:spPr>
            <a:xfrm>
              <a:off x="5277862" y="2902425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01278C-E1A3-30DE-C625-4A375CC5016B}"/>
                </a:ext>
              </a:extLst>
            </p:cNvPr>
            <p:cNvSpPr txBox="1"/>
            <p:nvPr/>
          </p:nvSpPr>
          <p:spPr>
            <a:xfrm>
              <a:off x="5273062" y="4514187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8A7915-2C7A-DCA9-8BBD-104B610841BF}"/>
                </a:ext>
              </a:extLst>
            </p:cNvPr>
            <p:cNvSpPr txBox="1"/>
            <p:nvPr/>
          </p:nvSpPr>
          <p:spPr>
            <a:xfrm>
              <a:off x="1759731" y="2806698"/>
              <a:ext cx="1343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BioSamples</a:t>
              </a:r>
              <a:endParaRPr lang="en-BE" dirty="0"/>
            </a:p>
          </p:txBody>
        </p:sp>
      </p:grpSp>
      <p:pic>
        <p:nvPicPr>
          <p:cNvPr id="13320" name="Picture 8">
            <a:extLst>
              <a:ext uri="{FF2B5EF4-FFF2-40B4-BE49-F238E27FC236}">
                <a16:creationId xmlns:a16="http://schemas.microsoft.com/office/drawing/2014/main" id="{19CE5CD2-C74B-D85A-010E-05A222F0D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5907097"/>
            <a:ext cx="5172075" cy="6667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C994DC4-0E22-2A46-28FB-0CA81068E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154718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DA3B11D-0909-5D24-1BE1-F31CAC9D2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97" y="252698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400D13F1-050F-8FA3-F4A1-04B4309FE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303689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190469B9-E8C8-D64A-9549-57E1A7CC7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2" y="46387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074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AE2D-F0D5-F2FE-03D2-6CD0E5B1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 side note on human sensitive data</a:t>
            </a:r>
            <a:endParaRPr lang="en-BE" dirty="0"/>
          </a:p>
        </p:txBody>
      </p:sp>
      <p:pic>
        <p:nvPicPr>
          <p:cNvPr id="1026" name="Picture 2" descr="Blue text on a black background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03AFD910-4CD5-AE2D-8822-CBC519C45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0424" y="1690688"/>
            <a:ext cx="4961433" cy="158765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17A9D7-9E01-0EED-E678-33E8155F008F}"/>
              </a:ext>
            </a:extLst>
          </p:cNvPr>
          <p:cNvSpPr txBox="1"/>
          <p:nvPr/>
        </p:nvSpPr>
        <p:spPr>
          <a:xfrm>
            <a:off x="877952" y="3774670"/>
            <a:ext cx="104360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sz="2000" b="0" i="0" dirty="0">
                <a:effectLst/>
              </a:rPr>
              <a:t>“a service for </a:t>
            </a:r>
            <a:r>
              <a:rPr lang="en-US" sz="2000" b="1" i="0" dirty="0">
                <a:effectLst/>
              </a:rPr>
              <a:t>permanent archiving and sharing of personally identifiable genetic, phenotypic, and clinical data</a:t>
            </a:r>
            <a:r>
              <a:rPr lang="en-US" sz="2000" b="0" i="0" dirty="0">
                <a:effectLst/>
              </a:rPr>
              <a:t> generated for the purposes of biomedical research projects or in the context of research-focused healthcare systems.”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D26F2-2666-6512-09CB-B97D9C97426B}"/>
              </a:ext>
            </a:extLst>
          </p:cNvPr>
          <p:cNvSpPr txBox="1"/>
          <p:nvPr/>
        </p:nvSpPr>
        <p:spPr>
          <a:xfrm>
            <a:off x="1231642" y="5286657"/>
            <a:ext cx="9881118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000"/>
              </a:spcAft>
            </a:pPr>
            <a:r>
              <a:rPr lang="en-US" sz="2000" b="0" i="0" u="none" strike="noStrike" dirty="0">
                <a:effectLst/>
              </a:rPr>
              <a:t>Data access defined, including Data Access Committees (DAC). Different datasets may have different DACs. However, VIB members must contact René Custers before submitting data to EGA:</a:t>
            </a:r>
            <a:r>
              <a:rPr lang="en-US" sz="2000" dirty="0"/>
              <a:t> </a:t>
            </a:r>
            <a:r>
              <a:rPr lang="en-US" sz="2000" b="1" i="0" u="none" strike="noStrike" dirty="0">
                <a:solidFill>
                  <a:schemeClr val="accent1"/>
                </a:solidFill>
                <a:effectLst/>
              </a:rPr>
              <a:t>rene.custers@vib.be</a:t>
            </a:r>
          </a:p>
          <a:p>
            <a:pPr algn="ctr" rtl="0" fontAlgn="base">
              <a:spcAft>
                <a:spcPts val="1000"/>
              </a:spcAft>
            </a:pPr>
            <a:endParaRPr lang="en-US" sz="2000" b="0" i="0" u="none" strike="noStrike" dirty="0">
              <a:effectLst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6D0F58-EE90-02A0-DA8C-0E3194891BEC}"/>
              </a:ext>
            </a:extLst>
          </p:cNvPr>
          <p:cNvSpPr txBox="1">
            <a:spLocks/>
          </p:cNvSpPr>
          <p:nvPr/>
        </p:nvSpPr>
        <p:spPr>
          <a:xfrm>
            <a:off x="251149" y="5167312"/>
            <a:ext cx="15317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solidFill>
                  <a:schemeClr val="accent4"/>
                </a:solidFill>
              </a:rPr>
              <a:t>!</a:t>
            </a:r>
            <a:endParaRPr lang="en-BE" sz="9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665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F051-D9D9-C265-ABCE-4F6FCA1C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types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5E76-136E-E395-09BC-87F408FDB2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fontAlgn="base">
              <a:spcAft>
                <a:spcPts val="1000"/>
              </a:spcAft>
            </a:pPr>
            <a:r>
              <a:rPr lang="en-US" sz="1800" b="1" i="0" u="none" strike="noStrike" dirty="0">
                <a:solidFill>
                  <a:schemeClr val="accent5"/>
                </a:solidFill>
                <a:effectLst/>
              </a:rPr>
              <a:t>Open access: 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</a:rPr>
              <a:t>Data is shared publicly. To use open-access researchers need to </a:t>
            </a: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ensure that the data is anonymized</a:t>
            </a:r>
            <a:r>
              <a:rPr lang="en-US" sz="1800" i="0" strike="noStrike" dirty="0">
                <a:solidFill>
                  <a:schemeClr val="tx1"/>
                </a:solidFill>
                <a:effectLst/>
              </a:rPr>
              <a:t>, 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</a:rPr>
              <a:t>which is difficult and sometimes impossible in practice.</a:t>
            </a:r>
          </a:p>
          <a:p>
            <a:pPr fontAlgn="base">
              <a:spcAft>
                <a:spcPts val="1000"/>
              </a:spcAft>
            </a:pPr>
            <a:r>
              <a:rPr lang="en-US" sz="1800" b="1" i="0" u="none" strike="noStrike" dirty="0">
                <a:solidFill>
                  <a:schemeClr val="accent2"/>
                </a:solidFill>
                <a:effectLst/>
              </a:rPr>
              <a:t>Registered access:</a:t>
            </a:r>
            <a:r>
              <a:rPr lang="en-US" sz="1800" b="0" i="0" u="none" strike="noStrike" dirty="0">
                <a:solidFill>
                  <a:schemeClr val="accent2"/>
                </a:solidFill>
                <a:effectLst/>
              </a:rPr>
              <a:t> 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</a:rPr>
              <a:t>Data is shared with researchers, who have been vouched for by their institution and who </a:t>
            </a: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agree to abide by data usage policies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</a:rPr>
              <a:t>. Datasets that are shared via registered-access would typically have no restrictions besides the condition that data is to be used for research.</a:t>
            </a:r>
          </a:p>
          <a:p>
            <a:pPr fontAlgn="base">
              <a:spcAft>
                <a:spcPts val="1000"/>
              </a:spcAft>
            </a:pPr>
            <a:r>
              <a:rPr lang="en-US" sz="1800" b="1" i="0" u="none" strike="noStrike" dirty="0">
                <a:solidFill>
                  <a:schemeClr val="accent4"/>
                </a:solidFill>
                <a:effectLst/>
              </a:rPr>
              <a:t>Controlled access:</a:t>
            </a:r>
            <a:r>
              <a:rPr lang="en-US" sz="1800" b="0" i="0" u="none" strike="noStrike" dirty="0">
                <a:solidFill>
                  <a:schemeClr val="accent4"/>
                </a:solidFill>
                <a:effectLst/>
              </a:rPr>
              <a:t> 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</a:rPr>
              <a:t>Access is </a:t>
            </a: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reviewed and approved by a data access committee (DAC). 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</a:rPr>
              <a:t>Typically, researchers who were involved in the primary collection of data will form the DAC. There can be 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i="0" strike="noStrike" dirty="0">
                <a:solidFill>
                  <a:schemeClr val="tx1"/>
                </a:solidFill>
                <a:effectLst/>
              </a:rPr>
              <a:t>multitude of usage condition</a:t>
            </a:r>
            <a:r>
              <a:rPr lang="en-US" sz="1800" b="0" i="0" strike="noStrike" dirty="0">
                <a:solidFill>
                  <a:schemeClr val="tx1"/>
                </a:solidFill>
                <a:effectLst/>
              </a:rPr>
              <a:t>s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</a:rPr>
              <a:t>, including allowed research topics, geographical regions, and recipients e.g. non-profit organizations.</a:t>
            </a:r>
          </a:p>
          <a:p>
            <a:pPr marL="0" indent="-756000" algn="ctr" fontAlgn="base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At VIB, a DAC may already have been created. Always check with René Custers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i="0" u="none" strike="noStrike" dirty="0">
                <a:solidFill>
                  <a:schemeClr val="accent1"/>
                </a:solidFill>
                <a:effectLst/>
              </a:rPr>
              <a:t>rene.custers@vib.be</a:t>
            </a:r>
          </a:p>
        </p:txBody>
      </p:sp>
    </p:spTree>
    <p:extLst>
      <p:ext uri="{BB962C8B-B14F-4D97-AF65-F5344CB8AC3E}">
        <p14:creationId xmlns:p14="http://schemas.microsoft.com/office/powerpoint/2010/main" val="2593168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2675-3D8F-1616-C05F-F093B50A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2766218"/>
            <a:ext cx="4942668" cy="1325563"/>
          </a:xfrm>
        </p:spPr>
        <p:txBody>
          <a:bodyPr/>
          <a:lstStyle/>
          <a:p>
            <a:r>
              <a:rPr lang="en-US" dirty="0"/>
              <a:t>Submitting data to the EGA</a:t>
            </a:r>
            <a:endParaRPr lang="en-B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B71F5B-1289-84BC-0271-BA8DF6EEE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49" y="1037545"/>
            <a:ext cx="4699279" cy="459712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799BDF-BA23-9387-720C-B1F55B2A9A4E}"/>
              </a:ext>
            </a:extLst>
          </p:cNvPr>
          <p:cNvSpPr txBox="1"/>
          <p:nvPr/>
        </p:nvSpPr>
        <p:spPr>
          <a:xfrm>
            <a:off x="536748" y="5634666"/>
            <a:ext cx="4699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200" b="0" i="0" u="none" strike="noStrike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https://ega-archive.org/submission/quickguide</a:t>
            </a:r>
            <a:endParaRPr lang="en-US" sz="1200" b="0" dirty="0">
              <a:solidFill>
                <a:schemeClr val="accent1"/>
              </a:solidFill>
              <a:effectLst/>
            </a:endParaRPr>
          </a:p>
          <a:p>
            <a:pPr>
              <a:buNone/>
            </a:pPr>
            <a:br>
              <a:rPr lang="en-US" sz="1200" dirty="0">
                <a:solidFill>
                  <a:schemeClr val="accent1"/>
                </a:solidFill>
              </a:rPr>
            </a:br>
            <a:endParaRPr lang="en-BE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371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AD2F-F87D-56CB-BEE2-A3239E13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EB8E-07CC-6047-04F9-E77EA616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 Federated option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3A22A-A1AB-DFC4-2DBD-677E36EC7C0C}"/>
              </a:ext>
            </a:extLst>
          </p:cNvPr>
          <p:cNvSpPr txBox="1"/>
          <p:nvPr/>
        </p:nvSpPr>
        <p:spPr>
          <a:xfrm>
            <a:off x="1231642" y="4372257"/>
            <a:ext cx="988111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000"/>
              </a:spcAft>
            </a:pPr>
            <a:r>
              <a:rPr lang="en-US" sz="2000" b="0" i="0" u="none" strike="noStrike" dirty="0">
                <a:effectLst/>
              </a:rPr>
              <a:t>The data does not leave the Local EGA (i.e. your country), while it is still discoverable through the Central EGA</a:t>
            </a:r>
          </a:p>
          <a:p>
            <a:pPr algn="ctr" rtl="0" fontAlgn="base">
              <a:spcAft>
                <a:spcPts val="1000"/>
              </a:spcAft>
            </a:pPr>
            <a:endParaRPr lang="en-US" sz="2000" b="0" i="0" u="none" strike="noStrike" dirty="0">
              <a:effectLst/>
            </a:endParaRPr>
          </a:p>
        </p:txBody>
      </p:sp>
      <p:pic>
        <p:nvPicPr>
          <p:cNvPr id="3074" name="Picture 2">
            <a:hlinkClick r:id="rId2"/>
            <a:extLst>
              <a:ext uri="{FF2B5EF4-FFF2-40B4-BE49-F238E27FC236}">
                <a16:creationId xmlns:a16="http://schemas.microsoft.com/office/drawing/2014/main" id="{9C97ACF1-A36E-44CE-A6FF-1F290DC74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1915142"/>
            <a:ext cx="51244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31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9CB2-BD54-4D76-F0DE-F5C92379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516724-CFC1-B5B9-A3C9-0066CE7D47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choose a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0596C-57CC-1D2E-4317-D276737DDF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04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9850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E2C02B-AF2B-FEEC-6DD1-8660606D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have to choose?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86264-B0E2-F11D-E723-EF90D0EA47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University requirements</a:t>
            </a:r>
          </a:p>
          <a:p>
            <a:r>
              <a:rPr lang="en-US" dirty="0"/>
              <a:t>Journal requirements</a:t>
            </a:r>
          </a:p>
          <a:p>
            <a:r>
              <a:rPr lang="en-US" dirty="0"/>
              <a:t>DMP requirements</a:t>
            </a:r>
          </a:p>
          <a:p>
            <a:r>
              <a:rPr lang="en-US" dirty="0"/>
              <a:t>Funding requirements</a:t>
            </a:r>
          </a:p>
          <a:p>
            <a:r>
              <a:rPr lang="en-US" dirty="0"/>
              <a:t>Ethical and legal requirements</a:t>
            </a:r>
          </a:p>
          <a:p>
            <a:endParaRPr lang="en-BE" dirty="0"/>
          </a:p>
        </p:txBody>
      </p:sp>
      <p:grpSp>
        <p:nvGrpSpPr>
          <p:cNvPr id="114" name="Graphic 7">
            <a:extLst>
              <a:ext uri="{FF2B5EF4-FFF2-40B4-BE49-F238E27FC236}">
                <a16:creationId xmlns:a16="http://schemas.microsoft.com/office/drawing/2014/main" id="{A857A76C-0CA5-A476-2F9D-F7B9B8B22486}"/>
              </a:ext>
            </a:extLst>
          </p:cNvPr>
          <p:cNvGrpSpPr>
            <a:grpSpLocks noChangeAspect="1"/>
          </p:cNvGrpSpPr>
          <p:nvPr/>
        </p:nvGrpSpPr>
        <p:grpSpPr>
          <a:xfrm>
            <a:off x="1683658" y="770528"/>
            <a:ext cx="3413206" cy="6087474"/>
            <a:chOff x="4494643" y="2722838"/>
            <a:chExt cx="1090133" cy="1944259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4A6693F-10B9-0816-A905-B981B81075A5}"/>
                </a:ext>
              </a:extLst>
            </p:cNvPr>
            <p:cNvSpPr/>
            <p:nvPr/>
          </p:nvSpPr>
          <p:spPr>
            <a:xfrm>
              <a:off x="5024610" y="4626479"/>
              <a:ext cx="177584" cy="40618"/>
            </a:xfrm>
            <a:custGeom>
              <a:avLst/>
              <a:gdLst>
                <a:gd name="connsiteX0" fmla="*/ 4107 w 177584"/>
                <a:gd name="connsiteY0" fmla="*/ 14310 h 40618"/>
                <a:gd name="connsiteX1" fmla="*/ 78157 w 177584"/>
                <a:gd name="connsiteY1" fmla="*/ 0 h 40618"/>
                <a:gd name="connsiteX2" fmla="*/ 143545 w 177584"/>
                <a:gd name="connsiteY2" fmla="*/ 12641 h 40618"/>
                <a:gd name="connsiteX3" fmla="*/ 168057 w 177584"/>
                <a:gd name="connsiteY3" fmla="*/ 23678 h 40618"/>
                <a:gd name="connsiteX4" fmla="*/ 177554 w 177584"/>
                <a:gd name="connsiteY4" fmla="*/ 40619 h 40618"/>
                <a:gd name="connsiteX5" fmla="*/ 0 w 177584"/>
                <a:gd name="connsiteY5" fmla="*/ 40619 h 40618"/>
                <a:gd name="connsiteX6" fmla="*/ 4107 w 177584"/>
                <a:gd name="connsiteY6" fmla="*/ 14310 h 4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584" h="40618">
                  <a:moveTo>
                    <a:pt x="4107" y="14310"/>
                  </a:moveTo>
                  <a:lnTo>
                    <a:pt x="78157" y="0"/>
                  </a:lnTo>
                  <a:lnTo>
                    <a:pt x="143545" y="12641"/>
                  </a:lnTo>
                  <a:cubicBezTo>
                    <a:pt x="152464" y="14374"/>
                    <a:pt x="161063" y="17903"/>
                    <a:pt x="168057" y="23678"/>
                  </a:cubicBezTo>
                  <a:cubicBezTo>
                    <a:pt x="173447" y="28106"/>
                    <a:pt x="178003" y="33881"/>
                    <a:pt x="177554" y="40619"/>
                  </a:cubicBezTo>
                  <a:lnTo>
                    <a:pt x="0" y="40619"/>
                  </a:lnTo>
                  <a:lnTo>
                    <a:pt x="4107" y="14310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8317168-93A3-B5E6-735A-32C7AE1AFC5E}"/>
                </a:ext>
              </a:extLst>
            </p:cNvPr>
            <p:cNvSpPr/>
            <p:nvPr/>
          </p:nvSpPr>
          <p:spPr>
            <a:xfrm>
              <a:off x="4708003" y="4595036"/>
              <a:ext cx="173353" cy="65708"/>
            </a:xfrm>
            <a:custGeom>
              <a:avLst/>
              <a:gdLst>
                <a:gd name="connsiteX0" fmla="*/ 10074 w 173353"/>
                <a:gd name="connsiteY0" fmla="*/ 64 h 65708"/>
                <a:gd name="connsiteX1" fmla="*/ 85408 w 173353"/>
                <a:gd name="connsiteY1" fmla="*/ 3208 h 65708"/>
                <a:gd name="connsiteX2" fmla="*/ 146112 w 173353"/>
                <a:gd name="connsiteY2" fmla="*/ 30608 h 65708"/>
                <a:gd name="connsiteX3" fmla="*/ 167416 w 173353"/>
                <a:gd name="connsiteY3" fmla="*/ 47036 h 65708"/>
                <a:gd name="connsiteX4" fmla="*/ 172742 w 173353"/>
                <a:gd name="connsiteY4" fmla="*/ 65708 h 65708"/>
                <a:gd name="connsiteX5" fmla="*/ 0 w 173353"/>
                <a:gd name="connsiteY5" fmla="*/ 24641 h 65708"/>
                <a:gd name="connsiteX6" fmla="*/ 10074 w 173353"/>
                <a:gd name="connsiteY6" fmla="*/ 0 h 6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353" h="65708">
                  <a:moveTo>
                    <a:pt x="10074" y="64"/>
                  </a:moveTo>
                  <a:lnTo>
                    <a:pt x="85408" y="3208"/>
                  </a:lnTo>
                  <a:lnTo>
                    <a:pt x="146112" y="30608"/>
                  </a:lnTo>
                  <a:cubicBezTo>
                    <a:pt x="154389" y="34330"/>
                    <a:pt x="161961" y="39784"/>
                    <a:pt x="167416" y="47036"/>
                  </a:cubicBezTo>
                  <a:cubicBezTo>
                    <a:pt x="171587" y="52554"/>
                    <a:pt x="174731" y="59228"/>
                    <a:pt x="172742" y="65708"/>
                  </a:cubicBezTo>
                  <a:lnTo>
                    <a:pt x="0" y="24641"/>
                  </a:lnTo>
                  <a:lnTo>
                    <a:pt x="10074" y="0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BD7EFB5-61EA-DDE5-E450-A4653D01D44A}"/>
                </a:ext>
              </a:extLst>
            </p:cNvPr>
            <p:cNvSpPr/>
            <p:nvPr/>
          </p:nvSpPr>
          <p:spPr>
            <a:xfrm>
              <a:off x="4718078" y="3797936"/>
              <a:ext cx="420753" cy="842852"/>
            </a:xfrm>
            <a:custGeom>
              <a:avLst/>
              <a:gdLst>
                <a:gd name="connsiteX0" fmla="*/ 384626 w 420753"/>
                <a:gd name="connsiteY0" fmla="*/ 828479 h 842852"/>
                <a:gd name="connsiteX1" fmla="*/ 420752 w 420753"/>
                <a:gd name="connsiteY1" fmla="*/ 438399 h 842852"/>
                <a:gd name="connsiteX2" fmla="*/ 388540 w 420753"/>
                <a:gd name="connsiteY2" fmla="*/ 42736 h 842852"/>
                <a:gd name="connsiteX3" fmla="*/ 156443 w 420753"/>
                <a:gd name="connsiteY3" fmla="*/ 0 h 842852"/>
                <a:gd name="connsiteX4" fmla="*/ 116017 w 420753"/>
                <a:gd name="connsiteY4" fmla="*/ 333804 h 842852"/>
                <a:gd name="connsiteX5" fmla="*/ 0 w 420753"/>
                <a:gd name="connsiteY5" fmla="*/ 797164 h 842852"/>
                <a:gd name="connsiteX6" fmla="*/ 75334 w 420753"/>
                <a:gd name="connsiteY6" fmla="*/ 800309 h 842852"/>
                <a:gd name="connsiteX7" fmla="*/ 208997 w 420753"/>
                <a:gd name="connsiteY7" fmla="*/ 384241 h 842852"/>
                <a:gd name="connsiteX8" fmla="*/ 236782 w 420753"/>
                <a:gd name="connsiteY8" fmla="*/ 172741 h 842852"/>
                <a:gd name="connsiteX9" fmla="*/ 300565 w 420753"/>
                <a:gd name="connsiteY9" fmla="*/ 173640 h 842852"/>
                <a:gd name="connsiteX10" fmla="*/ 317441 w 420753"/>
                <a:gd name="connsiteY10" fmla="*/ 434164 h 842852"/>
                <a:gd name="connsiteX11" fmla="*/ 310640 w 420753"/>
                <a:gd name="connsiteY11" fmla="*/ 842852 h 842852"/>
                <a:gd name="connsiteX12" fmla="*/ 384690 w 420753"/>
                <a:gd name="connsiteY12" fmla="*/ 828543 h 84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753" h="842852">
                  <a:moveTo>
                    <a:pt x="384626" y="828479"/>
                  </a:moveTo>
                  <a:cubicBezTo>
                    <a:pt x="387770" y="740375"/>
                    <a:pt x="421009" y="458804"/>
                    <a:pt x="420752" y="438399"/>
                  </a:cubicBezTo>
                  <a:cubicBezTo>
                    <a:pt x="420496" y="419276"/>
                    <a:pt x="402144" y="181212"/>
                    <a:pt x="388540" y="42736"/>
                  </a:cubicBezTo>
                  <a:lnTo>
                    <a:pt x="156443" y="0"/>
                  </a:lnTo>
                  <a:lnTo>
                    <a:pt x="116017" y="333804"/>
                  </a:lnTo>
                  <a:lnTo>
                    <a:pt x="0" y="797164"/>
                  </a:lnTo>
                  <a:lnTo>
                    <a:pt x="75334" y="800309"/>
                  </a:lnTo>
                  <a:cubicBezTo>
                    <a:pt x="98755" y="715285"/>
                    <a:pt x="204569" y="404069"/>
                    <a:pt x="208997" y="384241"/>
                  </a:cubicBezTo>
                  <a:cubicBezTo>
                    <a:pt x="210280" y="378529"/>
                    <a:pt x="215542" y="346445"/>
                    <a:pt x="236782" y="172741"/>
                  </a:cubicBezTo>
                  <a:lnTo>
                    <a:pt x="300565" y="173640"/>
                  </a:lnTo>
                  <a:lnTo>
                    <a:pt x="317441" y="434164"/>
                  </a:lnTo>
                  <a:lnTo>
                    <a:pt x="310640" y="842852"/>
                  </a:lnTo>
                  <a:lnTo>
                    <a:pt x="384690" y="828543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62C5781-FB87-48F5-BCDB-A398A8F8CE57}"/>
                </a:ext>
              </a:extLst>
            </p:cNvPr>
            <p:cNvSpPr/>
            <p:nvPr/>
          </p:nvSpPr>
          <p:spPr>
            <a:xfrm>
              <a:off x="4708003" y="3727724"/>
              <a:ext cx="430826" cy="833752"/>
            </a:xfrm>
            <a:custGeom>
              <a:avLst/>
              <a:gdLst>
                <a:gd name="connsiteX0" fmla="*/ 0 w 430826"/>
                <a:gd name="connsiteY0" fmla="*/ 752772 h 833752"/>
                <a:gd name="connsiteX1" fmla="*/ 86692 w 430826"/>
                <a:gd name="connsiteY1" fmla="*/ 389258 h 833752"/>
                <a:gd name="connsiteX2" fmla="*/ 138476 w 430826"/>
                <a:gd name="connsiteY2" fmla="*/ 24460 h 833752"/>
                <a:gd name="connsiteX3" fmla="*/ 430827 w 430826"/>
                <a:gd name="connsiteY3" fmla="*/ 24717 h 833752"/>
                <a:gd name="connsiteX4" fmla="*/ 430827 w 430826"/>
                <a:gd name="connsiteY4" fmla="*/ 508547 h 833752"/>
                <a:gd name="connsiteX5" fmla="*/ 417352 w 430826"/>
                <a:gd name="connsiteY5" fmla="*/ 833752 h 833752"/>
                <a:gd name="connsiteX6" fmla="*/ 257444 w 430826"/>
                <a:gd name="connsiteY6" fmla="*/ 823485 h 833752"/>
                <a:gd name="connsiteX7" fmla="*/ 278491 w 430826"/>
                <a:gd name="connsiteY7" fmla="*/ 214912 h 833752"/>
                <a:gd name="connsiteX8" fmla="*/ 278491 w 430826"/>
                <a:gd name="connsiteY8" fmla="*/ 214912 h 833752"/>
                <a:gd name="connsiteX9" fmla="*/ 255069 w 430826"/>
                <a:gd name="connsiteY9" fmla="*/ 397856 h 833752"/>
                <a:gd name="connsiteX10" fmla="*/ 204377 w 430826"/>
                <a:gd name="connsiteY10" fmla="*/ 627194 h 833752"/>
                <a:gd name="connsiteX11" fmla="*/ 140786 w 430826"/>
                <a:gd name="connsiteY11" fmla="*/ 803080 h 833752"/>
                <a:gd name="connsiteX12" fmla="*/ 0 w 430826"/>
                <a:gd name="connsiteY12" fmla="*/ 752579 h 833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0826" h="833752">
                  <a:moveTo>
                    <a:pt x="0" y="752772"/>
                  </a:moveTo>
                  <a:cubicBezTo>
                    <a:pt x="0" y="752772"/>
                    <a:pt x="57046" y="579260"/>
                    <a:pt x="86692" y="389258"/>
                  </a:cubicBezTo>
                  <a:cubicBezTo>
                    <a:pt x="107097" y="258290"/>
                    <a:pt x="117557" y="119558"/>
                    <a:pt x="138476" y="24460"/>
                  </a:cubicBezTo>
                  <a:cubicBezTo>
                    <a:pt x="150603" y="-30725"/>
                    <a:pt x="430827" y="24717"/>
                    <a:pt x="430827" y="24717"/>
                  </a:cubicBezTo>
                  <a:lnTo>
                    <a:pt x="430827" y="508547"/>
                  </a:lnTo>
                  <a:cubicBezTo>
                    <a:pt x="430827" y="508547"/>
                    <a:pt x="417352" y="833752"/>
                    <a:pt x="417352" y="833752"/>
                  </a:cubicBezTo>
                  <a:lnTo>
                    <a:pt x="257444" y="823485"/>
                  </a:lnTo>
                  <a:lnTo>
                    <a:pt x="278491" y="214912"/>
                  </a:lnTo>
                  <a:lnTo>
                    <a:pt x="278491" y="214912"/>
                  </a:lnTo>
                  <a:lnTo>
                    <a:pt x="255069" y="397856"/>
                  </a:lnTo>
                  <a:cubicBezTo>
                    <a:pt x="248140" y="476206"/>
                    <a:pt x="231071" y="553272"/>
                    <a:pt x="204377" y="627194"/>
                  </a:cubicBezTo>
                  <a:lnTo>
                    <a:pt x="140786" y="803080"/>
                  </a:lnTo>
                  <a:lnTo>
                    <a:pt x="0" y="752579"/>
                  </a:lnTo>
                  <a:close/>
                </a:path>
              </a:pathLst>
            </a:custGeom>
            <a:solidFill>
              <a:srgbClr val="FBE8D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B36BB59-6EDB-7E30-6F2B-970510B5D8C9}"/>
                </a:ext>
              </a:extLst>
            </p:cNvPr>
            <p:cNvSpPr/>
            <p:nvPr/>
          </p:nvSpPr>
          <p:spPr>
            <a:xfrm>
              <a:off x="4884533" y="3124569"/>
              <a:ext cx="250189" cy="240102"/>
            </a:xfrm>
            <a:custGeom>
              <a:avLst/>
              <a:gdLst>
                <a:gd name="connsiteX0" fmla="*/ 43247 w 250189"/>
                <a:gd name="connsiteY0" fmla="*/ 240102 h 240102"/>
                <a:gd name="connsiteX1" fmla="*/ 318 w 250189"/>
                <a:gd name="connsiteY1" fmla="*/ 176062 h 240102"/>
                <a:gd name="connsiteX2" fmla="*/ 44081 w 250189"/>
                <a:gd name="connsiteY2" fmla="*/ 39768 h 240102"/>
                <a:gd name="connsiteX3" fmla="*/ 44915 w 250189"/>
                <a:gd name="connsiteY3" fmla="*/ 38613 h 240102"/>
                <a:gd name="connsiteX4" fmla="*/ 92271 w 250189"/>
                <a:gd name="connsiteY4" fmla="*/ 4347 h 240102"/>
                <a:gd name="connsiteX5" fmla="*/ 210726 w 250189"/>
                <a:gd name="connsiteY5" fmla="*/ 67040 h 240102"/>
                <a:gd name="connsiteX6" fmla="*/ 250190 w 250189"/>
                <a:gd name="connsiteY6" fmla="*/ 171699 h 240102"/>
                <a:gd name="connsiteX7" fmla="*/ 43247 w 250189"/>
                <a:gd name="connsiteY7" fmla="*/ 240102 h 24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189" h="240102">
                  <a:moveTo>
                    <a:pt x="43247" y="240102"/>
                  </a:moveTo>
                  <a:cubicBezTo>
                    <a:pt x="41642" y="210905"/>
                    <a:pt x="-4238" y="205002"/>
                    <a:pt x="318" y="176062"/>
                  </a:cubicBezTo>
                  <a:cubicBezTo>
                    <a:pt x="7826" y="128513"/>
                    <a:pt x="16104" y="78975"/>
                    <a:pt x="44081" y="39768"/>
                  </a:cubicBezTo>
                  <a:cubicBezTo>
                    <a:pt x="44338" y="39383"/>
                    <a:pt x="44659" y="38998"/>
                    <a:pt x="44915" y="38613"/>
                  </a:cubicBezTo>
                  <a:cubicBezTo>
                    <a:pt x="57364" y="21609"/>
                    <a:pt x="74048" y="10187"/>
                    <a:pt x="92271" y="4347"/>
                  </a:cubicBezTo>
                  <a:cubicBezTo>
                    <a:pt x="141681" y="-11566"/>
                    <a:pt x="194492" y="17759"/>
                    <a:pt x="210726" y="67040"/>
                  </a:cubicBezTo>
                  <a:cubicBezTo>
                    <a:pt x="214641" y="78847"/>
                    <a:pt x="231324" y="128192"/>
                    <a:pt x="250190" y="171699"/>
                  </a:cubicBezTo>
                  <a:lnTo>
                    <a:pt x="43247" y="240102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8B4CD09-02F5-B3CE-DD23-60FB1ACC3F18}"/>
                </a:ext>
              </a:extLst>
            </p:cNvPr>
            <p:cNvSpPr/>
            <p:nvPr/>
          </p:nvSpPr>
          <p:spPr>
            <a:xfrm>
              <a:off x="5362264" y="3087659"/>
              <a:ext cx="103905" cy="139947"/>
            </a:xfrm>
            <a:custGeom>
              <a:avLst/>
              <a:gdLst>
                <a:gd name="connsiteX0" fmla="*/ 94648 w 103905"/>
                <a:gd name="connsiteY0" fmla="*/ 767 h 139947"/>
                <a:gd name="connsiteX1" fmla="*/ 47998 w 103905"/>
                <a:gd name="connsiteY1" fmla="*/ 47032 h 139947"/>
                <a:gd name="connsiteX2" fmla="*/ 45303 w 103905"/>
                <a:gd name="connsiteY2" fmla="*/ 47417 h 139947"/>
                <a:gd name="connsiteX3" fmla="*/ 41966 w 103905"/>
                <a:gd name="connsiteY3" fmla="*/ 22199 h 139947"/>
                <a:gd name="connsiteX4" fmla="*/ 16171 w 103905"/>
                <a:gd name="connsiteY4" fmla="*/ 65512 h 139947"/>
                <a:gd name="connsiteX5" fmla="*/ 0 w 103905"/>
                <a:gd name="connsiteY5" fmla="*/ 109147 h 139947"/>
                <a:gd name="connsiteX6" fmla="*/ 27207 w 103905"/>
                <a:gd name="connsiteY6" fmla="*/ 139948 h 139947"/>
                <a:gd name="connsiteX7" fmla="*/ 76232 w 103905"/>
                <a:gd name="connsiteY7" fmla="*/ 82068 h 139947"/>
                <a:gd name="connsiteX8" fmla="*/ 94648 w 103905"/>
                <a:gd name="connsiteY8" fmla="*/ 831 h 13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905" h="139947">
                  <a:moveTo>
                    <a:pt x="94648" y="767"/>
                  </a:moveTo>
                  <a:cubicBezTo>
                    <a:pt x="81430" y="-4944"/>
                    <a:pt x="64874" y="22327"/>
                    <a:pt x="47998" y="47032"/>
                  </a:cubicBezTo>
                  <a:cubicBezTo>
                    <a:pt x="46971" y="48572"/>
                    <a:pt x="45111" y="49920"/>
                    <a:pt x="45303" y="47417"/>
                  </a:cubicBezTo>
                  <a:cubicBezTo>
                    <a:pt x="45944" y="39653"/>
                    <a:pt x="46715" y="23546"/>
                    <a:pt x="41966" y="22199"/>
                  </a:cubicBezTo>
                  <a:cubicBezTo>
                    <a:pt x="35485" y="20402"/>
                    <a:pt x="22523" y="43374"/>
                    <a:pt x="16171" y="65512"/>
                  </a:cubicBezTo>
                  <a:lnTo>
                    <a:pt x="0" y="109147"/>
                  </a:lnTo>
                  <a:lnTo>
                    <a:pt x="27207" y="139948"/>
                  </a:lnTo>
                  <a:cubicBezTo>
                    <a:pt x="40426" y="133916"/>
                    <a:pt x="57110" y="109917"/>
                    <a:pt x="76232" y="82068"/>
                  </a:cubicBezTo>
                  <a:cubicBezTo>
                    <a:pt x="100873" y="46262"/>
                    <a:pt x="113899" y="9173"/>
                    <a:pt x="94648" y="831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081311C-E0A0-CC5F-FCF6-536E6DD2F144}"/>
                </a:ext>
              </a:extLst>
            </p:cNvPr>
            <p:cNvSpPr/>
            <p:nvPr/>
          </p:nvSpPr>
          <p:spPr>
            <a:xfrm>
              <a:off x="5083710" y="3175374"/>
              <a:ext cx="342916" cy="287094"/>
            </a:xfrm>
            <a:custGeom>
              <a:avLst/>
              <a:gdLst>
                <a:gd name="connsiteX0" fmla="*/ 18609 w 342916"/>
                <a:gd name="connsiteY0" fmla="*/ 159844 h 287094"/>
                <a:gd name="connsiteX1" fmla="*/ 115182 w 342916"/>
                <a:gd name="connsiteY1" fmla="*/ 183522 h 287094"/>
                <a:gd name="connsiteX2" fmla="*/ 260459 w 342916"/>
                <a:gd name="connsiteY2" fmla="*/ 0 h 287094"/>
                <a:gd name="connsiteX3" fmla="*/ 342916 w 342916"/>
                <a:gd name="connsiteY3" fmla="*/ 41581 h 287094"/>
                <a:gd name="connsiteX4" fmla="*/ 179735 w 342916"/>
                <a:gd name="connsiteY4" fmla="*/ 258149 h 287094"/>
                <a:gd name="connsiteX5" fmla="*/ 179415 w 342916"/>
                <a:gd name="connsiteY5" fmla="*/ 258535 h 287094"/>
                <a:gd name="connsiteX6" fmla="*/ 110562 w 342916"/>
                <a:gd name="connsiteY6" fmla="*/ 286833 h 287094"/>
                <a:gd name="connsiteX7" fmla="*/ 0 w 342916"/>
                <a:gd name="connsiteY7" fmla="*/ 278298 h 28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16" h="287094">
                  <a:moveTo>
                    <a:pt x="18609" y="159844"/>
                  </a:moveTo>
                  <a:lnTo>
                    <a:pt x="115182" y="183522"/>
                  </a:lnTo>
                  <a:lnTo>
                    <a:pt x="260459" y="0"/>
                  </a:lnTo>
                  <a:lnTo>
                    <a:pt x="342916" y="41581"/>
                  </a:lnTo>
                  <a:cubicBezTo>
                    <a:pt x="342916" y="41581"/>
                    <a:pt x="260716" y="158111"/>
                    <a:pt x="179735" y="258149"/>
                  </a:cubicBezTo>
                  <a:cubicBezTo>
                    <a:pt x="179607" y="258278"/>
                    <a:pt x="179543" y="258406"/>
                    <a:pt x="179415" y="258535"/>
                  </a:cubicBezTo>
                  <a:cubicBezTo>
                    <a:pt x="162795" y="278812"/>
                    <a:pt x="136743" y="288886"/>
                    <a:pt x="110562" y="286833"/>
                  </a:cubicBezTo>
                  <a:lnTo>
                    <a:pt x="0" y="278298"/>
                  </a:lnTo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0962CCF-29B7-9FAB-7890-6D3004E3DC1C}"/>
                </a:ext>
              </a:extLst>
            </p:cNvPr>
            <p:cNvSpPr/>
            <p:nvPr/>
          </p:nvSpPr>
          <p:spPr>
            <a:xfrm>
              <a:off x="4826972" y="3305893"/>
              <a:ext cx="311858" cy="446612"/>
            </a:xfrm>
            <a:custGeom>
              <a:avLst/>
              <a:gdLst>
                <a:gd name="connsiteX0" fmla="*/ 159523 w 311858"/>
                <a:gd name="connsiteY0" fmla="*/ 64 h 446612"/>
                <a:gd name="connsiteX1" fmla="*/ 275347 w 311858"/>
                <a:gd name="connsiteY1" fmla="*/ 29325 h 446612"/>
                <a:gd name="connsiteX2" fmla="*/ 281635 w 311858"/>
                <a:gd name="connsiteY2" fmla="*/ 231263 h 446612"/>
                <a:gd name="connsiteX3" fmla="*/ 311858 w 311858"/>
                <a:gd name="connsiteY3" fmla="*/ 446612 h 446612"/>
                <a:gd name="connsiteX4" fmla="*/ 20726 w 311858"/>
                <a:gd name="connsiteY4" fmla="*/ 446612 h 446612"/>
                <a:gd name="connsiteX5" fmla="*/ 38501 w 311858"/>
                <a:gd name="connsiteY5" fmla="*/ 259497 h 446612"/>
                <a:gd name="connsiteX6" fmla="*/ 0 w 311858"/>
                <a:gd name="connsiteY6" fmla="*/ 32918 h 446612"/>
                <a:gd name="connsiteX7" fmla="*/ 159458 w 311858"/>
                <a:gd name="connsiteY7" fmla="*/ 0 h 446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1858" h="446612">
                  <a:moveTo>
                    <a:pt x="159523" y="64"/>
                  </a:moveTo>
                  <a:cubicBezTo>
                    <a:pt x="190580" y="64"/>
                    <a:pt x="250770" y="9304"/>
                    <a:pt x="275347" y="29325"/>
                  </a:cubicBezTo>
                  <a:cubicBezTo>
                    <a:pt x="275347" y="29325"/>
                    <a:pt x="281635" y="154902"/>
                    <a:pt x="281635" y="231263"/>
                  </a:cubicBezTo>
                  <a:lnTo>
                    <a:pt x="311858" y="446612"/>
                  </a:lnTo>
                  <a:lnTo>
                    <a:pt x="20726" y="446612"/>
                  </a:lnTo>
                  <a:lnTo>
                    <a:pt x="38501" y="259497"/>
                  </a:lnTo>
                  <a:cubicBezTo>
                    <a:pt x="38501" y="232611"/>
                    <a:pt x="0" y="32918"/>
                    <a:pt x="0" y="32918"/>
                  </a:cubicBezTo>
                  <a:cubicBezTo>
                    <a:pt x="25667" y="17775"/>
                    <a:pt x="125321" y="0"/>
                    <a:pt x="159458" y="0"/>
                  </a:cubicBezTo>
                  <a:close/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903BD11-1068-B45D-A19B-EFF4C54FC6A6}"/>
                </a:ext>
              </a:extLst>
            </p:cNvPr>
            <p:cNvSpPr/>
            <p:nvPr/>
          </p:nvSpPr>
          <p:spPr>
            <a:xfrm>
              <a:off x="4943373" y="3163198"/>
              <a:ext cx="136225" cy="205387"/>
            </a:xfrm>
            <a:custGeom>
              <a:avLst/>
              <a:gdLst>
                <a:gd name="connsiteX0" fmla="*/ 135845 w 136225"/>
                <a:gd name="connsiteY0" fmla="*/ 38100 h 205387"/>
                <a:gd name="connsiteX1" fmla="*/ 131802 w 136225"/>
                <a:gd name="connsiteY1" fmla="*/ 82633 h 205387"/>
                <a:gd name="connsiteX2" fmla="*/ 124230 w 136225"/>
                <a:gd name="connsiteY2" fmla="*/ 106760 h 205387"/>
                <a:gd name="connsiteX3" fmla="*/ 101579 w 136225"/>
                <a:gd name="connsiteY3" fmla="*/ 121134 h 205387"/>
                <a:gd name="connsiteX4" fmla="*/ 71997 w 136225"/>
                <a:gd name="connsiteY4" fmla="*/ 117348 h 205387"/>
                <a:gd name="connsiteX5" fmla="*/ 73345 w 136225"/>
                <a:gd name="connsiteY5" fmla="*/ 180554 h 205387"/>
                <a:gd name="connsiteX6" fmla="*/ 62243 w 136225"/>
                <a:gd name="connsiteY6" fmla="*/ 205387 h 205387"/>
                <a:gd name="connsiteX7" fmla="*/ 0 w 136225"/>
                <a:gd name="connsiteY7" fmla="*/ 148149 h 205387"/>
                <a:gd name="connsiteX8" fmla="*/ 21882 w 136225"/>
                <a:gd name="connsiteY8" fmla="*/ 65436 h 205387"/>
                <a:gd name="connsiteX9" fmla="*/ 21497 w 136225"/>
                <a:gd name="connsiteY9" fmla="*/ 57286 h 205387"/>
                <a:gd name="connsiteX10" fmla="*/ 39464 w 136225"/>
                <a:gd name="connsiteY10" fmla="*/ 52089 h 205387"/>
                <a:gd name="connsiteX11" fmla="*/ 85152 w 136225"/>
                <a:gd name="connsiteY11" fmla="*/ 17759 h 205387"/>
                <a:gd name="connsiteX12" fmla="*/ 95419 w 136225"/>
                <a:gd name="connsiteY12" fmla="*/ 433 h 205387"/>
                <a:gd name="connsiteX13" fmla="*/ 96895 w 136225"/>
                <a:gd name="connsiteY13" fmla="*/ 433 h 205387"/>
                <a:gd name="connsiteX14" fmla="*/ 104081 w 136225"/>
                <a:gd name="connsiteY14" fmla="*/ 13395 h 205387"/>
                <a:gd name="connsiteX15" fmla="*/ 126284 w 136225"/>
                <a:gd name="connsiteY15" fmla="*/ 33544 h 205387"/>
                <a:gd name="connsiteX16" fmla="*/ 135781 w 136225"/>
                <a:gd name="connsiteY16" fmla="*/ 38036 h 20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6225" h="205387">
                  <a:moveTo>
                    <a:pt x="135845" y="38100"/>
                  </a:moveTo>
                  <a:cubicBezTo>
                    <a:pt x="136743" y="51960"/>
                    <a:pt x="136294" y="68195"/>
                    <a:pt x="131802" y="82633"/>
                  </a:cubicBezTo>
                  <a:cubicBezTo>
                    <a:pt x="128594" y="93028"/>
                    <a:pt x="126155" y="100857"/>
                    <a:pt x="124230" y="106760"/>
                  </a:cubicBezTo>
                  <a:cubicBezTo>
                    <a:pt x="121150" y="116450"/>
                    <a:pt x="111589" y="122482"/>
                    <a:pt x="101579" y="121134"/>
                  </a:cubicBezTo>
                  <a:lnTo>
                    <a:pt x="71997" y="117348"/>
                  </a:lnTo>
                  <a:lnTo>
                    <a:pt x="73345" y="180554"/>
                  </a:lnTo>
                  <a:lnTo>
                    <a:pt x="62243" y="205387"/>
                  </a:lnTo>
                  <a:lnTo>
                    <a:pt x="0" y="148149"/>
                  </a:lnTo>
                  <a:cubicBezTo>
                    <a:pt x="18609" y="125369"/>
                    <a:pt x="26759" y="94440"/>
                    <a:pt x="21882" y="65436"/>
                  </a:cubicBezTo>
                  <a:lnTo>
                    <a:pt x="21497" y="57286"/>
                  </a:lnTo>
                  <a:lnTo>
                    <a:pt x="39464" y="52089"/>
                  </a:lnTo>
                  <a:cubicBezTo>
                    <a:pt x="58394" y="46634"/>
                    <a:pt x="74628" y="34442"/>
                    <a:pt x="85152" y="17759"/>
                  </a:cubicBezTo>
                  <a:lnTo>
                    <a:pt x="95419" y="433"/>
                  </a:lnTo>
                  <a:cubicBezTo>
                    <a:pt x="95740" y="-144"/>
                    <a:pt x="96574" y="-144"/>
                    <a:pt x="96895" y="433"/>
                  </a:cubicBezTo>
                  <a:lnTo>
                    <a:pt x="104081" y="13395"/>
                  </a:lnTo>
                  <a:cubicBezTo>
                    <a:pt x="108958" y="22507"/>
                    <a:pt x="116915" y="29116"/>
                    <a:pt x="126284" y="33544"/>
                  </a:cubicBezTo>
                  <a:lnTo>
                    <a:pt x="135781" y="38036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955CDCC-4298-1503-1311-58A4AABFF754}"/>
                </a:ext>
              </a:extLst>
            </p:cNvPr>
            <p:cNvSpPr/>
            <p:nvPr/>
          </p:nvSpPr>
          <p:spPr>
            <a:xfrm>
              <a:off x="4939202" y="3161514"/>
              <a:ext cx="160036" cy="58716"/>
            </a:xfrm>
            <a:custGeom>
              <a:avLst/>
              <a:gdLst>
                <a:gd name="connsiteX0" fmla="*/ 160036 w 160036"/>
                <a:gd name="connsiteY0" fmla="*/ 42095 h 58716"/>
                <a:gd name="connsiteX1" fmla="*/ 101258 w 160036"/>
                <a:gd name="connsiteY1" fmla="*/ 770 h 58716"/>
                <a:gd name="connsiteX2" fmla="*/ 99076 w 160036"/>
                <a:gd name="connsiteY2" fmla="*/ 770 h 58716"/>
                <a:gd name="connsiteX3" fmla="*/ 18352 w 160036"/>
                <a:gd name="connsiteY3" fmla="*/ 58650 h 58716"/>
                <a:gd name="connsiteX4" fmla="*/ 0 w 160036"/>
                <a:gd name="connsiteY4" fmla="*/ 57623 h 58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36" h="58716">
                  <a:moveTo>
                    <a:pt x="160036" y="42095"/>
                  </a:moveTo>
                  <a:cubicBezTo>
                    <a:pt x="119353" y="42736"/>
                    <a:pt x="104915" y="11358"/>
                    <a:pt x="101258" y="770"/>
                  </a:cubicBezTo>
                  <a:cubicBezTo>
                    <a:pt x="100873" y="-257"/>
                    <a:pt x="99461" y="-257"/>
                    <a:pt x="99076" y="770"/>
                  </a:cubicBezTo>
                  <a:cubicBezTo>
                    <a:pt x="94456" y="13347"/>
                    <a:pt x="74564" y="56725"/>
                    <a:pt x="18352" y="58650"/>
                  </a:cubicBezTo>
                  <a:cubicBezTo>
                    <a:pt x="6353" y="59035"/>
                    <a:pt x="0" y="57623"/>
                    <a:pt x="0" y="57623"/>
                  </a:cubicBezTo>
                </a:path>
              </a:pathLst>
            </a:custGeom>
            <a:noFill/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1E63AFBC-9A14-67E9-F071-818017477600}"/>
                </a:ext>
              </a:extLst>
            </p:cNvPr>
            <p:cNvSpPr/>
            <p:nvPr/>
          </p:nvSpPr>
          <p:spPr>
            <a:xfrm>
              <a:off x="4494643" y="2743906"/>
              <a:ext cx="341183" cy="331622"/>
            </a:xfrm>
            <a:custGeom>
              <a:avLst/>
              <a:gdLst>
                <a:gd name="connsiteX0" fmla="*/ 302683 w 341183"/>
                <a:gd name="connsiteY0" fmla="*/ 0 h 331622"/>
                <a:gd name="connsiteX1" fmla="*/ 341184 w 341183"/>
                <a:gd name="connsiteY1" fmla="*/ 38501 h 331622"/>
                <a:gd name="connsiteX2" fmla="*/ 341184 w 341183"/>
                <a:gd name="connsiteY2" fmla="*/ 293121 h 331622"/>
                <a:gd name="connsiteX3" fmla="*/ 302683 w 341183"/>
                <a:gd name="connsiteY3" fmla="*/ 331622 h 331622"/>
                <a:gd name="connsiteX4" fmla="*/ 38501 w 341183"/>
                <a:gd name="connsiteY4" fmla="*/ 331622 h 331622"/>
                <a:gd name="connsiteX5" fmla="*/ 0 w 341183"/>
                <a:gd name="connsiteY5" fmla="*/ 293121 h 331622"/>
                <a:gd name="connsiteX6" fmla="*/ 0 w 341183"/>
                <a:gd name="connsiteY6" fmla="*/ 38501 h 331622"/>
                <a:gd name="connsiteX7" fmla="*/ 38501 w 341183"/>
                <a:gd name="connsiteY7" fmla="*/ 0 h 33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1183" h="331622">
                  <a:moveTo>
                    <a:pt x="302683" y="0"/>
                  </a:moveTo>
                  <a:cubicBezTo>
                    <a:pt x="323946" y="0"/>
                    <a:pt x="341184" y="17238"/>
                    <a:pt x="341184" y="38501"/>
                  </a:cubicBezTo>
                  <a:lnTo>
                    <a:pt x="341184" y="293121"/>
                  </a:lnTo>
                  <a:cubicBezTo>
                    <a:pt x="341184" y="314385"/>
                    <a:pt x="323946" y="331622"/>
                    <a:pt x="302683" y="331622"/>
                  </a:cubicBezTo>
                  <a:lnTo>
                    <a:pt x="38501" y="331622"/>
                  </a:lnTo>
                  <a:cubicBezTo>
                    <a:pt x="17238" y="331622"/>
                    <a:pt x="0" y="314385"/>
                    <a:pt x="0" y="293121"/>
                  </a:cubicBezTo>
                  <a:lnTo>
                    <a:pt x="0" y="38501"/>
                  </a:lnTo>
                  <a:cubicBezTo>
                    <a:pt x="0" y="17238"/>
                    <a:pt x="17238" y="0"/>
                    <a:pt x="38501" y="0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05C23CA-586E-92A2-306F-42C4E0CD0FB0}"/>
                </a:ext>
              </a:extLst>
            </p:cNvPr>
            <p:cNvSpPr/>
            <p:nvPr/>
          </p:nvSpPr>
          <p:spPr>
            <a:xfrm>
              <a:off x="4669246" y="3074950"/>
              <a:ext cx="86498" cy="86499"/>
            </a:xfrm>
            <a:custGeom>
              <a:avLst/>
              <a:gdLst>
                <a:gd name="connsiteX0" fmla="*/ 86499 w 86498"/>
                <a:gd name="connsiteY0" fmla="*/ 86499 h 86499"/>
                <a:gd name="connsiteX1" fmla="*/ 86499 w 86498"/>
                <a:gd name="connsiteY1" fmla="*/ 86499 h 86499"/>
                <a:gd name="connsiteX2" fmla="*/ 0 w 86498"/>
                <a:gd name="connsiteY2" fmla="*/ 0 h 86499"/>
                <a:gd name="connsiteX3" fmla="*/ 0 w 86498"/>
                <a:gd name="connsiteY3" fmla="*/ 0 h 86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98" h="86499">
                  <a:moveTo>
                    <a:pt x="86499" y="86499"/>
                  </a:moveTo>
                  <a:lnTo>
                    <a:pt x="86499" y="86499"/>
                  </a:lnTo>
                  <a:cubicBezTo>
                    <a:pt x="38758" y="86499"/>
                    <a:pt x="0" y="47805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71070D1-F7BF-3B0D-AF66-5414A21A084B}"/>
                </a:ext>
              </a:extLst>
            </p:cNvPr>
            <p:cNvSpPr txBox="1"/>
            <p:nvPr/>
          </p:nvSpPr>
          <p:spPr>
            <a:xfrm>
              <a:off x="4551734" y="2722838"/>
              <a:ext cx="239196" cy="383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E" sz="7200" b="1" spc="0" baseline="0" dirty="0">
                  <a:ln w="8342" cap="flat">
                    <a:solidFill>
                      <a:srgbClr val="EC6523"/>
                    </a:solidFill>
                    <a:miter/>
                  </a:ln>
                  <a:solidFill>
                    <a:srgbClr val="EC6523"/>
                  </a:solidFill>
                  <a:latin typeface="Arial"/>
                  <a:cs typeface="Arial"/>
                  <a:sym typeface="Arial"/>
                  <a:rtl val="0"/>
                </a:rPr>
                <a:t>?</a:t>
              </a:r>
            </a:p>
          </p:txBody>
        </p:sp>
        <p:grpSp>
          <p:nvGrpSpPr>
            <p:cNvPr id="128" name="Graphic 7">
              <a:extLst>
                <a:ext uri="{FF2B5EF4-FFF2-40B4-BE49-F238E27FC236}">
                  <a16:creationId xmlns:a16="http://schemas.microsoft.com/office/drawing/2014/main" id="{12DC463F-3AB6-AAD4-8187-613EC5C86FF1}"/>
                </a:ext>
              </a:extLst>
            </p:cNvPr>
            <p:cNvGrpSpPr/>
            <p:nvPr/>
          </p:nvGrpSpPr>
          <p:grpSpPr>
            <a:xfrm>
              <a:off x="4670657" y="3452774"/>
              <a:ext cx="914119" cy="720985"/>
              <a:chOff x="4670657" y="3452774"/>
              <a:chExt cx="914119" cy="720985"/>
            </a:xfrm>
          </p:grpSpPr>
          <p:grpSp>
            <p:nvGrpSpPr>
              <p:cNvPr id="129" name="Graphic 7">
                <a:extLst>
                  <a:ext uri="{FF2B5EF4-FFF2-40B4-BE49-F238E27FC236}">
                    <a16:creationId xmlns:a16="http://schemas.microsoft.com/office/drawing/2014/main" id="{03F70D6C-EDF8-BAB6-4FAA-145A7342575A}"/>
                  </a:ext>
                </a:extLst>
              </p:cNvPr>
              <p:cNvGrpSpPr/>
              <p:nvPr/>
            </p:nvGrpSpPr>
            <p:grpSpPr>
              <a:xfrm>
                <a:off x="4670657" y="3452774"/>
                <a:ext cx="914119" cy="720985"/>
                <a:chOff x="4670657" y="3452774"/>
                <a:chExt cx="914119" cy="720985"/>
              </a:xfrm>
            </p:grpSpPr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1A2E2F95-274E-B89F-4690-A4354F053CA4}"/>
                    </a:ext>
                  </a:extLst>
                </p:cNvPr>
                <p:cNvSpPr/>
                <p:nvPr/>
              </p:nvSpPr>
              <p:spPr>
                <a:xfrm>
                  <a:off x="4726612" y="3452774"/>
                  <a:ext cx="852017" cy="713424"/>
                </a:xfrm>
                <a:custGeom>
                  <a:avLst/>
                  <a:gdLst>
                    <a:gd name="connsiteX0" fmla="*/ 0 w 852017"/>
                    <a:gd name="connsiteY0" fmla="*/ 151502 h 713424"/>
                    <a:gd name="connsiteX1" fmla="*/ 114477 w 852017"/>
                    <a:gd name="connsiteY1" fmla="*/ 713425 h 713424"/>
                    <a:gd name="connsiteX2" fmla="*/ 824436 w 852017"/>
                    <a:gd name="connsiteY2" fmla="*/ 568853 h 713424"/>
                    <a:gd name="connsiteX3" fmla="*/ 851322 w 852017"/>
                    <a:gd name="connsiteY3" fmla="*/ 528234 h 713424"/>
                    <a:gd name="connsiteX4" fmla="*/ 743712 w 852017"/>
                    <a:gd name="connsiteY4" fmla="*/ 0 h 713424"/>
                    <a:gd name="connsiteX5" fmla="*/ 64 w 852017"/>
                    <a:gd name="connsiteY5" fmla="*/ 151438 h 713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52017" h="713424">
                      <a:moveTo>
                        <a:pt x="0" y="151502"/>
                      </a:moveTo>
                      <a:lnTo>
                        <a:pt x="114477" y="713425"/>
                      </a:lnTo>
                      <a:lnTo>
                        <a:pt x="824436" y="568853"/>
                      </a:lnTo>
                      <a:cubicBezTo>
                        <a:pt x="843045" y="565067"/>
                        <a:pt x="855108" y="546908"/>
                        <a:pt x="851322" y="528234"/>
                      </a:cubicBezTo>
                      <a:lnTo>
                        <a:pt x="743712" y="0"/>
                      </a:lnTo>
                      <a:lnTo>
                        <a:pt x="64" y="151438"/>
                      </a:lnTo>
                      <a:close/>
                    </a:path>
                  </a:pathLst>
                </a:custGeom>
                <a:solidFill>
                  <a:srgbClr val="F7C1A6"/>
                </a:solidFill>
                <a:ln w="8342" cap="flat">
                  <a:solidFill>
                    <a:srgbClr val="EC652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2D280649-69E0-0E09-6FEC-CC7B4E3BFBD6}"/>
                    </a:ext>
                  </a:extLst>
                </p:cNvPr>
                <p:cNvSpPr/>
                <p:nvPr/>
              </p:nvSpPr>
              <p:spPr>
                <a:xfrm rot="-690600">
                  <a:off x="4805972" y="3566628"/>
                  <a:ext cx="692890" cy="523614"/>
                </a:xfrm>
                <a:custGeom>
                  <a:avLst/>
                  <a:gdLst>
                    <a:gd name="connsiteX0" fmla="*/ 0 w 692890"/>
                    <a:gd name="connsiteY0" fmla="*/ 0 h 523614"/>
                    <a:gd name="connsiteX1" fmla="*/ 692891 w 692890"/>
                    <a:gd name="connsiteY1" fmla="*/ 0 h 523614"/>
                    <a:gd name="connsiteX2" fmla="*/ 692891 w 692890"/>
                    <a:gd name="connsiteY2" fmla="*/ 523614 h 523614"/>
                    <a:gd name="connsiteX3" fmla="*/ 0 w 692890"/>
                    <a:gd name="connsiteY3" fmla="*/ 523614 h 523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890" h="523614">
                      <a:moveTo>
                        <a:pt x="0" y="0"/>
                      </a:moveTo>
                      <a:lnTo>
                        <a:pt x="692891" y="0"/>
                      </a:lnTo>
                      <a:lnTo>
                        <a:pt x="692891" y="523614"/>
                      </a:lnTo>
                      <a:lnTo>
                        <a:pt x="0" y="5236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342" cap="flat">
                  <a:solidFill>
                    <a:srgbClr val="EC652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D42AD826-2E6A-3A52-A6A4-89278D01C0E9}"/>
                    </a:ext>
                  </a:extLst>
                </p:cNvPr>
                <p:cNvSpPr/>
                <p:nvPr/>
              </p:nvSpPr>
              <p:spPr>
                <a:xfrm rot="-690600">
                  <a:off x="4768410" y="3612059"/>
                  <a:ext cx="692890" cy="469327"/>
                </a:xfrm>
                <a:custGeom>
                  <a:avLst/>
                  <a:gdLst>
                    <a:gd name="connsiteX0" fmla="*/ 0 w 692890"/>
                    <a:gd name="connsiteY0" fmla="*/ 0 h 469327"/>
                    <a:gd name="connsiteX1" fmla="*/ 692891 w 692890"/>
                    <a:gd name="connsiteY1" fmla="*/ 0 h 469327"/>
                    <a:gd name="connsiteX2" fmla="*/ 692891 w 692890"/>
                    <a:gd name="connsiteY2" fmla="*/ 469328 h 469327"/>
                    <a:gd name="connsiteX3" fmla="*/ 0 w 692890"/>
                    <a:gd name="connsiteY3" fmla="*/ 469328 h 469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2890" h="469327">
                      <a:moveTo>
                        <a:pt x="0" y="0"/>
                      </a:moveTo>
                      <a:lnTo>
                        <a:pt x="692891" y="0"/>
                      </a:lnTo>
                      <a:lnTo>
                        <a:pt x="692891" y="469328"/>
                      </a:lnTo>
                      <a:lnTo>
                        <a:pt x="0" y="4693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342" cap="flat">
                  <a:solidFill>
                    <a:srgbClr val="EC652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5444E004-892D-29FA-4DCF-AB986D11D2C2}"/>
                    </a:ext>
                  </a:extLst>
                </p:cNvPr>
                <p:cNvSpPr/>
                <p:nvPr/>
              </p:nvSpPr>
              <p:spPr>
                <a:xfrm>
                  <a:off x="4670657" y="3600747"/>
                  <a:ext cx="846702" cy="573012"/>
                </a:xfrm>
                <a:custGeom>
                  <a:avLst/>
                  <a:gdLst>
                    <a:gd name="connsiteX0" fmla="*/ 360562 w 846702"/>
                    <a:gd name="connsiteY0" fmla="*/ 0 h 573012"/>
                    <a:gd name="connsiteX1" fmla="*/ 0 w 846702"/>
                    <a:gd name="connsiteY1" fmla="*/ 73408 h 573012"/>
                    <a:gd name="connsiteX2" fmla="*/ 96125 w 846702"/>
                    <a:gd name="connsiteY2" fmla="*/ 545432 h 573012"/>
                    <a:gd name="connsiteX3" fmla="*/ 136743 w 846702"/>
                    <a:gd name="connsiteY3" fmla="*/ 572318 h 573012"/>
                    <a:gd name="connsiteX4" fmla="*/ 846702 w 846702"/>
                    <a:gd name="connsiteY4" fmla="*/ 427747 h 573012"/>
                    <a:gd name="connsiteX5" fmla="*/ 762321 w 846702"/>
                    <a:gd name="connsiteY5" fmla="*/ 13411 h 573012"/>
                    <a:gd name="connsiteX6" fmla="*/ 379236 w 846702"/>
                    <a:gd name="connsiteY6" fmla="*/ 91440 h 573012"/>
                    <a:gd name="connsiteX7" fmla="*/ 360627 w 846702"/>
                    <a:gd name="connsiteY7" fmla="*/ 64 h 57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6702" h="573012">
                      <a:moveTo>
                        <a:pt x="360562" y="0"/>
                      </a:moveTo>
                      <a:lnTo>
                        <a:pt x="0" y="73408"/>
                      </a:lnTo>
                      <a:lnTo>
                        <a:pt x="96125" y="545432"/>
                      </a:lnTo>
                      <a:cubicBezTo>
                        <a:pt x="99910" y="564040"/>
                        <a:pt x="118070" y="576104"/>
                        <a:pt x="136743" y="572318"/>
                      </a:cubicBezTo>
                      <a:lnTo>
                        <a:pt x="846702" y="427747"/>
                      </a:lnTo>
                      <a:lnTo>
                        <a:pt x="762321" y="13411"/>
                      </a:lnTo>
                      <a:lnTo>
                        <a:pt x="379236" y="91440"/>
                      </a:lnTo>
                      <a:lnTo>
                        <a:pt x="360627" y="64"/>
                      </a:lnTo>
                      <a:close/>
                    </a:path>
                  </a:pathLst>
                </a:custGeom>
                <a:solidFill>
                  <a:srgbClr val="F7C1A6"/>
                </a:solidFill>
                <a:ln w="8342" cap="flat">
                  <a:solidFill>
                    <a:srgbClr val="EC652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C07FBA76-1284-1B69-B139-1B85B261E980}"/>
                    </a:ext>
                  </a:extLst>
                </p:cNvPr>
                <p:cNvSpPr/>
                <p:nvPr/>
              </p:nvSpPr>
              <p:spPr>
                <a:xfrm rot="-690600">
                  <a:off x="5474427" y="3603140"/>
                  <a:ext cx="68852" cy="422870"/>
                </a:xfrm>
                <a:custGeom>
                  <a:avLst/>
                  <a:gdLst>
                    <a:gd name="connsiteX0" fmla="*/ 0 w 68852"/>
                    <a:gd name="connsiteY0" fmla="*/ 64 h 422870"/>
                    <a:gd name="connsiteX1" fmla="*/ 68853 w 68852"/>
                    <a:gd name="connsiteY1" fmla="*/ 64 h 422870"/>
                    <a:gd name="connsiteX2" fmla="*/ 68853 w 68852"/>
                    <a:gd name="connsiteY2" fmla="*/ 388476 h 422870"/>
                    <a:gd name="connsiteX3" fmla="*/ 34458 w 68852"/>
                    <a:gd name="connsiteY3" fmla="*/ 422870 h 422870"/>
                    <a:gd name="connsiteX4" fmla="*/ 64 w 68852"/>
                    <a:gd name="connsiteY4" fmla="*/ 422870 h 422870"/>
                    <a:gd name="connsiteX5" fmla="*/ 64 w 68852"/>
                    <a:gd name="connsiteY5" fmla="*/ 0 h 422870"/>
                    <a:gd name="connsiteX6" fmla="*/ 64 w 68852"/>
                    <a:gd name="connsiteY6" fmla="*/ 0 h 422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8852" h="422870">
                      <a:moveTo>
                        <a:pt x="0" y="64"/>
                      </a:moveTo>
                      <a:lnTo>
                        <a:pt x="68853" y="64"/>
                      </a:lnTo>
                      <a:lnTo>
                        <a:pt x="68853" y="388476"/>
                      </a:lnTo>
                      <a:cubicBezTo>
                        <a:pt x="68853" y="407470"/>
                        <a:pt x="53452" y="422870"/>
                        <a:pt x="34458" y="422870"/>
                      </a:cubicBezTo>
                      <a:lnTo>
                        <a:pt x="64" y="422870"/>
                      </a:lnTo>
                      <a:lnTo>
                        <a:pt x="64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EF7739"/>
                </a:solidFill>
                <a:ln w="8342" cap="flat">
                  <a:solidFill>
                    <a:srgbClr val="EC652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25814757-4090-D0FA-C928-93C749D70031}"/>
                    </a:ext>
                  </a:extLst>
                </p:cNvPr>
                <p:cNvSpPr/>
                <p:nvPr/>
              </p:nvSpPr>
              <p:spPr>
                <a:xfrm rot="-690600">
                  <a:off x="4761295" y="3704590"/>
                  <a:ext cx="217210" cy="46522"/>
                </a:xfrm>
                <a:custGeom>
                  <a:avLst/>
                  <a:gdLst>
                    <a:gd name="connsiteX0" fmla="*/ 0 w 217210"/>
                    <a:gd name="connsiteY0" fmla="*/ 0 h 46522"/>
                    <a:gd name="connsiteX1" fmla="*/ 217210 w 217210"/>
                    <a:gd name="connsiteY1" fmla="*/ 0 h 46522"/>
                    <a:gd name="connsiteX2" fmla="*/ 217210 w 217210"/>
                    <a:gd name="connsiteY2" fmla="*/ 46522 h 46522"/>
                    <a:gd name="connsiteX3" fmla="*/ 0 w 217210"/>
                    <a:gd name="connsiteY3" fmla="*/ 46522 h 46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7210" h="46522">
                      <a:moveTo>
                        <a:pt x="0" y="0"/>
                      </a:moveTo>
                      <a:lnTo>
                        <a:pt x="217210" y="0"/>
                      </a:lnTo>
                      <a:lnTo>
                        <a:pt x="217210" y="46522"/>
                      </a:lnTo>
                      <a:lnTo>
                        <a:pt x="0" y="46522"/>
                      </a:lnTo>
                      <a:close/>
                    </a:path>
                  </a:pathLst>
                </a:custGeom>
                <a:solidFill>
                  <a:srgbClr val="F7C1A6"/>
                </a:solidFill>
                <a:ln w="8342" cap="flat">
                  <a:solidFill>
                    <a:srgbClr val="EC652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  <p:grpSp>
            <p:nvGrpSpPr>
              <p:cNvPr id="136" name="Graphic 7">
                <a:extLst>
                  <a:ext uri="{FF2B5EF4-FFF2-40B4-BE49-F238E27FC236}">
                    <a16:creationId xmlns:a16="http://schemas.microsoft.com/office/drawing/2014/main" id="{02568B6D-2B5B-92AC-C4CD-03D6E7A3ACC0}"/>
                  </a:ext>
                </a:extLst>
              </p:cNvPr>
              <p:cNvGrpSpPr/>
              <p:nvPr/>
            </p:nvGrpSpPr>
            <p:grpSpPr>
              <a:xfrm>
                <a:off x="4968504" y="3744809"/>
                <a:ext cx="282877" cy="306587"/>
                <a:chOff x="4968504" y="3744809"/>
                <a:chExt cx="282877" cy="306587"/>
              </a:xfrm>
              <a:noFill/>
            </p:grpSpPr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141250BF-21D0-160F-048D-07E74DB7FB2F}"/>
                    </a:ext>
                  </a:extLst>
                </p:cNvPr>
                <p:cNvSpPr/>
                <p:nvPr/>
              </p:nvSpPr>
              <p:spPr>
                <a:xfrm>
                  <a:off x="4968504" y="3797528"/>
                  <a:ext cx="282877" cy="196378"/>
                </a:xfrm>
                <a:custGeom>
                  <a:avLst/>
                  <a:gdLst>
                    <a:gd name="connsiteX0" fmla="*/ 258172 w 282877"/>
                    <a:gd name="connsiteY0" fmla="*/ 149150 h 196378"/>
                    <a:gd name="connsiteX1" fmla="*/ 282877 w 282877"/>
                    <a:gd name="connsiteY1" fmla="*/ 196378 h 196378"/>
                    <a:gd name="connsiteX2" fmla="*/ 230387 w 282877"/>
                    <a:gd name="connsiteY2" fmla="*/ 191245 h 196378"/>
                    <a:gd name="connsiteX3" fmla="*/ 11317 w 282877"/>
                    <a:gd name="connsiteY3" fmla="*/ 46288 h 196378"/>
                    <a:gd name="connsiteX4" fmla="*/ 4194 w 282877"/>
                    <a:gd name="connsiteY4" fmla="*/ 11317 h 196378"/>
                    <a:gd name="connsiteX5" fmla="*/ 4194 w 282877"/>
                    <a:gd name="connsiteY5" fmla="*/ 11317 h 196378"/>
                    <a:gd name="connsiteX6" fmla="*/ 39166 w 282877"/>
                    <a:gd name="connsiteY6" fmla="*/ 4194 h 196378"/>
                    <a:gd name="connsiteX7" fmla="*/ 258237 w 282877"/>
                    <a:gd name="connsiteY7" fmla="*/ 149150 h 196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2877" h="196378">
                      <a:moveTo>
                        <a:pt x="258172" y="149150"/>
                      </a:moveTo>
                      <a:lnTo>
                        <a:pt x="282877" y="196378"/>
                      </a:lnTo>
                      <a:lnTo>
                        <a:pt x="230387" y="191245"/>
                      </a:lnTo>
                      <a:lnTo>
                        <a:pt x="11317" y="46288"/>
                      </a:lnTo>
                      <a:cubicBezTo>
                        <a:pt x="-298" y="38588"/>
                        <a:pt x="-3506" y="22931"/>
                        <a:pt x="4194" y="11317"/>
                      </a:cubicBezTo>
                      <a:lnTo>
                        <a:pt x="4194" y="11317"/>
                      </a:lnTo>
                      <a:cubicBezTo>
                        <a:pt x="11894" y="-298"/>
                        <a:pt x="27551" y="-3506"/>
                        <a:pt x="39166" y="4194"/>
                      </a:cubicBezTo>
                      <a:lnTo>
                        <a:pt x="258237" y="149150"/>
                      </a:lnTo>
                      <a:close/>
                    </a:path>
                  </a:pathLst>
                </a:custGeom>
                <a:noFill/>
                <a:ln w="8342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F58242F6-9447-655A-BE75-305A8B97B171}"/>
                    </a:ext>
                  </a:extLst>
                </p:cNvPr>
                <p:cNvSpPr/>
                <p:nvPr/>
              </p:nvSpPr>
              <p:spPr>
                <a:xfrm>
                  <a:off x="5193566" y="3943213"/>
                  <a:ext cx="27849" cy="42094"/>
                </a:xfrm>
                <a:custGeom>
                  <a:avLst/>
                  <a:gdLst>
                    <a:gd name="connsiteX0" fmla="*/ 0 w 27849"/>
                    <a:gd name="connsiteY0" fmla="*/ 42095 h 42094"/>
                    <a:gd name="connsiteX1" fmla="*/ 27849 w 27849"/>
                    <a:gd name="connsiteY1" fmla="*/ 0 h 42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849" h="42094">
                      <a:moveTo>
                        <a:pt x="0" y="42095"/>
                      </a:moveTo>
                      <a:lnTo>
                        <a:pt x="27849" y="0"/>
                      </a:lnTo>
                    </a:path>
                  </a:pathLst>
                </a:custGeom>
                <a:ln w="8342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AE9887A4-CDBA-937F-0E10-09C9AC492BFD}"/>
                    </a:ext>
                  </a:extLst>
                </p:cNvPr>
                <p:cNvSpPr/>
                <p:nvPr/>
              </p:nvSpPr>
              <p:spPr>
                <a:xfrm>
                  <a:off x="4988034" y="3807240"/>
                  <a:ext cx="27849" cy="42030"/>
                </a:xfrm>
                <a:custGeom>
                  <a:avLst/>
                  <a:gdLst>
                    <a:gd name="connsiteX0" fmla="*/ 0 w 27849"/>
                    <a:gd name="connsiteY0" fmla="*/ 42030 h 42030"/>
                    <a:gd name="connsiteX1" fmla="*/ 27849 w 27849"/>
                    <a:gd name="connsiteY1" fmla="*/ 0 h 42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849" h="42030">
                      <a:moveTo>
                        <a:pt x="0" y="42030"/>
                      </a:moveTo>
                      <a:lnTo>
                        <a:pt x="27849" y="0"/>
                      </a:lnTo>
                    </a:path>
                  </a:pathLst>
                </a:custGeom>
                <a:ln w="8342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344FC446-A7BD-4EB8-B348-99203ECD1AA6}"/>
                    </a:ext>
                  </a:extLst>
                </p:cNvPr>
                <p:cNvSpPr/>
                <p:nvPr/>
              </p:nvSpPr>
              <p:spPr>
                <a:xfrm>
                  <a:off x="4986586" y="3902595"/>
                  <a:ext cx="132031" cy="148802"/>
                </a:xfrm>
                <a:custGeom>
                  <a:avLst/>
                  <a:gdLst>
                    <a:gd name="connsiteX0" fmla="*/ 59906 w 132031"/>
                    <a:gd name="connsiteY0" fmla="*/ 33496 h 148802"/>
                    <a:gd name="connsiteX1" fmla="*/ 9598 w 132031"/>
                    <a:gd name="connsiteY1" fmla="*/ 59292 h 148802"/>
                    <a:gd name="connsiteX2" fmla="*/ 9855 w 132031"/>
                    <a:gd name="connsiteY2" fmla="*/ 123332 h 148802"/>
                    <a:gd name="connsiteX3" fmla="*/ 37832 w 132031"/>
                    <a:gd name="connsiteY3" fmla="*/ 81109 h 148802"/>
                    <a:gd name="connsiteX4" fmla="*/ 66515 w 132031"/>
                    <a:gd name="connsiteY4" fmla="*/ 77901 h 148802"/>
                    <a:gd name="connsiteX5" fmla="*/ 74793 w 132031"/>
                    <a:gd name="connsiteY5" fmla="*/ 105557 h 148802"/>
                    <a:gd name="connsiteX6" fmla="*/ 46816 w 132031"/>
                    <a:gd name="connsiteY6" fmla="*/ 147780 h 148802"/>
                    <a:gd name="connsiteX7" fmla="*/ 105851 w 132031"/>
                    <a:gd name="connsiteY7" fmla="*/ 122947 h 148802"/>
                    <a:gd name="connsiteX8" fmla="*/ 109893 w 132031"/>
                    <a:gd name="connsiteY8" fmla="*/ 66543 h 148802"/>
                    <a:gd name="connsiteX9" fmla="*/ 132031 w 132031"/>
                    <a:gd name="connsiteY9" fmla="*/ 33047 h 148802"/>
                    <a:gd name="connsiteX10" fmla="*/ 82044 w 132031"/>
                    <a:gd name="connsiteY10" fmla="*/ 0 h 148802"/>
                    <a:gd name="connsiteX11" fmla="*/ 59906 w 132031"/>
                    <a:gd name="connsiteY11" fmla="*/ 33496 h 148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2031" h="148802">
                      <a:moveTo>
                        <a:pt x="59906" y="33496"/>
                      </a:moveTo>
                      <a:cubicBezTo>
                        <a:pt x="40463" y="32790"/>
                        <a:pt x="21084" y="41838"/>
                        <a:pt x="9598" y="59292"/>
                      </a:cubicBezTo>
                      <a:cubicBezTo>
                        <a:pt x="-3685" y="79312"/>
                        <a:pt x="-2786" y="104595"/>
                        <a:pt x="9855" y="123332"/>
                      </a:cubicBezTo>
                      <a:lnTo>
                        <a:pt x="37832" y="81109"/>
                      </a:lnTo>
                      <a:lnTo>
                        <a:pt x="66515" y="77901"/>
                      </a:lnTo>
                      <a:lnTo>
                        <a:pt x="74793" y="105557"/>
                      </a:lnTo>
                      <a:lnTo>
                        <a:pt x="46816" y="147780"/>
                      </a:lnTo>
                      <a:cubicBezTo>
                        <a:pt x="69018" y="152015"/>
                        <a:pt x="92632" y="142967"/>
                        <a:pt x="105851" y="122947"/>
                      </a:cubicBezTo>
                      <a:cubicBezTo>
                        <a:pt x="117401" y="105493"/>
                        <a:pt x="118171" y="84189"/>
                        <a:pt x="109893" y="66543"/>
                      </a:cubicBezTo>
                      <a:lnTo>
                        <a:pt x="132031" y="33047"/>
                      </a:lnTo>
                      <a:lnTo>
                        <a:pt x="82044" y="0"/>
                      </a:lnTo>
                      <a:lnTo>
                        <a:pt x="59906" y="33496"/>
                      </a:lnTo>
                      <a:close/>
                    </a:path>
                  </a:pathLst>
                </a:custGeom>
                <a:noFill/>
                <a:ln w="8342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549A1226-91C3-C223-548A-617F821FE431}"/>
                    </a:ext>
                  </a:extLst>
                </p:cNvPr>
                <p:cNvSpPr/>
                <p:nvPr/>
              </p:nvSpPr>
              <p:spPr>
                <a:xfrm>
                  <a:off x="5096415" y="3744809"/>
                  <a:ext cx="132047" cy="148802"/>
                </a:xfrm>
                <a:custGeom>
                  <a:avLst/>
                  <a:gdLst>
                    <a:gd name="connsiteX0" fmla="*/ 22202 w 132047"/>
                    <a:gd name="connsiteY0" fmla="*/ 82260 h 148802"/>
                    <a:gd name="connsiteX1" fmla="*/ 26245 w 132047"/>
                    <a:gd name="connsiteY1" fmla="*/ 25855 h 148802"/>
                    <a:gd name="connsiteX2" fmla="*/ 85280 w 132047"/>
                    <a:gd name="connsiteY2" fmla="*/ 1022 h 148802"/>
                    <a:gd name="connsiteX3" fmla="*/ 57302 w 132047"/>
                    <a:gd name="connsiteY3" fmla="*/ 43245 h 148802"/>
                    <a:gd name="connsiteX4" fmla="*/ 65580 w 132047"/>
                    <a:gd name="connsiteY4" fmla="*/ 70902 h 148802"/>
                    <a:gd name="connsiteX5" fmla="*/ 94263 w 132047"/>
                    <a:gd name="connsiteY5" fmla="*/ 67693 h 148802"/>
                    <a:gd name="connsiteX6" fmla="*/ 122241 w 132047"/>
                    <a:gd name="connsiteY6" fmla="*/ 25470 h 148802"/>
                    <a:gd name="connsiteX7" fmla="*/ 122497 w 132047"/>
                    <a:gd name="connsiteY7" fmla="*/ 89511 h 148802"/>
                    <a:gd name="connsiteX8" fmla="*/ 72125 w 132047"/>
                    <a:gd name="connsiteY8" fmla="*/ 115306 h 148802"/>
                    <a:gd name="connsiteX9" fmla="*/ 49987 w 132047"/>
                    <a:gd name="connsiteY9" fmla="*/ 148802 h 148802"/>
                    <a:gd name="connsiteX10" fmla="*/ 0 w 132047"/>
                    <a:gd name="connsiteY10" fmla="*/ 115755 h 148802"/>
                    <a:gd name="connsiteX11" fmla="*/ 22138 w 132047"/>
                    <a:gd name="connsiteY11" fmla="*/ 82260 h 148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2047" h="148802">
                      <a:moveTo>
                        <a:pt x="22202" y="82260"/>
                      </a:moveTo>
                      <a:cubicBezTo>
                        <a:pt x="13924" y="64613"/>
                        <a:pt x="14694" y="43245"/>
                        <a:pt x="26245" y="25855"/>
                      </a:cubicBezTo>
                      <a:cubicBezTo>
                        <a:pt x="39528" y="5835"/>
                        <a:pt x="63078" y="-3213"/>
                        <a:pt x="85280" y="1022"/>
                      </a:cubicBezTo>
                      <a:lnTo>
                        <a:pt x="57302" y="43245"/>
                      </a:lnTo>
                      <a:lnTo>
                        <a:pt x="65580" y="70902"/>
                      </a:lnTo>
                      <a:lnTo>
                        <a:pt x="94263" y="67693"/>
                      </a:lnTo>
                      <a:lnTo>
                        <a:pt x="122241" y="25470"/>
                      </a:lnTo>
                      <a:cubicBezTo>
                        <a:pt x="134818" y="44208"/>
                        <a:pt x="135716" y="69490"/>
                        <a:pt x="122497" y="89511"/>
                      </a:cubicBezTo>
                      <a:cubicBezTo>
                        <a:pt x="110947" y="106964"/>
                        <a:pt x="91632" y="116012"/>
                        <a:pt x="72125" y="115306"/>
                      </a:cubicBezTo>
                      <a:lnTo>
                        <a:pt x="49987" y="148802"/>
                      </a:lnTo>
                      <a:lnTo>
                        <a:pt x="0" y="115755"/>
                      </a:lnTo>
                      <a:lnTo>
                        <a:pt x="22138" y="82260"/>
                      </a:lnTo>
                      <a:close/>
                    </a:path>
                  </a:pathLst>
                </a:custGeom>
                <a:noFill/>
                <a:ln w="8342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BE"/>
                </a:p>
              </p:txBody>
            </p:sp>
          </p:grpSp>
        </p:grp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DC86DBF-27AE-D10F-0B7C-E388084D2CD5}"/>
                </a:ext>
              </a:extLst>
            </p:cNvPr>
            <p:cNvSpPr/>
            <p:nvPr/>
          </p:nvSpPr>
          <p:spPr>
            <a:xfrm>
              <a:off x="4760549" y="3769574"/>
              <a:ext cx="86068" cy="142824"/>
            </a:xfrm>
            <a:custGeom>
              <a:avLst/>
              <a:gdLst>
                <a:gd name="connsiteX0" fmla="*/ 68861 w 86068"/>
                <a:gd name="connsiteY0" fmla="*/ 141427 h 142824"/>
                <a:gd name="connsiteX1" fmla="*/ 61353 w 86068"/>
                <a:gd name="connsiteY1" fmla="*/ 76168 h 142824"/>
                <a:gd name="connsiteX2" fmla="*/ 62701 w 86068"/>
                <a:gd name="connsiteY2" fmla="*/ 73794 h 142824"/>
                <a:gd name="connsiteX3" fmla="*/ 84582 w 86068"/>
                <a:gd name="connsiteY3" fmla="*/ 86756 h 142824"/>
                <a:gd name="connsiteX4" fmla="*/ 66487 w 86068"/>
                <a:gd name="connsiteY4" fmla="*/ 39720 h 142824"/>
                <a:gd name="connsiteX5" fmla="*/ 42231 w 86068"/>
                <a:gd name="connsiteY5" fmla="*/ 0 h 142824"/>
                <a:gd name="connsiteX6" fmla="*/ 1227 w 86068"/>
                <a:gd name="connsiteY6" fmla="*/ 2310 h 142824"/>
                <a:gd name="connsiteX7" fmla="*/ 11815 w 86068"/>
                <a:gd name="connsiteY7" fmla="*/ 64874 h 142824"/>
                <a:gd name="connsiteX8" fmla="*/ 68861 w 86068"/>
                <a:gd name="connsiteY8" fmla="*/ 141427 h 14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068" h="142824">
                  <a:moveTo>
                    <a:pt x="68861" y="141427"/>
                  </a:moveTo>
                  <a:cubicBezTo>
                    <a:pt x="81502" y="134625"/>
                    <a:pt x="70337" y="104723"/>
                    <a:pt x="61353" y="76168"/>
                  </a:cubicBezTo>
                  <a:cubicBezTo>
                    <a:pt x="60776" y="74435"/>
                    <a:pt x="60904" y="72125"/>
                    <a:pt x="62701" y="73794"/>
                  </a:cubicBezTo>
                  <a:cubicBezTo>
                    <a:pt x="68412" y="79120"/>
                    <a:pt x="80604" y="89643"/>
                    <a:pt x="84582" y="86756"/>
                  </a:cubicBezTo>
                  <a:cubicBezTo>
                    <a:pt x="89972" y="82777"/>
                    <a:pt x="79962" y="58393"/>
                    <a:pt x="66487" y="39720"/>
                  </a:cubicBezTo>
                  <a:lnTo>
                    <a:pt x="42231" y="0"/>
                  </a:lnTo>
                  <a:lnTo>
                    <a:pt x="1227" y="2310"/>
                  </a:lnTo>
                  <a:cubicBezTo>
                    <a:pt x="-2238" y="16427"/>
                    <a:pt x="1741" y="32597"/>
                    <a:pt x="11815" y="64874"/>
                  </a:cubicBezTo>
                  <a:cubicBezTo>
                    <a:pt x="24713" y="106391"/>
                    <a:pt x="50381" y="151373"/>
                    <a:pt x="68861" y="141427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46AA1D-C2E7-27C9-76B0-134884C2C718}"/>
                </a:ext>
              </a:extLst>
            </p:cNvPr>
            <p:cNvSpPr/>
            <p:nvPr/>
          </p:nvSpPr>
          <p:spPr>
            <a:xfrm>
              <a:off x="4671332" y="3337784"/>
              <a:ext cx="176045" cy="457969"/>
            </a:xfrm>
            <a:custGeom>
              <a:avLst/>
              <a:gdLst>
                <a:gd name="connsiteX0" fmla="*/ 176045 w 176045"/>
                <a:gd name="connsiteY0" fmla="*/ 130390 h 457969"/>
                <a:gd name="connsiteX1" fmla="*/ 100519 w 176045"/>
                <a:gd name="connsiteY1" fmla="*/ 191286 h 457969"/>
                <a:gd name="connsiteX2" fmla="*/ 154806 w 176045"/>
                <a:gd name="connsiteY2" fmla="*/ 418956 h 457969"/>
                <a:gd name="connsiteX3" fmla="*/ 71130 w 176045"/>
                <a:gd name="connsiteY3" fmla="*/ 457970 h 457969"/>
                <a:gd name="connsiteX4" fmla="*/ 1892 w 176045"/>
                <a:gd name="connsiteY4" fmla="*/ 195778 h 457969"/>
                <a:gd name="connsiteX5" fmla="*/ 1764 w 176045"/>
                <a:gd name="connsiteY5" fmla="*/ 195264 h 457969"/>
                <a:gd name="connsiteX6" fmla="*/ 22105 w 176045"/>
                <a:gd name="connsiteY6" fmla="*/ 123652 h 457969"/>
                <a:gd name="connsiteX7" fmla="*/ 126764 w 176045"/>
                <a:gd name="connsiteY7" fmla="*/ 20726 h 457969"/>
                <a:gd name="connsiteX8" fmla="*/ 145116 w 176045"/>
                <a:gd name="connsiteY8" fmla="*/ 4107 h 457969"/>
                <a:gd name="connsiteX9" fmla="*/ 149608 w 176045"/>
                <a:gd name="connsiteY9" fmla="*/ 2053 h 457969"/>
                <a:gd name="connsiteX10" fmla="*/ 167254 w 176045"/>
                <a:gd name="connsiteY10" fmla="*/ 0 h 45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6045" h="457969">
                  <a:moveTo>
                    <a:pt x="176045" y="130390"/>
                  </a:moveTo>
                  <a:lnTo>
                    <a:pt x="100519" y="191286"/>
                  </a:lnTo>
                  <a:lnTo>
                    <a:pt x="154806" y="418956"/>
                  </a:lnTo>
                  <a:lnTo>
                    <a:pt x="71130" y="457970"/>
                  </a:lnTo>
                  <a:cubicBezTo>
                    <a:pt x="71130" y="457970"/>
                    <a:pt x="30383" y="321291"/>
                    <a:pt x="1892" y="195778"/>
                  </a:cubicBezTo>
                  <a:cubicBezTo>
                    <a:pt x="1892" y="195585"/>
                    <a:pt x="1828" y="195457"/>
                    <a:pt x="1764" y="195264"/>
                  </a:cubicBezTo>
                  <a:cubicBezTo>
                    <a:pt x="-3883" y="169661"/>
                    <a:pt x="4330" y="142967"/>
                    <a:pt x="22105" y="123652"/>
                  </a:cubicBezTo>
                  <a:lnTo>
                    <a:pt x="126764" y="20726"/>
                  </a:lnTo>
                  <a:lnTo>
                    <a:pt x="145116" y="4107"/>
                  </a:lnTo>
                  <a:cubicBezTo>
                    <a:pt x="146335" y="2952"/>
                    <a:pt x="147939" y="2246"/>
                    <a:pt x="149608" y="2053"/>
                  </a:cubicBezTo>
                  <a:lnTo>
                    <a:pt x="167254" y="0"/>
                  </a:lnTo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056531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44FCAE-3014-4C73-E8FB-729B288A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87" y="365125"/>
            <a:ext cx="4942668" cy="1325563"/>
          </a:xfrm>
        </p:spPr>
        <p:txBody>
          <a:bodyPr/>
          <a:lstStyle/>
          <a:p>
            <a:r>
              <a:rPr lang="en-US" dirty="0"/>
              <a:t>If you do have to choose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2324A-E999-BDE1-63FA-13B8ACA76D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13787" y="1792288"/>
            <a:ext cx="4942668" cy="4700587"/>
          </a:xfrm>
        </p:spPr>
        <p:txBody>
          <a:bodyPr/>
          <a:lstStyle/>
          <a:p>
            <a:r>
              <a:rPr lang="en-US" dirty="0"/>
              <a:t>Think strategically</a:t>
            </a:r>
          </a:p>
          <a:p>
            <a:r>
              <a:rPr lang="en-US" dirty="0"/>
              <a:t>Think about your selected audience</a:t>
            </a:r>
          </a:p>
          <a:p>
            <a:r>
              <a:rPr lang="en-US" dirty="0"/>
              <a:t>Think about how general vs specific you want to go</a:t>
            </a:r>
          </a:p>
          <a:p>
            <a:r>
              <a:rPr lang="en-US" dirty="0"/>
              <a:t>Think about your values</a:t>
            </a:r>
            <a:endParaRPr lang="en-BE" dirty="0"/>
          </a:p>
        </p:txBody>
      </p:sp>
      <p:grpSp>
        <p:nvGrpSpPr>
          <p:cNvPr id="5" name="Graphic 182">
            <a:extLst>
              <a:ext uri="{FF2B5EF4-FFF2-40B4-BE49-F238E27FC236}">
                <a16:creationId xmlns:a16="http://schemas.microsoft.com/office/drawing/2014/main" id="{03CEAFF1-32D1-5D42-822C-8220AA81BB6D}"/>
              </a:ext>
            </a:extLst>
          </p:cNvPr>
          <p:cNvGrpSpPr>
            <a:grpSpLocks noChangeAspect="1"/>
          </p:cNvGrpSpPr>
          <p:nvPr/>
        </p:nvGrpSpPr>
        <p:grpSpPr>
          <a:xfrm>
            <a:off x="5756455" y="349838"/>
            <a:ext cx="5621757" cy="6486203"/>
            <a:chOff x="13365128" y="4490069"/>
            <a:chExt cx="1581174" cy="182430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51A678-8B24-95D4-4D4D-9BD242CB9040}"/>
                </a:ext>
              </a:extLst>
            </p:cNvPr>
            <p:cNvSpPr/>
            <p:nvPr/>
          </p:nvSpPr>
          <p:spPr>
            <a:xfrm>
              <a:off x="13874155" y="4785844"/>
              <a:ext cx="354767" cy="397167"/>
            </a:xfrm>
            <a:custGeom>
              <a:avLst/>
              <a:gdLst>
                <a:gd name="connsiteX0" fmla="*/ 83569 w 354767"/>
                <a:gd name="connsiteY0" fmla="*/ 210835 h 397167"/>
                <a:gd name="connsiteX1" fmla="*/ 1241 w 354767"/>
                <a:gd name="connsiteY1" fmla="*/ 314980 h 397167"/>
                <a:gd name="connsiteX2" fmla="*/ 40512 w 354767"/>
                <a:gd name="connsiteY2" fmla="*/ 354187 h 397167"/>
                <a:gd name="connsiteX3" fmla="*/ 198430 w 354767"/>
                <a:gd name="connsiteY3" fmla="*/ 397116 h 397167"/>
                <a:gd name="connsiteX4" fmla="*/ 338639 w 354767"/>
                <a:gd name="connsiteY4" fmla="*/ 327557 h 397167"/>
                <a:gd name="connsiteX5" fmla="*/ 342617 w 354767"/>
                <a:gd name="connsiteY5" fmla="*/ 169190 h 397167"/>
                <a:gd name="connsiteX6" fmla="*/ 291282 w 354767"/>
                <a:gd name="connsiteY6" fmla="*/ 35591 h 397167"/>
                <a:gd name="connsiteX7" fmla="*/ 290384 w 354767"/>
                <a:gd name="connsiteY7" fmla="*/ 34500 h 397167"/>
                <a:gd name="connsiteX8" fmla="*/ 241231 w 354767"/>
                <a:gd name="connsiteY8" fmla="*/ 2929 h 397167"/>
                <a:gd name="connsiteX9" fmla="*/ 126433 w 354767"/>
                <a:gd name="connsiteY9" fmla="*/ 72167 h 397167"/>
                <a:gd name="connsiteX10" fmla="*/ 83505 w 354767"/>
                <a:gd name="connsiteY10" fmla="*/ 210835 h 3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767" h="397167">
                  <a:moveTo>
                    <a:pt x="83569" y="210835"/>
                  </a:moveTo>
                  <a:cubicBezTo>
                    <a:pt x="70414" y="238042"/>
                    <a:pt x="-10952" y="249464"/>
                    <a:pt x="1241" y="314980"/>
                  </a:cubicBezTo>
                  <a:cubicBezTo>
                    <a:pt x="5026" y="335129"/>
                    <a:pt x="24341" y="347578"/>
                    <a:pt x="40512" y="354187"/>
                  </a:cubicBezTo>
                  <a:cubicBezTo>
                    <a:pt x="91333" y="374849"/>
                    <a:pt x="143567" y="395833"/>
                    <a:pt x="198430" y="397116"/>
                  </a:cubicBezTo>
                  <a:cubicBezTo>
                    <a:pt x="253294" y="398399"/>
                    <a:pt x="312201" y="375619"/>
                    <a:pt x="338639" y="327557"/>
                  </a:cubicBezTo>
                  <a:cubicBezTo>
                    <a:pt x="364691" y="280201"/>
                    <a:pt x="353974" y="222000"/>
                    <a:pt x="342617" y="169190"/>
                  </a:cubicBezTo>
                  <a:cubicBezTo>
                    <a:pt x="332478" y="122090"/>
                    <a:pt x="321441" y="73194"/>
                    <a:pt x="291282" y="35591"/>
                  </a:cubicBezTo>
                  <a:cubicBezTo>
                    <a:pt x="290961" y="35206"/>
                    <a:pt x="290704" y="34821"/>
                    <a:pt x="290384" y="34500"/>
                  </a:cubicBezTo>
                  <a:cubicBezTo>
                    <a:pt x="276972" y="18201"/>
                    <a:pt x="259711" y="7806"/>
                    <a:pt x="241231" y="2929"/>
                  </a:cubicBezTo>
                  <a:cubicBezTo>
                    <a:pt x="190987" y="-10161"/>
                    <a:pt x="139909" y="21987"/>
                    <a:pt x="126433" y="72167"/>
                  </a:cubicBezTo>
                  <a:cubicBezTo>
                    <a:pt x="115461" y="113042"/>
                    <a:pt x="94670" y="187862"/>
                    <a:pt x="83505" y="210835"/>
                  </a:cubicBezTo>
                  <a:close/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C1D179-148C-EE66-8682-501A6C3E9E0F}"/>
                </a:ext>
              </a:extLst>
            </p:cNvPr>
            <p:cNvSpPr/>
            <p:nvPr/>
          </p:nvSpPr>
          <p:spPr>
            <a:xfrm>
              <a:off x="13970463" y="6273759"/>
              <a:ext cx="177584" cy="40618"/>
            </a:xfrm>
            <a:custGeom>
              <a:avLst/>
              <a:gdLst>
                <a:gd name="connsiteX0" fmla="*/ 173477 w 177584"/>
                <a:gd name="connsiteY0" fmla="*/ 14309 h 40618"/>
                <a:gd name="connsiteX1" fmla="*/ 99428 w 177584"/>
                <a:gd name="connsiteY1" fmla="*/ 0 h 40618"/>
                <a:gd name="connsiteX2" fmla="*/ 34039 w 177584"/>
                <a:gd name="connsiteY2" fmla="*/ 12641 h 40618"/>
                <a:gd name="connsiteX3" fmla="*/ 9527 w 177584"/>
                <a:gd name="connsiteY3" fmla="*/ 23678 h 40618"/>
                <a:gd name="connsiteX4" fmla="*/ 31 w 177584"/>
                <a:gd name="connsiteY4" fmla="*/ 40619 h 40618"/>
                <a:gd name="connsiteX5" fmla="*/ 177584 w 177584"/>
                <a:gd name="connsiteY5" fmla="*/ 40619 h 40618"/>
                <a:gd name="connsiteX6" fmla="*/ 173477 w 177584"/>
                <a:gd name="connsiteY6" fmla="*/ 14309 h 4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584" h="40618">
                  <a:moveTo>
                    <a:pt x="173477" y="14309"/>
                  </a:moveTo>
                  <a:lnTo>
                    <a:pt x="99428" y="0"/>
                  </a:lnTo>
                  <a:lnTo>
                    <a:pt x="34039" y="12641"/>
                  </a:lnTo>
                  <a:cubicBezTo>
                    <a:pt x="25120" y="14374"/>
                    <a:pt x="16522" y="17903"/>
                    <a:pt x="9527" y="23678"/>
                  </a:cubicBezTo>
                  <a:cubicBezTo>
                    <a:pt x="4137" y="28106"/>
                    <a:pt x="-419" y="33881"/>
                    <a:pt x="31" y="40619"/>
                  </a:cubicBezTo>
                  <a:lnTo>
                    <a:pt x="177584" y="40619"/>
                  </a:lnTo>
                  <a:lnTo>
                    <a:pt x="173477" y="14309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47DAD8-2C9D-0F10-73A0-3F3A3413C334}"/>
                </a:ext>
              </a:extLst>
            </p:cNvPr>
            <p:cNvSpPr/>
            <p:nvPr/>
          </p:nvSpPr>
          <p:spPr>
            <a:xfrm>
              <a:off x="14291236" y="6242380"/>
              <a:ext cx="173353" cy="65708"/>
            </a:xfrm>
            <a:custGeom>
              <a:avLst/>
              <a:gdLst>
                <a:gd name="connsiteX0" fmla="*/ 163279 w 173353"/>
                <a:gd name="connsiteY0" fmla="*/ 64 h 65708"/>
                <a:gd name="connsiteX1" fmla="*/ 87945 w 173353"/>
                <a:gd name="connsiteY1" fmla="*/ 3208 h 65708"/>
                <a:gd name="connsiteX2" fmla="*/ 27242 w 173353"/>
                <a:gd name="connsiteY2" fmla="*/ 30608 h 65708"/>
                <a:gd name="connsiteX3" fmla="*/ 5938 w 173353"/>
                <a:gd name="connsiteY3" fmla="*/ 47036 h 65708"/>
                <a:gd name="connsiteX4" fmla="*/ 612 w 173353"/>
                <a:gd name="connsiteY4" fmla="*/ 65708 h 65708"/>
                <a:gd name="connsiteX5" fmla="*/ 173354 w 173353"/>
                <a:gd name="connsiteY5" fmla="*/ 24641 h 65708"/>
                <a:gd name="connsiteX6" fmla="*/ 163279 w 173353"/>
                <a:gd name="connsiteY6" fmla="*/ 0 h 6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353" h="65708">
                  <a:moveTo>
                    <a:pt x="163279" y="64"/>
                  </a:moveTo>
                  <a:lnTo>
                    <a:pt x="87945" y="3208"/>
                  </a:lnTo>
                  <a:lnTo>
                    <a:pt x="27242" y="30608"/>
                  </a:lnTo>
                  <a:cubicBezTo>
                    <a:pt x="18964" y="34330"/>
                    <a:pt x="11393" y="39784"/>
                    <a:pt x="5938" y="47036"/>
                  </a:cubicBezTo>
                  <a:cubicBezTo>
                    <a:pt x="1768" y="52554"/>
                    <a:pt x="-1377" y="59227"/>
                    <a:pt x="612" y="65708"/>
                  </a:cubicBezTo>
                  <a:lnTo>
                    <a:pt x="173354" y="24641"/>
                  </a:lnTo>
                  <a:lnTo>
                    <a:pt x="163279" y="0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04DF594-3EDC-5DDF-0CE9-BC72E5D381B5}"/>
                </a:ext>
              </a:extLst>
            </p:cNvPr>
            <p:cNvSpPr/>
            <p:nvPr/>
          </p:nvSpPr>
          <p:spPr>
            <a:xfrm>
              <a:off x="14033825" y="5454969"/>
              <a:ext cx="420754" cy="833098"/>
            </a:xfrm>
            <a:custGeom>
              <a:avLst/>
              <a:gdLst>
                <a:gd name="connsiteX0" fmla="*/ 34781 w 420754"/>
                <a:gd name="connsiteY0" fmla="*/ 822062 h 833098"/>
                <a:gd name="connsiteX1" fmla="*/ 2 w 420754"/>
                <a:gd name="connsiteY1" fmla="*/ 438399 h 833098"/>
                <a:gd name="connsiteX2" fmla="*/ 32214 w 420754"/>
                <a:gd name="connsiteY2" fmla="*/ 42736 h 833098"/>
                <a:gd name="connsiteX3" fmla="*/ 264312 w 420754"/>
                <a:gd name="connsiteY3" fmla="*/ 0 h 833098"/>
                <a:gd name="connsiteX4" fmla="*/ 304738 w 420754"/>
                <a:gd name="connsiteY4" fmla="*/ 333804 h 833098"/>
                <a:gd name="connsiteX5" fmla="*/ 420754 w 420754"/>
                <a:gd name="connsiteY5" fmla="*/ 787475 h 833098"/>
                <a:gd name="connsiteX6" fmla="*/ 345421 w 420754"/>
                <a:gd name="connsiteY6" fmla="*/ 790619 h 833098"/>
                <a:gd name="connsiteX7" fmla="*/ 211758 w 420754"/>
                <a:gd name="connsiteY7" fmla="*/ 384177 h 833098"/>
                <a:gd name="connsiteX8" fmla="*/ 183973 w 420754"/>
                <a:gd name="connsiteY8" fmla="*/ 172677 h 833098"/>
                <a:gd name="connsiteX9" fmla="*/ 120190 w 420754"/>
                <a:gd name="connsiteY9" fmla="*/ 173576 h 833098"/>
                <a:gd name="connsiteX10" fmla="*/ 103313 w 420754"/>
                <a:gd name="connsiteY10" fmla="*/ 434100 h 833098"/>
                <a:gd name="connsiteX11" fmla="*/ 110115 w 420754"/>
                <a:gd name="connsiteY11" fmla="*/ 833099 h 833098"/>
                <a:gd name="connsiteX12" fmla="*/ 34781 w 420754"/>
                <a:gd name="connsiteY12" fmla="*/ 821998 h 83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754" h="833098">
                  <a:moveTo>
                    <a:pt x="34781" y="822062"/>
                  </a:moveTo>
                  <a:cubicBezTo>
                    <a:pt x="31637" y="733958"/>
                    <a:pt x="-319" y="458804"/>
                    <a:pt x="2" y="438399"/>
                  </a:cubicBezTo>
                  <a:cubicBezTo>
                    <a:pt x="259" y="419277"/>
                    <a:pt x="18611" y="181212"/>
                    <a:pt x="32214" y="42736"/>
                  </a:cubicBezTo>
                  <a:lnTo>
                    <a:pt x="264312" y="0"/>
                  </a:lnTo>
                  <a:lnTo>
                    <a:pt x="304738" y="333804"/>
                  </a:lnTo>
                  <a:lnTo>
                    <a:pt x="420754" y="787475"/>
                  </a:lnTo>
                  <a:lnTo>
                    <a:pt x="345421" y="790619"/>
                  </a:lnTo>
                  <a:cubicBezTo>
                    <a:pt x="321999" y="705596"/>
                    <a:pt x="216185" y="404069"/>
                    <a:pt x="211758" y="384177"/>
                  </a:cubicBezTo>
                  <a:cubicBezTo>
                    <a:pt x="210474" y="378466"/>
                    <a:pt x="205213" y="346381"/>
                    <a:pt x="183973" y="172677"/>
                  </a:cubicBezTo>
                  <a:lnTo>
                    <a:pt x="120190" y="173576"/>
                  </a:lnTo>
                  <a:lnTo>
                    <a:pt x="103313" y="434100"/>
                  </a:lnTo>
                  <a:lnTo>
                    <a:pt x="110115" y="833099"/>
                  </a:lnTo>
                  <a:lnTo>
                    <a:pt x="34781" y="821998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EA183B-762A-0EF8-C78C-974DB7FF3710}"/>
                </a:ext>
              </a:extLst>
            </p:cNvPr>
            <p:cNvSpPr/>
            <p:nvPr/>
          </p:nvSpPr>
          <p:spPr>
            <a:xfrm>
              <a:off x="13601583" y="5273860"/>
              <a:ext cx="154201" cy="65289"/>
            </a:xfrm>
            <a:custGeom>
              <a:avLst/>
              <a:gdLst>
                <a:gd name="connsiteX0" fmla="*/ 198 w 154201"/>
                <a:gd name="connsiteY0" fmla="*/ 38977 h 65289"/>
                <a:gd name="connsiteX1" fmla="*/ 63789 w 154201"/>
                <a:gd name="connsiteY1" fmla="*/ 22550 h 65289"/>
                <a:gd name="connsiteX2" fmla="*/ 65457 w 154201"/>
                <a:gd name="connsiteY2" fmla="*/ 20432 h 65289"/>
                <a:gd name="connsiteX3" fmla="*/ 45501 w 154201"/>
                <a:gd name="connsiteY3" fmla="*/ 4647 h 65289"/>
                <a:gd name="connsiteX4" fmla="*/ 95873 w 154201"/>
                <a:gd name="connsiteY4" fmla="*/ 4647 h 65289"/>
                <a:gd name="connsiteX5" fmla="*/ 141625 w 154201"/>
                <a:gd name="connsiteY5" fmla="*/ 13053 h 65289"/>
                <a:gd name="connsiteX6" fmla="*/ 154202 w 154201"/>
                <a:gd name="connsiteY6" fmla="*/ 52196 h 65289"/>
                <a:gd name="connsiteX7" fmla="*/ 79382 w 154201"/>
                <a:gd name="connsiteY7" fmla="*/ 64708 h 65289"/>
                <a:gd name="connsiteX8" fmla="*/ 133 w 154201"/>
                <a:gd name="connsiteY8" fmla="*/ 38977 h 6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201" h="65289">
                  <a:moveTo>
                    <a:pt x="198" y="38977"/>
                  </a:moveTo>
                  <a:cubicBezTo>
                    <a:pt x="2059" y="24731"/>
                    <a:pt x="33950" y="24411"/>
                    <a:pt x="63789" y="22550"/>
                  </a:cubicBezTo>
                  <a:cubicBezTo>
                    <a:pt x="65586" y="22421"/>
                    <a:pt x="67767" y="21523"/>
                    <a:pt x="65457" y="20432"/>
                  </a:cubicBezTo>
                  <a:cubicBezTo>
                    <a:pt x="58463" y="17031"/>
                    <a:pt x="44217" y="9395"/>
                    <a:pt x="45501" y="4647"/>
                  </a:cubicBezTo>
                  <a:cubicBezTo>
                    <a:pt x="47233" y="-1834"/>
                    <a:pt x="73607" y="-1257"/>
                    <a:pt x="95873" y="4647"/>
                  </a:cubicBezTo>
                  <a:lnTo>
                    <a:pt x="141625" y="13053"/>
                  </a:lnTo>
                  <a:lnTo>
                    <a:pt x="154202" y="52196"/>
                  </a:lnTo>
                  <a:cubicBezTo>
                    <a:pt x="142266" y="60473"/>
                    <a:pt x="113070" y="62527"/>
                    <a:pt x="79382" y="64708"/>
                  </a:cubicBezTo>
                  <a:cubicBezTo>
                    <a:pt x="36004" y="67596"/>
                    <a:pt x="-2561" y="59832"/>
                    <a:pt x="133" y="38977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64135E-AEA4-9813-D828-122BE26C031E}"/>
                </a:ext>
              </a:extLst>
            </p:cNvPr>
            <p:cNvSpPr/>
            <p:nvPr/>
          </p:nvSpPr>
          <p:spPr>
            <a:xfrm>
              <a:off x="13728449" y="4969473"/>
              <a:ext cx="583868" cy="392516"/>
            </a:xfrm>
            <a:custGeom>
              <a:avLst/>
              <a:gdLst>
                <a:gd name="connsiteX0" fmla="*/ 537283 w 583868"/>
                <a:gd name="connsiteY0" fmla="*/ 5452 h 392516"/>
                <a:gd name="connsiteX1" fmla="*/ 390465 w 583868"/>
                <a:gd name="connsiteY1" fmla="*/ 3527 h 392516"/>
                <a:gd name="connsiteX2" fmla="*/ 283368 w 583868"/>
                <a:gd name="connsiteY2" fmla="*/ 66605 h 392516"/>
                <a:gd name="connsiteX3" fmla="*/ 233124 w 583868"/>
                <a:gd name="connsiteY3" fmla="*/ 145532 h 392516"/>
                <a:gd name="connsiteX4" fmla="*/ 164208 w 583868"/>
                <a:gd name="connsiteY4" fmla="*/ 253784 h 392516"/>
                <a:gd name="connsiteX5" fmla="*/ 0 w 583868"/>
                <a:gd name="connsiteY5" fmla="*/ 300178 h 392516"/>
                <a:gd name="connsiteX6" fmla="*/ 1412 w 583868"/>
                <a:gd name="connsiteY6" fmla="*/ 392516 h 392516"/>
                <a:gd name="connsiteX7" fmla="*/ 233189 w 583868"/>
                <a:gd name="connsiteY7" fmla="*/ 335086 h 392516"/>
                <a:gd name="connsiteX8" fmla="*/ 285036 w 583868"/>
                <a:gd name="connsiteY8" fmla="*/ 278232 h 392516"/>
                <a:gd name="connsiteX9" fmla="*/ 330532 w 583868"/>
                <a:gd name="connsiteY9" fmla="*/ 387896 h 392516"/>
                <a:gd name="connsiteX10" fmla="*/ 583868 w 583868"/>
                <a:gd name="connsiteY10" fmla="*/ 375769 h 392516"/>
                <a:gd name="connsiteX11" fmla="*/ 548576 w 583868"/>
                <a:gd name="connsiteY11" fmla="*/ 120956 h 392516"/>
                <a:gd name="connsiteX12" fmla="*/ 537283 w 583868"/>
                <a:gd name="connsiteY12" fmla="*/ 5452 h 392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3868" h="392516">
                  <a:moveTo>
                    <a:pt x="537283" y="5452"/>
                  </a:moveTo>
                  <a:cubicBezTo>
                    <a:pt x="516428" y="-4044"/>
                    <a:pt x="413373" y="1282"/>
                    <a:pt x="390465" y="3527"/>
                  </a:cubicBezTo>
                  <a:cubicBezTo>
                    <a:pt x="357290" y="6800"/>
                    <a:pt x="306725" y="41259"/>
                    <a:pt x="283368" y="66605"/>
                  </a:cubicBezTo>
                  <a:cubicBezTo>
                    <a:pt x="278877" y="71418"/>
                    <a:pt x="241915" y="131287"/>
                    <a:pt x="233124" y="145532"/>
                  </a:cubicBezTo>
                  <a:lnTo>
                    <a:pt x="164208" y="253784"/>
                  </a:lnTo>
                  <a:lnTo>
                    <a:pt x="0" y="300178"/>
                  </a:lnTo>
                  <a:cubicBezTo>
                    <a:pt x="0" y="300178"/>
                    <a:pt x="1412" y="392196"/>
                    <a:pt x="1412" y="392516"/>
                  </a:cubicBezTo>
                  <a:cubicBezTo>
                    <a:pt x="1412" y="392516"/>
                    <a:pt x="130904" y="374614"/>
                    <a:pt x="233189" y="335086"/>
                  </a:cubicBezTo>
                  <a:cubicBezTo>
                    <a:pt x="254428" y="326872"/>
                    <a:pt x="272074" y="302424"/>
                    <a:pt x="285036" y="278232"/>
                  </a:cubicBezTo>
                  <a:lnTo>
                    <a:pt x="330532" y="387896"/>
                  </a:lnTo>
                  <a:lnTo>
                    <a:pt x="583868" y="375769"/>
                  </a:lnTo>
                  <a:lnTo>
                    <a:pt x="548576" y="120956"/>
                  </a:lnTo>
                  <a:lnTo>
                    <a:pt x="537283" y="5452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AC86CBC-FA8A-4C80-8FF2-EF1B53EA3775}"/>
                </a:ext>
              </a:extLst>
            </p:cNvPr>
            <p:cNvSpPr/>
            <p:nvPr/>
          </p:nvSpPr>
          <p:spPr>
            <a:xfrm>
              <a:off x="14017080" y="4826640"/>
              <a:ext cx="141747" cy="202957"/>
            </a:xfrm>
            <a:custGeom>
              <a:avLst/>
              <a:gdLst>
                <a:gd name="connsiteX0" fmla="*/ 128 w 141747"/>
                <a:gd name="connsiteY0" fmla="*/ 40098 h 202957"/>
                <a:gd name="connsiteX1" fmla="*/ 6609 w 141747"/>
                <a:gd name="connsiteY1" fmla="*/ 84310 h 202957"/>
                <a:gd name="connsiteX2" fmla="*/ 15464 w 141747"/>
                <a:gd name="connsiteY2" fmla="*/ 107988 h 202957"/>
                <a:gd name="connsiteX3" fmla="*/ 38886 w 141747"/>
                <a:gd name="connsiteY3" fmla="*/ 121078 h 202957"/>
                <a:gd name="connsiteX4" fmla="*/ 68210 w 141747"/>
                <a:gd name="connsiteY4" fmla="*/ 115624 h 202957"/>
                <a:gd name="connsiteX5" fmla="*/ 70393 w 141747"/>
                <a:gd name="connsiteY5" fmla="*/ 178830 h 202957"/>
                <a:gd name="connsiteX6" fmla="*/ 82841 w 141747"/>
                <a:gd name="connsiteY6" fmla="*/ 202957 h 202957"/>
                <a:gd name="connsiteX7" fmla="*/ 141748 w 141747"/>
                <a:gd name="connsiteY7" fmla="*/ 142382 h 202957"/>
                <a:gd name="connsiteX8" fmla="*/ 115246 w 141747"/>
                <a:gd name="connsiteY8" fmla="*/ 61081 h 202957"/>
                <a:gd name="connsiteX9" fmla="*/ 115246 w 141747"/>
                <a:gd name="connsiteY9" fmla="*/ 52931 h 202957"/>
                <a:gd name="connsiteX10" fmla="*/ 96958 w 141747"/>
                <a:gd name="connsiteY10" fmla="*/ 48760 h 202957"/>
                <a:gd name="connsiteX11" fmla="*/ 49474 w 141747"/>
                <a:gd name="connsiteY11" fmla="*/ 17061 h 202957"/>
                <a:gd name="connsiteX12" fmla="*/ 38244 w 141747"/>
                <a:gd name="connsiteY12" fmla="*/ 377 h 202957"/>
                <a:gd name="connsiteX13" fmla="*/ 36768 w 141747"/>
                <a:gd name="connsiteY13" fmla="*/ 442 h 202957"/>
                <a:gd name="connsiteX14" fmla="*/ 30287 w 141747"/>
                <a:gd name="connsiteY14" fmla="*/ 13789 h 202957"/>
                <a:gd name="connsiteX15" fmla="*/ 9240 w 141747"/>
                <a:gd name="connsiteY15" fmla="*/ 35092 h 202957"/>
                <a:gd name="connsiteX16" fmla="*/ 0 w 141747"/>
                <a:gd name="connsiteY16" fmla="*/ 40098 h 20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747" h="202957">
                  <a:moveTo>
                    <a:pt x="128" y="40098"/>
                  </a:moveTo>
                  <a:cubicBezTo>
                    <a:pt x="0" y="53958"/>
                    <a:pt x="1412" y="70129"/>
                    <a:pt x="6609" y="84310"/>
                  </a:cubicBezTo>
                  <a:cubicBezTo>
                    <a:pt x="10395" y="94512"/>
                    <a:pt x="13283" y="102213"/>
                    <a:pt x="15464" y="107988"/>
                  </a:cubicBezTo>
                  <a:cubicBezTo>
                    <a:pt x="19058" y="117485"/>
                    <a:pt x="28939" y="122939"/>
                    <a:pt x="38886" y="121078"/>
                  </a:cubicBezTo>
                  <a:lnTo>
                    <a:pt x="68210" y="115624"/>
                  </a:lnTo>
                  <a:lnTo>
                    <a:pt x="70393" y="178830"/>
                  </a:lnTo>
                  <a:lnTo>
                    <a:pt x="82841" y="202957"/>
                  </a:lnTo>
                  <a:lnTo>
                    <a:pt x="141748" y="142382"/>
                  </a:lnTo>
                  <a:cubicBezTo>
                    <a:pt x="121920" y="120693"/>
                    <a:pt x="112038" y="90277"/>
                    <a:pt x="115246" y="61081"/>
                  </a:cubicBezTo>
                  <a:lnTo>
                    <a:pt x="115246" y="52931"/>
                  </a:lnTo>
                  <a:cubicBezTo>
                    <a:pt x="115246" y="52931"/>
                    <a:pt x="96958" y="48760"/>
                    <a:pt x="96958" y="48760"/>
                  </a:cubicBezTo>
                  <a:cubicBezTo>
                    <a:pt x="77772" y="44397"/>
                    <a:pt x="60832" y="33103"/>
                    <a:pt x="49474" y="17061"/>
                  </a:cubicBezTo>
                  <a:lnTo>
                    <a:pt x="38244" y="377"/>
                  </a:lnTo>
                  <a:cubicBezTo>
                    <a:pt x="37859" y="-136"/>
                    <a:pt x="37089" y="-136"/>
                    <a:pt x="36768" y="442"/>
                  </a:cubicBezTo>
                  <a:lnTo>
                    <a:pt x="30287" y="13789"/>
                  </a:lnTo>
                  <a:cubicBezTo>
                    <a:pt x="25924" y="23157"/>
                    <a:pt x="18352" y="30152"/>
                    <a:pt x="9240" y="35092"/>
                  </a:cubicBezTo>
                  <a:lnTo>
                    <a:pt x="0" y="40098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AF9719-F36D-79CD-7DB9-AE6C4F29009E}"/>
                </a:ext>
              </a:extLst>
            </p:cNvPr>
            <p:cNvSpPr/>
            <p:nvPr/>
          </p:nvSpPr>
          <p:spPr>
            <a:xfrm>
              <a:off x="13997379" y="4824704"/>
              <a:ext cx="160742" cy="53994"/>
            </a:xfrm>
            <a:custGeom>
              <a:avLst/>
              <a:gdLst>
                <a:gd name="connsiteX0" fmla="*/ 0 w 160742"/>
                <a:gd name="connsiteY0" fmla="*/ 45434 h 53994"/>
                <a:gd name="connsiteX1" fmla="*/ 56404 w 160742"/>
                <a:gd name="connsiteY1" fmla="*/ 837 h 53994"/>
                <a:gd name="connsiteX2" fmla="*/ 58586 w 160742"/>
                <a:gd name="connsiteY2" fmla="*/ 709 h 53994"/>
                <a:gd name="connsiteX3" fmla="*/ 142454 w 160742"/>
                <a:gd name="connsiteY3" fmla="*/ 53969 h 53994"/>
                <a:gd name="connsiteX4" fmla="*/ 160742 w 160742"/>
                <a:gd name="connsiteY4" fmla="*/ 51915 h 5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42" h="53994">
                  <a:moveTo>
                    <a:pt x="0" y="45434"/>
                  </a:moveTo>
                  <a:cubicBezTo>
                    <a:pt x="40618" y="43830"/>
                    <a:pt x="53324" y="11617"/>
                    <a:pt x="56404" y="837"/>
                  </a:cubicBezTo>
                  <a:cubicBezTo>
                    <a:pt x="56725" y="-190"/>
                    <a:pt x="58137" y="-318"/>
                    <a:pt x="58586" y="709"/>
                  </a:cubicBezTo>
                  <a:cubicBezTo>
                    <a:pt x="63911" y="13029"/>
                    <a:pt x="86179" y="55188"/>
                    <a:pt x="142454" y="53969"/>
                  </a:cubicBezTo>
                  <a:cubicBezTo>
                    <a:pt x="154454" y="53712"/>
                    <a:pt x="160742" y="51915"/>
                    <a:pt x="160742" y="51915"/>
                  </a:cubicBezTo>
                </a:path>
              </a:pathLst>
            </a:custGeom>
            <a:noFill/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041376-3084-23BF-B30D-27EB61EFF993}"/>
                </a:ext>
              </a:extLst>
            </p:cNvPr>
            <p:cNvSpPr/>
            <p:nvPr/>
          </p:nvSpPr>
          <p:spPr>
            <a:xfrm>
              <a:off x="14005326" y="5321628"/>
              <a:ext cx="267656" cy="844713"/>
            </a:xfrm>
            <a:custGeom>
              <a:avLst/>
              <a:gdLst>
                <a:gd name="connsiteX0" fmla="*/ 53655 w 267656"/>
                <a:gd name="connsiteY0" fmla="*/ 35742 h 844713"/>
                <a:gd name="connsiteX1" fmla="*/ 7326 w 267656"/>
                <a:gd name="connsiteY1" fmla="*/ 428709 h 844713"/>
                <a:gd name="connsiteX2" fmla="*/ 8481 w 267656"/>
                <a:gd name="connsiteY2" fmla="*/ 687180 h 844713"/>
                <a:gd name="connsiteX3" fmla="*/ 28502 w 267656"/>
                <a:gd name="connsiteY3" fmla="*/ 844713 h 844713"/>
                <a:gd name="connsiteX4" fmla="*/ 180452 w 267656"/>
                <a:gd name="connsiteY4" fmla="*/ 844713 h 844713"/>
                <a:gd name="connsiteX5" fmla="*/ 193735 w 267656"/>
                <a:gd name="connsiteY5" fmla="*/ 271432 h 844713"/>
                <a:gd name="connsiteX6" fmla="*/ 267657 w 267656"/>
                <a:gd name="connsiteY6" fmla="*/ 0 h 844713"/>
                <a:gd name="connsiteX7" fmla="*/ 53655 w 267656"/>
                <a:gd name="connsiteY7" fmla="*/ 35806 h 84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656" h="844713">
                  <a:moveTo>
                    <a:pt x="53655" y="35742"/>
                  </a:moveTo>
                  <a:lnTo>
                    <a:pt x="7326" y="428709"/>
                  </a:lnTo>
                  <a:cubicBezTo>
                    <a:pt x="-2813" y="514567"/>
                    <a:pt x="-2428" y="601386"/>
                    <a:pt x="8481" y="687180"/>
                  </a:cubicBezTo>
                  <a:lnTo>
                    <a:pt x="28502" y="844713"/>
                  </a:lnTo>
                  <a:lnTo>
                    <a:pt x="180452" y="844713"/>
                  </a:lnTo>
                  <a:lnTo>
                    <a:pt x="193735" y="271432"/>
                  </a:lnTo>
                  <a:lnTo>
                    <a:pt x="267657" y="0"/>
                  </a:lnTo>
                  <a:lnTo>
                    <a:pt x="53655" y="35806"/>
                  </a:lnTo>
                  <a:close/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1A65995-412B-5378-E404-167693D3BBB2}"/>
                </a:ext>
              </a:extLst>
            </p:cNvPr>
            <p:cNvSpPr/>
            <p:nvPr/>
          </p:nvSpPr>
          <p:spPr>
            <a:xfrm>
              <a:off x="14058917" y="5315532"/>
              <a:ext cx="383727" cy="802747"/>
            </a:xfrm>
            <a:custGeom>
              <a:avLst/>
              <a:gdLst>
                <a:gd name="connsiteX0" fmla="*/ 140080 w 383727"/>
                <a:gd name="connsiteY0" fmla="*/ 231520 h 802747"/>
                <a:gd name="connsiteX1" fmla="*/ 119354 w 383727"/>
                <a:gd name="connsiteY1" fmla="*/ 428324 h 802747"/>
                <a:gd name="connsiteX2" fmla="*/ 136166 w 383727"/>
                <a:gd name="connsiteY2" fmla="*/ 529774 h 802747"/>
                <a:gd name="connsiteX3" fmla="*/ 245894 w 383727"/>
                <a:gd name="connsiteY3" fmla="*/ 802747 h 802747"/>
                <a:gd name="connsiteX4" fmla="*/ 383727 w 383727"/>
                <a:gd name="connsiteY4" fmla="*/ 761358 h 802747"/>
                <a:gd name="connsiteX5" fmla="*/ 303068 w 383727"/>
                <a:gd name="connsiteY5" fmla="*/ 435640 h 802747"/>
                <a:gd name="connsiteX6" fmla="*/ 324179 w 383727"/>
                <a:gd name="connsiteY6" fmla="*/ 265593 h 802747"/>
                <a:gd name="connsiteX7" fmla="*/ 299667 w 383727"/>
                <a:gd name="connsiteY7" fmla="*/ 75526 h 802747"/>
                <a:gd name="connsiteX8" fmla="*/ 288951 w 383727"/>
                <a:gd name="connsiteY8" fmla="*/ 53067 h 802747"/>
                <a:gd name="connsiteX9" fmla="*/ 250193 w 383727"/>
                <a:gd name="connsiteY9" fmla="*/ 0 h 802747"/>
                <a:gd name="connsiteX10" fmla="*/ 0 w 383727"/>
                <a:gd name="connsiteY10" fmla="*/ 41902 h 80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3727" h="802747">
                  <a:moveTo>
                    <a:pt x="140080" y="231520"/>
                  </a:moveTo>
                  <a:lnTo>
                    <a:pt x="119354" y="428324"/>
                  </a:lnTo>
                  <a:cubicBezTo>
                    <a:pt x="118712" y="462911"/>
                    <a:pt x="124423" y="497241"/>
                    <a:pt x="136166" y="529774"/>
                  </a:cubicBezTo>
                  <a:lnTo>
                    <a:pt x="245894" y="802747"/>
                  </a:lnTo>
                  <a:lnTo>
                    <a:pt x="383727" y="761358"/>
                  </a:lnTo>
                  <a:lnTo>
                    <a:pt x="303068" y="435640"/>
                  </a:lnTo>
                  <a:lnTo>
                    <a:pt x="324179" y="265593"/>
                  </a:lnTo>
                  <a:cubicBezTo>
                    <a:pt x="332200" y="201168"/>
                    <a:pt x="324179" y="135652"/>
                    <a:pt x="299667" y="75526"/>
                  </a:cubicBezTo>
                  <a:cubicBezTo>
                    <a:pt x="295881" y="66286"/>
                    <a:pt x="292223" y="58393"/>
                    <a:pt x="288951" y="53067"/>
                  </a:cubicBezTo>
                  <a:cubicBezTo>
                    <a:pt x="271497" y="24577"/>
                    <a:pt x="250193" y="0"/>
                    <a:pt x="250193" y="0"/>
                  </a:cubicBezTo>
                  <a:lnTo>
                    <a:pt x="0" y="41902"/>
                  </a:lnTo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6" name="Graphic 182">
              <a:extLst>
                <a:ext uri="{FF2B5EF4-FFF2-40B4-BE49-F238E27FC236}">
                  <a16:creationId xmlns:a16="http://schemas.microsoft.com/office/drawing/2014/main" id="{B11AE121-AEE2-2FEC-3B46-0CF0D3A1080F}"/>
                </a:ext>
              </a:extLst>
            </p:cNvPr>
            <p:cNvGrpSpPr/>
            <p:nvPr/>
          </p:nvGrpSpPr>
          <p:grpSpPr>
            <a:xfrm>
              <a:off x="14019414" y="5298368"/>
              <a:ext cx="926888" cy="758757"/>
              <a:chOff x="14019414" y="5298368"/>
              <a:chExt cx="926888" cy="758757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147A9D91-076F-8A9B-C71D-210878D429F4}"/>
                  </a:ext>
                </a:extLst>
              </p:cNvPr>
              <p:cNvSpPr/>
              <p:nvPr/>
            </p:nvSpPr>
            <p:spPr>
              <a:xfrm>
                <a:off x="14019454" y="5540378"/>
                <a:ext cx="314232" cy="516748"/>
              </a:xfrm>
              <a:custGeom>
                <a:avLst/>
                <a:gdLst>
                  <a:gd name="connsiteX0" fmla="*/ 173255 w 314232"/>
                  <a:gd name="connsiteY0" fmla="*/ 0 h 516748"/>
                  <a:gd name="connsiteX1" fmla="*/ 35549 w 314232"/>
                  <a:gd name="connsiteY1" fmla="*/ 23935 h 516748"/>
                  <a:gd name="connsiteX2" fmla="*/ 0 w 314232"/>
                  <a:gd name="connsiteY2" fmla="*/ 157983 h 516748"/>
                  <a:gd name="connsiteX3" fmla="*/ 62372 w 314232"/>
                  <a:gd name="connsiteY3" fmla="*/ 516748 h 516748"/>
                  <a:gd name="connsiteX4" fmla="*/ 314233 w 314232"/>
                  <a:gd name="connsiteY4" fmla="*/ 472985 h 516748"/>
                  <a:gd name="connsiteX5" fmla="*/ 251925 w 314232"/>
                  <a:gd name="connsiteY5" fmla="*/ 114155 h 516748"/>
                  <a:gd name="connsiteX6" fmla="*/ 173255 w 314232"/>
                  <a:gd name="connsiteY6" fmla="*/ 0 h 516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4232" h="516748">
                    <a:moveTo>
                      <a:pt x="173255" y="0"/>
                    </a:moveTo>
                    <a:lnTo>
                      <a:pt x="35549" y="23935"/>
                    </a:lnTo>
                    <a:lnTo>
                      <a:pt x="0" y="157983"/>
                    </a:lnTo>
                    <a:lnTo>
                      <a:pt x="62372" y="516748"/>
                    </a:lnTo>
                    <a:lnTo>
                      <a:pt x="314233" y="472985"/>
                    </a:lnTo>
                    <a:lnTo>
                      <a:pt x="251925" y="114155"/>
                    </a:lnTo>
                    <a:lnTo>
                      <a:pt x="173255" y="0"/>
                    </a:lnTo>
                    <a:close/>
                  </a:path>
                </a:pathLst>
              </a:custGeom>
              <a:solidFill>
                <a:srgbClr val="F7C1A6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FCA8870-3D4A-7F9D-80C1-84F579CC69F3}"/>
                  </a:ext>
                </a:extLst>
              </p:cNvPr>
              <p:cNvSpPr/>
              <p:nvPr/>
            </p:nvSpPr>
            <p:spPr>
              <a:xfrm rot="-591599">
                <a:off x="14046001" y="5642394"/>
                <a:ext cx="621727" cy="364155"/>
              </a:xfrm>
              <a:custGeom>
                <a:avLst/>
                <a:gdLst>
                  <a:gd name="connsiteX0" fmla="*/ 0 w 621727"/>
                  <a:gd name="connsiteY0" fmla="*/ 0 h 364155"/>
                  <a:gd name="connsiteX1" fmla="*/ 621728 w 621727"/>
                  <a:gd name="connsiteY1" fmla="*/ 0 h 364155"/>
                  <a:gd name="connsiteX2" fmla="*/ 621728 w 621727"/>
                  <a:gd name="connsiteY2" fmla="*/ 364156 h 364155"/>
                  <a:gd name="connsiteX3" fmla="*/ 0 w 621727"/>
                  <a:gd name="connsiteY3" fmla="*/ 364156 h 364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1727" h="364155">
                    <a:moveTo>
                      <a:pt x="0" y="0"/>
                    </a:moveTo>
                    <a:lnTo>
                      <a:pt x="621728" y="0"/>
                    </a:lnTo>
                    <a:lnTo>
                      <a:pt x="621728" y="364156"/>
                    </a:lnTo>
                    <a:lnTo>
                      <a:pt x="0" y="364156"/>
                    </a:lnTo>
                    <a:close/>
                  </a:path>
                </a:pathLst>
              </a:custGeom>
              <a:solidFill>
                <a:srgbClr val="F7C1A6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B34E682-20D8-DF87-6166-724D0D68DB5C}"/>
                  </a:ext>
                </a:extLst>
              </p:cNvPr>
              <p:cNvSpPr/>
              <p:nvPr/>
            </p:nvSpPr>
            <p:spPr>
              <a:xfrm>
                <a:off x="14632005" y="5433922"/>
                <a:ext cx="314296" cy="516748"/>
              </a:xfrm>
              <a:custGeom>
                <a:avLst/>
                <a:gdLst>
                  <a:gd name="connsiteX0" fmla="*/ 173255 w 314296"/>
                  <a:gd name="connsiteY0" fmla="*/ 0 h 516748"/>
                  <a:gd name="connsiteX1" fmla="*/ 35550 w 314296"/>
                  <a:gd name="connsiteY1" fmla="*/ 23935 h 516748"/>
                  <a:gd name="connsiteX2" fmla="*/ 0 w 314296"/>
                  <a:gd name="connsiteY2" fmla="*/ 157983 h 516748"/>
                  <a:gd name="connsiteX3" fmla="*/ 62372 w 314296"/>
                  <a:gd name="connsiteY3" fmla="*/ 516748 h 516748"/>
                  <a:gd name="connsiteX4" fmla="*/ 314297 w 314296"/>
                  <a:gd name="connsiteY4" fmla="*/ 472986 h 516748"/>
                  <a:gd name="connsiteX5" fmla="*/ 251925 w 314296"/>
                  <a:gd name="connsiteY5" fmla="*/ 114155 h 516748"/>
                  <a:gd name="connsiteX6" fmla="*/ 173255 w 314296"/>
                  <a:gd name="connsiteY6" fmla="*/ 0 h 516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4296" h="516748">
                    <a:moveTo>
                      <a:pt x="173255" y="0"/>
                    </a:moveTo>
                    <a:lnTo>
                      <a:pt x="35550" y="23935"/>
                    </a:lnTo>
                    <a:lnTo>
                      <a:pt x="0" y="157983"/>
                    </a:lnTo>
                    <a:lnTo>
                      <a:pt x="62372" y="516748"/>
                    </a:lnTo>
                    <a:lnTo>
                      <a:pt x="314297" y="472986"/>
                    </a:lnTo>
                    <a:lnTo>
                      <a:pt x="251925" y="114155"/>
                    </a:lnTo>
                    <a:lnTo>
                      <a:pt x="1732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888D557-7089-C8AE-5391-90F73357FBA1}"/>
                  </a:ext>
                </a:extLst>
              </p:cNvPr>
              <p:cNvSpPr/>
              <p:nvPr/>
            </p:nvSpPr>
            <p:spPr>
              <a:xfrm>
                <a:off x="14084811" y="5298368"/>
                <a:ext cx="701775" cy="300338"/>
              </a:xfrm>
              <a:custGeom>
                <a:avLst/>
                <a:gdLst>
                  <a:gd name="connsiteX0" fmla="*/ 653008 w 701775"/>
                  <a:gd name="connsiteY0" fmla="*/ 300274 h 300338"/>
                  <a:gd name="connsiteX1" fmla="*/ 617267 w 701775"/>
                  <a:gd name="connsiteY1" fmla="*/ 94679 h 300338"/>
                  <a:gd name="connsiteX2" fmla="*/ 558681 w 701775"/>
                  <a:gd name="connsiteY2" fmla="*/ 53483 h 300338"/>
                  <a:gd name="connsiteX3" fmla="*/ 94679 w 701775"/>
                  <a:gd name="connsiteY3" fmla="*/ 134142 h 300338"/>
                  <a:gd name="connsiteX4" fmla="*/ 53482 w 701775"/>
                  <a:gd name="connsiteY4" fmla="*/ 192728 h 300338"/>
                  <a:gd name="connsiteX5" fmla="*/ 63429 w 701775"/>
                  <a:gd name="connsiteY5" fmla="*/ 249838 h 300338"/>
                  <a:gd name="connsiteX6" fmla="*/ 14661 w 701775"/>
                  <a:gd name="connsiteY6" fmla="*/ 258308 h 300338"/>
                  <a:gd name="connsiteX7" fmla="*/ 1185 w 701775"/>
                  <a:gd name="connsiteY7" fmla="*/ 180664 h 300338"/>
                  <a:gd name="connsiteX8" fmla="*/ 65739 w 701775"/>
                  <a:gd name="connsiteY8" fmla="*/ 88968 h 300338"/>
                  <a:gd name="connsiteX9" fmla="*/ 570808 w 701775"/>
                  <a:gd name="connsiteY9" fmla="*/ 1185 h 300338"/>
                  <a:gd name="connsiteX10" fmla="*/ 662505 w 701775"/>
                  <a:gd name="connsiteY10" fmla="*/ 65739 h 300338"/>
                  <a:gd name="connsiteX11" fmla="*/ 701776 w 701775"/>
                  <a:gd name="connsiteY11" fmla="*/ 291868 h 300338"/>
                  <a:gd name="connsiteX12" fmla="*/ 653008 w 701775"/>
                  <a:gd name="connsiteY12" fmla="*/ 300339 h 300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775" h="300338">
                    <a:moveTo>
                      <a:pt x="653008" y="300274"/>
                    </a:moveTo>
                    <a:lnTo>
                      <a:pt x="617267" y="94679"/>
                    </a:lnTo>
                    <a:cubicBezTo>
                      <a:pt x="612454" y="67151"/>
                      <a:pt x="586273" y="48670"/>
                      <a:pt x="558681" y="53483"/>
                    </a:cubicBezTo>
                    <a:lnTo>
                      <a:pt x="94679" y="134142"/>
                    </a:lnTo>
                    <a:cubicBezTo>
                      <a:pt x="67150" y="138955"/>
                      <a:pt x="48669" y="165136"/>
                      <a:pt x="53482" y="192728"/>
                    </a:cubicBezTo>
                    <a:lnTo>
                      <a:pt x="63429" y="249838"/>
                    </a:lnTo>
                    <a:lnTo>
                      <a:pt x="14661" y="258308"/>
                    </a:lnTo>
                    <a:lnTo>
                      <a:pt x="1185" y="180664"/>
                    </a:lnTo>
                    <a:cubicBezTo>
                      <a:pt x="-6322" y="137479"/>
                      <a:pt x="22618" y="96411"/>
                      <a:pt x="65739" y="88968"/>
                    </a:cubicBezTo>
                    <a:lnTo>
                      <a:pt x="570808" y="1185"/>
                    </a:lnTo>
                    <a:cubicBezTo>
                      <a:pt x="613994" y="-6322"/>
                      <a:pt x="655061" y="22618"/>
                      <a:pt x="662505" y="65739"/>
                    </a:cubicBezTo>
                    <a:lnTo>
                      <a:pt x="701776" y="291868"/>
                    </a:lnTo>
                    <a:lnTo>
                      <a:pt x="653008" y="300339"/>
                    </a:lnTo>
                    <a:close/>
                  </a:path>
                </a:pathLst>
              </a:custGeom>
              <a:solidFill>
                <a:srgbClr val="FFFFFF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F355FE6-4CE7-5D9B-4BBC-AEE7AB2E4E76}"/>
                  </a:ext>
                </a:extLst>
              </p:cNvPr>
              <p:cNvSpPr/>
              <p:nvPr/>
            </p:nvSpPr>
            <p:spPr>
              <a:xfrm rot="-591599">
                <a:off x="14718131" y="5593754"/>
                <a:ext cx="101835" cy="80210"/>
              </a:xfrm>
              <a:custGeom>
                <a:avLst/>
                <a:gdLst>
                  <a:gd name="connsiteX0" fmla="*/ 63 w 101835"/>
                  <a:gd name="connsiteY0" fmla="*/ 0 h 80210"/>
                  <a:gd name="connsiteX1" fmla="*/ 101835 w 101835"/>
                  <a:gd name="connsiteY1" fmla="*/ 0 h 80210"/>
                  <a:gd name="connsiteX2" fmla="*/ 101835 w 101835"/>
                  <a:gd name="connsiteY2" fmla="*/ 49410 h 80210"/>
                  <a:gd name="connsiteX3" fmla="*/ 71034 w 101835"/>
                  <a:gd name="connsiteY3" fmla="*/ 80211 h 80210"/>
                  <a:gd name="connsiteX4" fmla="*/ 30800 w 101835"/>
                  <a:gd name="connsiteY4" fmla="*/ 80211 h 80210"/>
                  <a:gd name="connsiteX5" fmla="*/ 0 w 101835"/>
                  <a:gd name="connsiteY5" fmla="*/ 49410 h 80210"/>
                  <a:gd name="connsiteX6" fmla="*/ 0 w 101835"/>
                  <a:gd name="connsiteY6" fmla="*/ 0 h 80210"/>
                  <a:gd name="connsiteX7" fmla="*/ 0 w 101835"/>
                  <a:gd name="connsiteY7" fmla="*/ 0 h 80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835" h="80210">
                    <a:moveTo>
                      <a:pt x="63" y="0"/>
                    </a:moveTo>
                    <a:lnTo>
                      <a:pt x="101835" y="0"/>
                    </a:lnTo>
                    <a:lnTo>
                      <a:pt x="101835" y="49410"/>
                    </a:lnTo>
                    <a:cubicBezTo>
                      <a:pt x="101835" y="66415"/>
                      <a:pt x="88039" y="80211"/>
                      <a:pt x="71034" y="80211"/>
                    </a:cubicBezTo>
                    <a:lnTo>
                      <a:pt x="30800" y="80211"/>
                    </a:lnTo>
                    <a:cubicBezTo>
                      <a:pt x="13796" y="80211"/>
                      <a:pt x="0" y="66415"/>
                      <a:pt x="0" y="49410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7739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44A6A6-68E5-F106-DEEA-AB6CA7EEFAD8}"/>
                </a:ext>
              </a:extLst>
            </p:cNvPr>
            <p:cNvSpPr/>
            <p:nvPr/>
          </p:nvSpPr>
          <p:spPr>
            <a:xfrm>
              <a:off x="14362008" y="5275876"/>
              <a:ext cx="80641" cy="144710"/>
            </a:xfrm>
            <a:custGeom>
              <a:avLst/>
              <a:gdLst>
                <a:gd name="connsiteX0" fmla="*/ 21281 w 80641"/>
                <a:gd name="connsiteY0" fmla="*/ 143416 h 144710"/>
                <a:gd name="connsiteX1" fmla="*/ 24296 w 80641"/>
                <a:gd name="connsiteY1" fmla="*/ 77772 h 144710"/>
                <a:gd name="connsiteX2" fmla="*/ 22756 w 80641"/>
                <a:gd name="connsiteY2" fmla="*/ 75526 h 144710"/>
                <a:gd name="connsiteX3" fmla="*/ 1837 w 80641"/>
                <a:gd name="connsiteY3" fmla="*/ 89964 h 144710"/>
                <a:gd name="connsiteX4" fmla="*/ 16661 w 80641"/>
                <a:gd name="connsiteY4" fmla="*/ 41774 h 144710"/>
                <a:gd name="connsiteX5" fmla="*/ 38157 w 80641"/>
                <a:gd name="connsiteY5" fmla="*/ 513 h 144710"/>
                <a:gd name="connsiteX6" fmla="*/ 79225 w 80641"/>
                <a:gd name="connsiteY6" fmla="*/ 0 h 144710"/>
                <a:gd name="connsiteX7" fmla="*/ 69150 w 80641"/>
                <a:gd name="connsiteY7" fmla="*/ 75206 h 144710"/>
                <a:gd name="connsiteX8" fmla="*/ 21216 w 80641"/>
                <a:gd name="connsiteY8" fmla="*/ 143352 h 14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641" h="144710">
                  <a:moveTo>
                    <a:pt x="21281" y="143416"/>
                  </a:moveTo>
                  <a:cubicBezTo>
                    <a:pt x="8190" y="137449"/>
                    <a:pt x="17302" y="106904"/>
                    <a:pt x="24296" y="77772"/>
                  </a:cubicBezTo>
                  <a:cubicBezTo>
                    <a:pt x="24746" y="75976"/>
                    <a:pt x="24489" y="73665"/>
                    <a:pt x="22756" y="75526"/>
                  </a:cubicBezTo>
                  <a:cubicBezTo>
                    <a:pt x="17431" y="81237"/>
                    <a:pt x="6009" y="92595"/>
                    <a:pt x="1837" y="89964"/>
                  </a:cubicBezTo>
                  <a:cubicBezTo>
                    <a:pt x="-3874" y="86371"/>
                    <a:pt x="4469" y="61345"/>
                    <a:pt x="16661" y="41774"/>
                  </a:cubicBezTo>
                  <a:lnTo>
                    <a:pt x="38157" y="513"/>
                  </a:lnTo>
                  <a:lnTo>
                    <a:pt x="79225" y="0"/>
                  </a:lnTo>
                  <a:cubicBezTo>
                    <a:pt x="83652" y="13860"/>
                    <a:pt x="76979" y="42287"/>
                    <a:pt x="69150" y="75206"/>
                  </a:cubicBezTo>
                  <a:cubicBezTo>
                    <a:pt x="59140" y="117492"/>
                    <a:pt x="40339" y="152079"/>
                    <a:pt x="21216" y="143352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74A4C4-7B98-88A3-604C-574C5BE65D53}"/>
                </a:ext>
              </a:extLst>
            </p:cNvPr>
            <p:cNvSpPr/>
            <p:nvPr/>
          </p:nvSpPr>
          <p:spPr>
            <a:xfrm>
              <a:off x="14243465" y="4970819"/>
              <a:ext cx="239440" cy="340605"/>
            </a:xfrm>
            <a:custGeom>
              <a:avLst/>
              <a:gdLst>
                <a:gd name="connsiteX0" fmla="*/ 13348 w 239440"/>
                <a:gd name="connsiteY0" fmla="*/ 121086 h 340605"/>
                <a:gd name="connsiteX1" fmla="*/ 139823 w 239440"/>
                <a:gd name="connsiteY1" fmla="*/ 144186 h 340605"/>
                <a:gd name="connsiteX2" fmla="*/ 135845 w 239440"/>
                <a:gd name="connsiteY2" fmla="*/ 314746 h 340605"/>
                <a:gd name="connsiteX3" fmla="*/ 224461 w 239440"/>
                <a:gd name="connsiteY3" fmla="*/ 340606 h 340605"/>
                <a:gd name="connsiteX4" fmla="*/ 219007 w 239440"/>
                <a:gd name="connsiteY4" fmla="*/ 72831 h 340605"/>
                <a:gd name="connsiteX5" fmla="*/ 0 w 239440"/>
                <a:gd name="connsiteY5" fmla="*/ 0 h 340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440" h="340605">
                  <a:moveTo>
                    <a:pt x="13348" y="121086"/>
                  </a:moveTo>
                  <a:lnTo>
                    <a:pt x="139823" y="144186"/>
                  </a:lnTo>
                  <a:lnTo>
                    <a:pt x="135845" y="314746"/>
                  </a:lnTo>
                  <a:cubicBezTo>
                    <a:pt x="135845" y="314746"/>
                    <a:pt x="224205" y="340478"/>
                    <a:pt x="224461" y="340606"/>
                  </a:cubicBezTo>
                  <a:cubicBezTo>
                    <a:pt x="224461" y="340606"/>
                    <a:pt x="261551" y="173896"/>
                    <a:pt x="219007" y="72831"/>
                  </a:cubicBezTo>
                  <a:cubicBezTo>
                    <a:pt x="210152" y="51848"/>
                    <a:pt x="68853" y="0"/>
                    <a:pt x="0" y="0"/>
                  </a:cubicBezTo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9" name="Graphic 182">
              <a:extLst>
                <a:ext uri="{FF2B5EF4-FFF2-40B4-BE49-F238E27FC236}">
                  <a16:creationId xmlns:a16="http://schemas.microsoft.com/office/drawing/2014/main" id="{41C45F76-1872-65BD-80E4-5182BF192D21}"/>
                </a:ext>
              </a:extLst>
            </p:cNvPr>
            <p:cNvGrpSpPr/>
            <p:nvPr/>
          </p:nvGrpSpPr>
          <p:grpSpPr>
            <a:xfrm>
              <a:off x="14233474" y="5676001"/>
              <a:ext cx="271413" cy="298191"/>
              <a:chOff x="14233474" y="5676001"/>
              <a:chExt cx="271413" cy="298191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59F7978-B2C0-AA05-CE89-46C57AE13CAC}"/>
                  </a:ext>
                </a:extLst>
              </p:cNvPr>
              <p:cNvSpPr/>
              <p:nvPr/>
            </p:nvSpPr>
            <p:spPr>
              <a:xfrm>
                <a:off x="14233474" y="5717373"/>
                <a:ext cx="271413" cy="212443"/>
              </a:xfrm>
              <a:custGeom>
                <a:avLst/>
                <a:gdLst>
                  <a:gd name="connsiteX0" fmla="*/ 249789 w 271413"/>
                  <a:gd name="connsiteY0" fmla="*/ 163739 h 212443"/>
                  <a:gd name="connsiteX1" fmla="*/ 271414 w 271413"/>
                  <a:gd name="connsiteY1" fmla="*/ 212443 h 212443"/>
                  <a:gd name="connsiteX2" fmla="*/ 219373 w 271413"/>
                  <a:gd name="connsiteY2" fmla="*/ 203973 h 212443"/>
                  <a:gd name="connsiteX3" fmla="*/ 9992 w 271413"/>
                  <a:gd name="connsiteY3" fmla="*/ 45349 h 212443"/>
                  <a:gd name="connsiteX4" fmla="*/ 5115 w 271413"/>
                  <a:gd name="connsiteY4" fmla="*/ 9992 h 212443"/>
                  <a:gd name="connsiteX5" fmla="*/ 5115 w 271413"/>
                  <a:gd name="connsiteY5" fmla="*/ 9992 h 212443"/>
                  <a:gd name="connsiteX6" fmla="*/ 40472 w 271413"/>
                  <a:gd name="connsiteY6" fmla="*/ 5115 h 212443"/>
                  <a:gd name="connsiteX7" fmla="*/ 249853 w 271413"/>
                  <a:gd name="connsiteY7" fmla="*/ 163739 h 212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1413" h="212443">
                    <a:moveTo>
                      <a:pt x="249789" y="163739"/>
                    </a:moveTo>
                    <a:lnTo>
                      <a:pt x="271414" y="212443"/>
                    </a:lnTo>
                    <a:lnTo>
                      <a:pt x="219373" y="203973"/>
                    </a:lnTo>
                    <a:lnTo>
                      <a:pt x="9992" y="45349"/>
                    </a:lnTo>
                    <a:cubicBezTo>
                      <a:pt x="-1109" y="36943"/>
                      <a:pt x="-3291" y="21093"/>
                      <a:pt x="5115" y="9992"/>
                    </a:cubicBezTo>
                    <a:lnTo>
                      <a:pt x="5115" y="9992"/>
                    </a:lnTo>
                    <a:cubicBezTo>
                      <a:pt x="13521" y="-1109"/>
                      <a:pt x="29371" y="-3291"/>
                      <a:pt x="40472" y="5115"/>
                    </a:cubicBezTo>
                    <a:lnTo>
                      <a:pt x="249853" y="163739"/>
                    </a:lnTo>
                    <a:close/>
                  </a:path>
                </a:pathLst>
              </a:custGeom>
              <a:noFill/>
              <a:ln w="834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AE26834-74CD-1F15-2DFD-428AFD778A59}"/>
                  </a:ext>
                </a:extLst>
              </p:cNvPr>
              <p:cNvSpPr/>
              <p:nvPr/>
            </p:nvSpPr>
            <p:spPr>
              <a:xfrm>
                <a:off x="14447842" y="5877326"/>
                <a:ext cx="30415" cy="40233"/>
              </a:xfrm>
              <a:custGeom>
                <a:avLst/>
                <a:gdLst>
                  <a:gd name="connsiteX0" fmla="*/ 0 w 30415"/>
                  <a:gd name="connsiteY0" fmla="*/ 40234 h 40233"/>
                  <a:gd name="connsiteX1" fmla="*/ 30416 w 30415"/>
                  <a:gd name="connsiteY1" fmla="*/ 0 h 4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415" h="40233">
                    <a:moveTo>
                      <a:pt x="0" y="40234"/>
                    </a:moveTo>
                    <a:lnTo>
                      <a:pt x="30416" y="0"/>
                    </a:lnTo>
                  </a:path>
                </a:pathLst>
              </a:custGeom>
              <a:ln w="834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FA58614-C764-5FEE-FFA7-2F88305C2C5A}"/>
                  </a:ext>
                </a:extLst>
              </p:cNvPr>
              <p:cNvSpPr/>
              <p:nvPr/>
            </p:nvSpPr>
            <p:spPr>
              <a:xfrm>
                <a:off x="14251358" y="5728520"/>
                <a:ext cx="30479" cy="40233"/>
              </a:xfrm>
              <a:custGeom>
                <a:avLst/>
                <a:gdLst>
                  <a:gd name="connsiteX0" fmla="*/ 0 w 30479"/>
                  <a:gd name="connsiteY0" fmla="*/ 40234 h 40233"/>
                  <a:gd name="connsiteX1" fmla="*/ 30480 w 30479"/>
                  <a:gd name="connsiteY1" fmla="*/ 0 h 4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479" h="40233">
                    <a:moveTo>
                      <a:pt x="0" y="40234"/>
                    </a:moveTo>
                    <a:lnTo>
                      <a:pt x="30480" y="0"/>
                    </a:lnTo>
                  </a:path>
                </a:pathLst>
              </a:custGeom>
              <a:ln w="834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AF86534-A4E3-25B0-B2A4-66228992FB62}"/>
                  </a:ext>
                </a:extLst>
              </p:cNvPr>
              <p:cNvSpPr/>
              <p:nvPr/>
            </p:nvSpPr>
            <p:spPr>
              <a:xfrm>
                <a:off x="14240623" y="5827082"/>
                <a:ext cx="135607" cy="147109"/>
              </a:xfrm>
              <a:custGeom>
                <a:avLst/>
                <a:gdLst>
                  <a:gd name="connsiteX0" fmla="*/ 63546 w 135607"/>
                  <a:gd name="connsiteY0" fmla="*/ 32020 h 147109"/>
                  <a:gd name="connsiteX1" fmla="*/ 11698 w 135607"/>
                  <a:gd name="connsiteY1" fmla="*/ 54543 h 147109"/>
                  <a:gd name="connsiteX2" fmla="*/ 7848 w 135607"/>
                  <a:gd name="connsiteY2" fmla="*/ 118455 h 147109"/>
                  <a:gd name="connsiteX3" fmla="*/ 38456 w 135607"/>
                  <a:gd name="connsiteY3" fmla="*/ 78093 h 147109"/>
                  <a:gd name="connsiteX4" fmla="*/ 67332 w 135607"/>
                  <a:gd name="connsiteY4" fmla="*/ 76745 h 147109"/>
                  <a:gd name="connsiteX5" fmla="*/ 73813 w 135607"/>
                  <a:gd name="connsiteY5" fmla="*/ 104915 h 147109"/>
                  <a:gd name="connsiteX6" fmla="*/ 43205 w 135607"/>
                  <a:gd name="connsiteY6" fmla="*/ 145277 h 147109"/>
                  <a:gd name="connsiteX7" fmla="*/ 103716 w 135607"/>
                  <a:gd name="connsiteY7" fmla="*/ 124230 h 147109"/>
                  <a:gd name="connsiteX8" fmla="*/ 111352 w 135607"/>
                  <a:gd name="connsiteY8" fmla="*/ 68211 h 147109"/>
                  <a:gd name="connsiteX9" fmla="*/ 135607 w 135607"/>
                  <a:gd name="connsiteY9" fmla="*/ 36191 h 147109"/>
                  <a:gd name="connsiteX10" fmla="*/ 87866 w 135607"/>
                  <a:gd name="connsiteY10" fmla="*/ 0 h 147109"/>
                  <a:gd name="connsiteX11" fmla="*/ 63611 w 135607"/>
                  <a:gd name="connsiteY11" fmla="*/ 32020 h 147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5607" h="147109">
                    <a:moveTo>
                      <a:pt x="63546" y="32020"/>
                    </a:moveTo>
                    <a:cubicBezTo>
                      <a:pt x="44167" y="30031"/>
                      <a:pt x="24275" y="37859"/>
                      <a:pt x="11698" y="54543"/>
                    </a:cubicBezTo>
                    <a:cubicBezTo>
                      <a:pt x="-2804" y="73665"/>
                      <a:pt x="-3510" y="98948"/>
                      <a:pt x="7848" y="118455"/>
                    </a:cubicBezTo>
                    <a:lnTo>
                      <a:pt x="38456" y="78093"/>
                    </a:lnTo>
                    <a:lnTo>
                      <a:pt x="67332" y="76745"/>
                    </a:lnTo>
                    <a:lnTo>
                      <a:pt x="73813" y="104915"/>
                    </a:lnTo>
                    <a:lnTo>
                      <a:pt x="43205" y="145277"/>
                    </a:lnTo>
                    <a:cubicBezTo>
                      <a:pt x="65086" y="150924"/>
                      <a:pt x="89214" y="143416"/>
                      <a:pt x="103716" y="124230"/>
                    </a:cubicBezTo>
                    <a:cubicBezTo>
                      <a:pt x="116357" y="107546"/>
                      <a:pt x="118474" y="86306"/>
                      <a:pt x="111352" y="68211"/>
                    </a:cubicBezTo>
                    <a:lnTo>
                      <a:pt x="135607" y="36191"/>
                    </a:lnTo>
                    <a:lnTo>
                      <a:pt x="87866" y="0"/>
                    </a:lnTo>
                    <a:lnTo>
                      <a:pt x="63611" y="32020"/>
                    </a:lnTo>
                    <a:close/>
                  </a:path>
                </a:pathLst>
              </a:custGeom>
              <a:noFill/>
              <a:ln w="834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236DCE0-5A0E-AEB4-84C6-A7996D26CA58}"/>
                  </a:ext>
                </a:extLst>
              </p:cNvPr>
              <p:cNvSpPr/>
              <p:nvPr/>
            </p:nvSpPr>
            <p:spPr>
              <a:xfrm>
                <a:off x="14358904" y="5676001"/>
                <a:ext cx="135543" cy="147167"/>
              </a:xfrm>
              <a:custGeom>
                <a:avLst/>
                <a:gdLst>
                  <a:gd name="connsiteX0" fmla="*/ 24192 w 135543"/>
                  <a:gd name="connsiteY0" fmla="*/ 78892 h 147167"/>
                  <a:gd name="connsiteX1" fmla="*/ 31828 w 135543"/>
                  <a:gd name="connsiteY1" fmla="*/ 22873 h 147167"/>
                  <a:gd name="connsiteX2" fmla="*/ 92338 w 135543"/>
                  <a:gd name="connsiteY2" fmla="*/ 1826 h 147167"/>
                  <a:gd name="connsiteX3" fmla="*/ 61730 w 135543"/>
                  <a:gd name="connsiteY3" fmla="*/ 42188 h 147167"/>
                  <a:gd name="connsiteX4" fmla="*/ 68211 w 135543"/>
                  <a:gd name="connsiteY4" fmla="*/ 70358 h 147167"/>
                  <a:gd name="connsiteX5" fmla="*/ 97087 w 135543"/>
                  <a:gd name="connsiteY5" fmla="*/ 69010 h 147167"/>
                  <a:gd name="connsiteX6" fmla="*/ 127695 w 135543"/>
                  <a:gd name="connsiteY6" fmla="*/ 28648 h 147167"/>
                  <a:gd name="connsiteX7" fmla="*/ 123845 w 135543"/>
                  <a:gd name="connsiteY7" fmla="*/ 92624 h 147167"/>
                  <a:gd name="connsiteX8" fmla="*/ 71998 w 135543"/>
                  <a:gd name="connsiteY8" fmla="*/ 115147 h 147167"/>
                  <a:gd name="connsiteX9" fmla="*/ 47742 w 135543"/>
                  <a:gd name="connsiteY9" fmla="*/ 147167 h 147167"/>
                  <a:gd name="connsiteX10" fmla="*/ 0 w 135543"/>
                  <a:gd name="connsiteY10" fmla="*/ 110976 h 147167"/>
                  <a:gd name="connsiteX11" fmla="*/ 24256 w 135543"/>
                  <a:gd name="connsiteY11" fmla="*/ 78956 h 14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5543" h="147167">
                    <a:moveTo>
                      <a:pt x="24192" y="78892"/>
                    </a:moveTo>
                    <a:cubicBezTo>
                      <a:pt x="17069" y="60797"/>
                      <a:pt x="19186" y="39493"/>
                      <a:pt x="31828" y="22873"/>
                    </a:cubicBezTo>
                    <a:cubicBezTo>
                      <a:pt x="46330" y="3751"/>
                      <a:pt x="70458" y="-3821"/>
                      <a:pt x="92338" y="1826"/>
                    </a:cubicBezTo>
                    <a:lnTo>
                      <a:pt x="61730" y="42188"/>
                    </a:lnTo>
                    <a:lnTo>
                      <a:pt x="68211" y="70358"/>
                    </a:lnTo>
                    <a:lnTo>
                      <a:pt x="97087" y="69010"/>
                    </a:lnTo>
                    <a:lnTo>
                      <a:pt x="127695" y="28648"/>
                    </a:lnTo>
                    <a:cubicBezTo>
                      <a:pt x="139053" y="48155"/>
                      <a:pt x="138347" y="73438"/>
                      <a:pt x="123845" y="92624"/>
                    </a:cubicBezTo>
                    <a:cubicBezTo>
                      <a:pt x="111204" y="109308"/>
                      <a:pt x="91312" y="117072"/>
                      <a:pt x="71998" y="115147"/>
                    </a:cubicBezTo>
                    <a:lnTo>
                      <a:pt x="47742" y="147167"/>
                    </a:lnTo>
                    <a:lnTo>
                      <a:pt x="0" y="110976"/>
                    </a:lnTo>
                    <a:lnTo>
                      <a:pt x="24256" y="78956"/>
                    </a:lnTo>
                    <a:close/>
                  </a:path>
                </a:pathLst>
              </a:custGeom>
              <a:noFill/>
              <a:ln w="834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04F5010-E435-8EE6-BBBE-B01264D8DD44}"/>
                </a:ext>
              </a:extLst>
            </p:cNvPr>
            <p:cNvSpPr/>
            <p:nvPr/>
          </p:nvSpPr>
          <p:spPr>
            <a:xfrm>
              <a:off x="13365128" y="4490069"/>
              <a:ext cx="473113" cy="316863"/>
            </a:xfrm>
            <a:custGeom>
              <a:avLst/>
              <a:gdLst>
                <a:gd name="connsiteX0" fmla="*/ 436345 w 473113"/>
                <a:gd name="connsiteY0" fmla="*/ 0 h 316863"/>
                <a:gd name="connsiteX1" fmla="*/ 473113 w 473113"/>
                <a:gd name="connsiteY1" fmla="*/ 36769 h 316863"/>
                <a:gd name="connsiteX2" fmla="*/ 473113 w 473113"/>
                <a:gd name="connsiteY2" fmla="*/ 280095 h 316863"/>
                <a:gd name="connsiteX3" fmla="*/ 436345 w 473113"/>
                <a:gd name="connsiteY3" fmla="*/ 316864 h 316863"/>
                <a:gd name="connsiteX4" fmla="*/ 36768 w 473113"/>
                <a:gd name="connsiteY4" fmla="*/ 316864 h 316863"/>
                <a:gd name="connsiteX5" fmla="*/ 0 w 473113"/>
                <a:gd name="connsiteY5" fmla="*/ 280095 h 316863"/>
                <a:gd name="connsiteX6" fmla="*/ 0 w 473113"/>
                <a:gd name="connsiteY6" fmla="*/ 36769 h 316863"/>
                <a:gd name="connsiteX7" fmla="*/ 36768 w 473113"/>
                <a:gd name="connsiteY7" fmla="*/ 0 h 31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3113" h="316863">
                  <a:moveTo>
                    <a:pt x="436345" y="0"/>
                  </a:moveTo>
                  <a:cubicBezTo>
                    <a:pt x="456651" y="0"/>
                    <a:pt x="473113" y="16462"/>
                    <a:pt x="473113" y="36769"/>
                  </a:cubicBezTo>
                  <a:lnTo>
                    <a:pt x="473113" y="280095"/>
                  </a:lnTo>
                  <a:cubicBezTo>
                    <a:pt x="473113" y="300402"/>
                    <a:pt x="456651" y="316864"/>
                    <a:pt x="436345" y="316864"/>
                  </a:cubicBezTo>
                  <a:lnTo>
                    <a:pt x="36768" y="316864"/>
                  </a:lnTo>
                  <a:cubicBezTo>
                    <a:pt x="16461" y="316864"/>
                    <a:pt x="0" y="300402"/>
                    <a:pt x="0" y="280095"/>
                  </a:cubicBezTo>
                  <a:lnTo>
                    <a:pt x="0" y="36769"/>
                  </a:lnTo>
                  <a:cubicBezTo>
                    <a:pt x="0" y="16462"/>
                    <a:pt x="16462" y="0"/>
                    <a:pt x="36768" y="0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0EF7E5-CB9B-046F-50D0-08BE14B073C6}"/>
                </a:ext>
              </a:extLst>
            </p:cNvPr>
            <p:cNvSpPr/>
            <p:nvPr/>
          </p:nvSpPr>
          <p:spPr>
            <a:xfrm>
              <a:off x="13656774" y="4806355"/>
              <a:ext cx="82648" cy="82648"/>
            </a:xfrm>
            <a:custGeom>
              <a:avLst/>
              <a:gdLst>
                <a:gd name="connsiteX0" fmla="*/ 82649 w 82648"/>
                <a:gd name="connsiteY0" fmla="*/ 82649 h 82648"/>
                <a:gd name="connsiteX1" fmla="*/ 82649 w 82648"/>
                <a:gd name="connsiteY1" fmla="*/ 82649 h 82648"/>
                <a:gd name="connsiteX2" fmla="*/ 0 w 82648"/>
                <a:gd name="connsiteY2" fmla="*/ 0 h 82648"/>
                <a:gd name="connsiteX3" fmla="*/ 0 w 82648"/>
                <a:gd name="connsiteY3" fmla="*/ 0 h 8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48" h="82648">
                  <a:moveTo>
                    <a:pt x="82649" y="82649"/>
                  </a:moveTo>
                  <a:lnTo>
                    <a:pt x="82649" y="82649"/>
                  </a:lnTo>
                  <a:cubicBezTo>
                    <a:pt x="37025" y="82649"/>
                    <a:pt x="0" y="45688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2" name="Graphic 182">
              <a:extLst>
                <a:ext uri="{FF2B5EF4-FFF2-40B4-BE49-F238E27FC236}">
                  <a16:creationId xmlns:a16="http://schemas.microsoft.com/office/drawing/2014/main" id="{8F0569F3-E42C-27E6-A453-C20EDE0AD2A9}"/>
                </a:ext>
              </a:extLst>
            </p:cNvPr>
            <p:cNvGrpSpPr/>
            <p:nvPr/>
          </p:nvGrpSpPr>
          <p:grpSpPr>
            <a:xfrm>
              <a:off x="13458172" y="4614877"/>
              <a:ext cx="287025" cy="67120"/>
              <a:chOff x="13458172" y="4614877"/>
              <a:chExt cx="287025" cy="67120"/>
            </a:xfrm>
            <a:solidFill>
              <a:srgbClr val="F7C1A6"/>
            </a:solidFill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6BCFB8D-C77A-F7FA-526D-7FC0B8091CB5}"/>
                  </a:ext>
                </a:extLst>
              </p:cNvPr>
              <p:cNvSpPr/>
              <p:nvPr/>
            </p:nvSpPr>
            <p:spPr>
              <a:xfrm>
                <a:off x="13458172" y="4614877"/>
                <a:ext cx="67120" cy="67120"/>
              </a:xfrm>
              <a:custGeom>
                <a:avLst/>
                <a:gdLst>
                  <a:gd name="connsiteX0" fmla="*/ 67120 w 67120"/>
                  <a:gd name="connsiteY0" fmla="*/ 33560 h 67120"/>
                  <a:gd name="connsiteX1" fmla="*/ 33560 w 67120"/>
                  <a:gd name="connsiteY1" fmla="*/ 67120 h 67120"/>
                  <a:gd name="connsiteX2" fmla="*/ 0 w 67120"/>
                  <a:gd name="connsiteY2" fmla="*/ 33560 h 67120"/>
                  <a:gd name="connsiteX3" fmla="*/ 33560 w 67120"/>
                  <a:gd name="connsiteY3" fmla="*/ 0 h 67120"/>
                  <a:gd name="connsiteX4" fmla="*/ 67120 w 67120"/>
                  <a:gd name="connsiteY4" fmla="*/ 33560 h 6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120" h="67120">
                    <a:moveTo>
                      <a:pt x="67120" y="33560"/>
                    </a:moveTo>
                    <a:cubicBezTo>
                      <a:pt x="67120" y="52095"/>
                      <a:pt x="52095" y="67120"/>
                      <a:pt x="33560" y="67120"/>
                    </a:cubicBezTo>
                    <a:cubicBezTo>
                      <a:pt x="15026" y="67120"/>
                      <a:pt x="0" y="52095"/>
                      <a:pt x="0" y="33560"/>
                    </a:cubicBezTo>
                    <a:cubicBezTo>
                      <a:pt x="0" y="15025"/>
                      <a:pt x="15026" y="0"/>
                      <a:pt x="33560" y="0"/>
                    </a:cubicBezTo>
                    <a:cubicBezTo>
                      <a:pt x="52095" y="0"/>
                      <a:pt x="67120" y="15025"/>
                      <a:pt x="67120" y="33560"/>
                    </a:cubicBezTo>
                    <a:close/>
                  </a:path>
                </a:pathLst>
              </a:custGeom>
              <a:solidFill>
                <a:srgbClr val="F7C1A6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5886E85-63B8-1C4A-A596-B008859ECB95}"/>
                  </a:ext>
                </a:extLst>
              </p:cNvPr>
              <p:cNvSpPr/>
              <p:nvPr/>
            </p:nvSpPr>
            <p:spPr>
              <a:xfrm>
                <a:off x="13568093" y="4614877"/>
                <a:ext cx="67120" cy="67120"/>
              </a:xfrm>
              <a:custGeom>
                <a:avLst/>
                <a:gdLst>
                  <a:gd name="connsiteX0" fmla="*/ 67120 w 67120"/>
                  <a:gd name="connsiteY0" fmla="*/ 33560 h 67120"/>
                  <a:gd name="connsiteX1" fmla="*/ 33561 w 67120"/>
                  <a:gd name="connsiteY1" fmla="*/ 67120 h 67120"/>
                  <a:gd name="connsiteX2" fmla="*/ 1 w 67120"/>
                  <a:gd name="connsiteY2" fmla="*/ 33560 h 67120"/>
                  <a:gd name="connsiteX3" fmla="*/ 33561 w 67120"/>
                  <a:gd name="connsiteY3" fmla="*/ 0 h 67120"/>
                  <a:gd name="connsiteX4" fmla="*/ 67120 w 67120"/>
                  <a:gd name="connsiteY4" fmla="*/ 33560 h 6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120" h="67120">
                    <a:moveTo>
                      <a:pt x="67120" y="33560"/>
                    </a:moveTo>
                    <a:cubicBezTo>
                      <a:pt x="67120" y="52095"/>
                      <a:pt x="52095" y="67120"/>
                      <a:pt x="33561" y="67120"/>
                    </a:cubicBezTo>
                    <a:cubicBezTo>
                      <a:pt x="15026" y="67120"/>
                      <a:pt x="1" y="52095"/>
                      <a:pt x="1" y="33560"/>
                    </a:cubicBezTo>
                    <a:cubicBezTo>
                      <a:pt x="1" y="15025"/>
                      <a:pt x="15026" y="0"/>
                      <a:pt x="33561" y="0"/>
                    </a:cubicBezTo>
                    <a:cubicBezTo>
                      <a:pt x="52095" y="0"/>
                      <a:pt x="67120" y="15025"/>
                      <a:pt x="67120" y="33560"/>
                    </a:cubicBezTo>
                    <a:close/>
                  </a:path>
                </a:pathLst>
              </a:custGeom>
              <a:solidFill>
                <a:srgbClr val="F7C1A6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B7CEF55-0E00-E049-B639-5042E184142C}"/>
                  </a:ext>
                </a:extLst>
              </p:cNvPr>
              <p:cNvSpPr/>
              <p:nvPr/>
            </p:nvSpPr>
            <p:spPr>
              <a:xfrm>
                <a:off x="13678077" y="4614877"/>
                <a:ext cx="67120" cy="67120"/>
              </a:xfrm>
              <a:custGeom>
                <a:avLst/>
                <a:gdLst>
                  <a:gd name="connsiteX0" fmla="*/ 67120 w 67120"/>
                  <a:gd name="connsiteY0" fmla="*/ 33560 h 67120"/>
                  <a:gd name="connsiteX1" fmla="*/ 33560 w 67120"/>
                  <a:gd name="connsiteY1" fmla="*/ 67120 h 67120"/>
                  <a:gd name="connsiteX2" fmla="*/ 0 w 67120"/>
                  <a:gd name="connsiteY2" fmla="*/ 33560 h 67120"/>
                  <a:gd name="connsiteX3" fmla="*/ 33560 w 67120"/>
                  <a:gd name="connsiteY3" fmla="*/ 0 h 67120"/>
                  <a:gd name="connsiteX4" fmla="*/ 67120 w 67120"/>
                  <a:gd name="connsiteY4" fmla="*/ 33560 h 67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120" h="67120">
                    <a:moveTo>
                      <a:pt x="67120" y="33560"/>
                    </a:moveTo>
                    <a:cubicBezTo>
                      <a:pt x="67120" y="52095"/>
                      <a:pt x="52094" y="67120"/>
                      <a:pt x="33560" y="67120"/>
                    </a:cubicBezTo>
                    <a:cubicBezTo>
                      <a:pt x="15025" y="67120"/>
                      <a:pt x="0" y="52095"/>
                      <a:pt x="0" y="33560"/>
                    </a:cubicBezTo>
                    <a:cubicBezTo>
                      <a:pt x="0" y="15025"/>
                      <a:pt x="15025" y="0"/>
                      <a:pt x="33560" y="0"/>
                    </a:cubicBezTo>
                    <a:cubicBezTo>
                      <a:pt x="52094" y="0"/>
                      <a:pt x="67120" y="15025"/>
                      <a:pt x="67120" y="33560"/>
                    </a:cubicBezTo>
                    <a:close/>
                  </a:path>
                </a:pathLst>
              </a:custGeom>
              <a:solidFill>
                <a:srgbClr val="F7C1A6"/>
              </a:solidFill>
              <a:ln w="8342" cap="flat">
                <a:solidFill>
                  <a:srgbClr val="EC6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8597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D79F-F1AF-0EFB-6BB1-07FB1BBB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trust it?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65EA-0CAF-E2E9-5BF4-DFF1E7E649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92288"/>
            <a:ext cx="10638453" cy="4700587"/>
          </a:xfrm>
        </p:spPr>
        <p:txBody>
          <a:bodyPr/>
          <a:lstStyle/>
          <a:p>
            <a:pPr marL="914400" lvl="2" indent="0">
              <a:buNone/>
            </a:pPr>
            <a:r>
              <a:rPr lang="en-US" dirty="0"/>
              <a:t>   </a:t>
            </a:r>
            <a:r>
              <a:rPr lang="en-US" dirty="0" err="1">
                <a:hlinkClick r:id="rId2"/>
              </a:rPr>
              <a:t>CoreTrustSeal</a:t>
            </a:r>
            <a:r>
              <a:rPr lang="en-US" dirty="0">
                <a:hlinkClick r:id="rId2"/>
              </a:rPr>
              <a:t> – Core Trustworthy Data Repositories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In order to provide some guidance to researchers and data stewards, the </a:t>
            </a:r>
            <a:r>
              <a:rPr lang="en-US" dirty="0" err="1"/>
              <a:t>CoreTrustSeal</a:t>
            </a:r>
            <a:r>
              <a:rPr lang="en-US" dirty="0"/>
              <a:t> has 16 requirements which repositories must answer to.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Over </a:t>
            </a:r>
            <a:r>
              <a:rPr lang="en-US" dirty="0">
                <a:hlinkClick r:id="rId3"/>
              </a:rPr>
              <a:t>160 repositories </a:t>
            </a:r>
            <a:r>
              <a:rPr lang="en-US" dirty="0"/>
              <a:t>are certified.</a:t>
            </a:r>
            <a:endParaRPr lang="en-BE" dirty="0"/>
          </a:p>
        </p:txBody>
      </p:sp>
      <p:pic>
        <p:nvPicPr>
          <p:cNvPr id="1028" name="Picture 4" descr="CoreTrustSeal">
            <a:extLst>
              <a:ext uri="{FF2B5EF4-FFF2-40B4-BE49-F238E27FC236}">
                <a16:creationId xmlns:a16="http://schemas.microsoft.com/office/drawing/2014/main" id="{57C9B2F4-1C33-B5DE-81AD-468799D80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570" y="1792288"/>
            <a:ext cx="556196" cy="55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603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1D07-69AF-47BF-ADF2-9EE9CDD4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example: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5266-7A83-4150-CC67-F116062A26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single study has the following topics within it:</a:t>
            </a:r>
          </a:p>
          <a:p>
            <a:r>
              <a:rPr lang="en-US" dirty="0"/>
              <a:t>Tinnitus treatment</a:t>
            </a:r>
          </a:p>
          <a:p>
            <a:r>
              <a:rPr lang="en-US" dirty="0"/>
              <a:t>Cognitive </a:t>
            </a:r>
            <a:r>
              <a:rPr lang="en-US" dirty="0" err="1"/>
              <a:t>Behaviour</a:t>
            </a:r>
            <a:r>
              <a:rPr lang="en-US" dirty="0"/>
              <a:t> Therapy</a:t>
            </a:r>
          </a:p>
          <a:p>
            <a:r>
              <a:rPr lang="en-US" dirty="0"/>
              <a:t>Data on Ecological Momentary Assessment (EMA)</a:t>
            </a:r>
          </a:p>
          <a:p>
            <a:r>
              <a:rPr lang="en-US" dirty="0"/>
              <a:t>Data on n-of-1 trials</a:t>
            </a:r>
          </a:p>
          <a:p>
            <a:pPr marL="0" indent="0">
              <a:buNone/>
            </a:pPr>
            <a:r>
              <a:rPr lang="en-US" dirty="0"/>
              <a:t>In which </a:t>
            </a:r>
            <a:r>
              <a:rPr lang="en-US" dirty="0">
                <a:solidFill>
                  <a:schemeClr val="accent2">
                    <a:alpha val="85000"/>
                  </a:schemeClr>
                </a:solidFill>
              </a:rPr>
              <a:t>journal</a:t>
            </a:r>
            <a:r>
              <a:rPr lang="en-US" dirty="0"/>
              <a:t> should you publish the data?</a:t>
            </a:r>
          </a:p>
          <a:p>
            <a:pPr marL="0" indent="0">
              <a:buNone/>
            </a:pPr>
            <a:r>
              <a:rPr lang="en-US" dirty="0"/>
              <a:t>Which </a:t>
            </a:r>
            <a:r>
              <a:rPr lang="en-US" dirty="0">
                <a:solidFill>
                  <a:schemeClr val="accent1">
                    <a:alpha val="85000"/>
                  </a:schemeClr>
                </a:solidFill>
              </a:rPr>
              <a:t>repository</a:t>
            </a:r>
            <a:r>
              <a:rPr lang="en-US" dirty="0"/>
              <a:t> should you use?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33829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6BD8-6641-A925-09BB-2BE57E6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you submit!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F10A-2057-3EFF-5703-833260ABE3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Different repositories have different rules:</a:t>
            </a:r>
          </a:p>
          <a:p>
            <a:r>
              <a:rPr lang="en-US" dirty="0"/>
              <a:t>What files are expected?</a:t>
            </a:r>
          </a:p>
          <a:p>
            <a:r>
              <a:rPr lang="en-US" dirty="0"/>
              <a:t>What metadata is expected?</a:t>
            </a:r>
          </a:p>
          <a:p>
            <a:r>
              <a:rPr lang="en-US" dirty="0"/>
              <a:t>Can ontologies and controlled vocabularies be used?</a:t>
            </a:r>
          </a:p>
          <a:p>
            <a:r>
              <a:rPr lang="en-US" dirty="0"/>
              <a:t>Are costs involved?</a:t>
            </a:r>
          </a:p>
          <a:p>
            <a:r>
              <a:rPr lang="en-US" dirty="0"/>
              <a:t>Is there a license requirement (or is it implicit)?</a:t>
            </a:r>
            <a:endParaRPr lang="en-B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74DE0D-61ED-EB1D-9DF1-F744BF77A8AB}"/>
              </a:ext>
            </a:extLst>
          </p:cNvPr>
          <p:cNvGrpSpPr>
            <a:grpSpLocks noChangeAspect="1"/>
          </p:cNvGrpSpPr>
          <p:nvPr/>
        </p:nvGrpSpPr>
        <p:grpSpPr>
          <a:xfrm>
            <a:off x="9132405" y="2775352"/>
            <a:ext cx="3059595" cy="4082648"/>
            <a:chOff x="2036644" y="1597167"/>
            <a:chExt cx="758791" cy="1012512"/>
          </a:xfrm>
          <a:solidFill>
            <a:srgbClr val="E97438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86900F5-C7D9-2726-E099-A8990D0420C8}"/>
                </a:ext>
              </a:extLst>
            </p:cNvPr>
            <p:cNvSpPr/>
            <p:nvPr/>
          </p:nvSpPr>
          <p:spPr>
            <a:xfrm>
              <a:off x="2173451" y="2508422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F2109B4-BF31-87AB-7930-E411C1C25658}"/>
                </a:ext>
              </a:extLst>
            </p:cNvPr>
            <p:cNvSpPr/>
            <p:nvPr/>
          </p:nvSpPr>
          <p:spPr>
            <a:xfrm>
              <a:off x="2082974" y="2407165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AEBB7E8-D079-9BB3-7375-9454378013ED}"/>
                </a:ext>
              </a:extLst>
            </p:cNvPr>
            <p:cNvSpPr/>
            <p:nvPr/>
          </p:nvSpPr>
          <p:spPr>
            <a:xfrm>
              <a:off x="2125582" y="2305907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2 w 592402"/>
                <a:gd name="connsiteY1" fmla="*/ 0 h 101257"/>
                <a:gd name="connsiteX2" fmla="*/ 592402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2" y="0"/>
                  </a:lnTo>
                  <a:lnTo>
                    <a:pt x="592402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15F871-7C88-E55F-EEED-DD57D3AE33D0}"/>
                </a:ext>
              </a:extLst>
            </p:cNvPr>
            <p:cNvSpPr/>
            <p:nvPr/>
          </p:nvSpPr>
          <p:spPr>
            <a:xfrm>
              <a:off x="2036644" y="2204649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2 w 592402"/>
                <a:gd name="connsiteY1" fmla="*/ 0 h 101257"/>
                <a:gd name="connsiteX2" fmla="*/ 592402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2" y="0"/>
                  </a:lnTo>
                  <a:lnTo>
                    <a:pt x="592402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7296968-75B4-696F-872C-87E904390838}"/>
                </a:ext>
              </a:extLst>
            </p:cNvPr>
            <p:cNvSpPr/>
            <p:nvPr/>
          </p:nvSpPr>
          <p:spPr>
            <a:xfrm>
              <a:off x="2203033" y="2103391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01C44F1-450E-4904-B76E-0AF8C690702A}"/>
                </a:ext>
              </a:extLst>
            </p:cNvPr>
            <p:cNvSpPr/>
            <p:nvPr/>
          </p:nvSpPr>
          <p:spPr>
            <a:xfrm>
              <a:off x="2270282" y="1597167"/>
              <a:ext cx="506288" cy="506288"/>
            </a:xfrm>
            <a:custGeom>
              <a:avLst/>
              <a:gdLst>
                <a:gd name="connsiteX0" fmla="*/ 506289 w 506288"/>
                <a:gd name="connsiteY0" fmla="*/ 253145 h 506288"/>
                <a:gd name="connsiteX1" fmla="*/ 253145 w 506288"/>
                <a:gd name="connsiteY1" fmla="*/ 506289 h 506288"/>
                <a:gd name="connsiteX2" fmla="*/ 1 w 506288"/>
                <a:gd name="connsiteY2" fmla="*/ 253145 h 506288"/>
                <a:gd name="connsiteX3" fmla="*/ 253145 w 506288"/>
                <a:gd name="connsiteY3" fmla="*/ 0 h 506288"/>
                <a:gd name="connsiteX4" fmla="*/ 506289 w 506288"/>
                <a:gd name="connsiteY4" fmla="*/ 253145 h 50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88" h="506288">
                  <a:moveTo>
                    <a:pt x="506289" y="253145"/>
                  </a:moveTo>
                  <a:cubicBezTo>
                    <a:pt x="506289" y="392953"/>
                    <a:pt x="392952" y="506289"/>
                    <a:pt x="253145" y="506289"/>
                  </a:cubicBezTo>
                  <a:cubicBezTo>
                    <a:pt x="113337" y="506289"/>
                    <a:pt x="1" y="392953"/>
                    <a:pt x="1" y="253145"/>
                  </a:cubicBezTo>
                  <a:cubicBezTo>
                    <a:pt x="1" y="113337"/>
                    <a:pt x="113337" y="0"/>
                    <a:pt x="253145" y="0"/>
                  </a:cubicBezTo>
                  <a:cubicBezTo>
                    <a:pt x="392952" y="0"/>
                    <a:pt x="506289" y="113337"/>
                    <a:pt x="506289" y="253145"/>
                  </a:cubicBez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7E5E4C4-6147-CA37-8908-4358124023A5}"/>
                </a:ext>
              </a:extLst>
            </p:cNvPr>
            <p:cNvSpPr/>
            <p:nvPr/>
          </p:nvSpPr>
          <p:spPr>
            <a:xfrm>
              <a:off x="2323541" y="1650426"/>
              <a:ext cx="399769" cy="399769"/>
            </a:xfrm>
            <a:custGeom>
              <a:avLst/>
              <a:gdLst>
                <a:gd name="connsiteX0" fmla="*/ 399769 w 399769"/>
                <a:gd name="connsiteY0" fmla="*/ 199885 h 399769"/>
                <a:gd name="connsiteX1" fmla="*/ 199884 w 399769"/>
                <a:gd name="connsiteY1" fmla="*/ 399770 h 399769"/>
                <a:gd name="connsiteX2" fmla="*/ -1 w 399769"/>
                <a:gd name="connsiteY2" fmla="*/ 199885 h 399769"/>
                <a:gd name="connsiteX3" fmla="*/ 199884 w 399769"/>
                <a:gd name="connsiteY3" fmla="*/ 0 h 399769"/>
                <a:gd name="connsiteX4" fmla="*/ 399769 w 399769"/>
                <a:gd name="connsiteY4" fmla="*/ 199885 h 3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769" h="399769">
                  <a:moveTo>
                    <a:pt x="399769" y="199885"/>
                  </a:moveTo>
                  <a:cubicBezTo>
                    <a:pt x="399769" y="310278"/>
                    <a:pt x="310278" y="399770"/>
                    <a:pt x="199884" y="399770"/>
                  </a:cubicBezTo>
                  <a:cubicBezTo>
                    <a:pt x="89491" y="399770"/>
                    <a:pt x="-1" y="310278"/>
                    <a:pt x="-1" y="199885"/>
                  </a:cubicBezTo>
                  <a:cubicBezTo>
                    <a:pt x="-1" y="89492"/>
                    <a:pt x="89491" y="0"/>
                    <a:pt x="199884" y="0"/>
                  </a:cubicBezTo>
                  <a:cubicBezTo>
                    <a:pt x="310277" y="0"/>
                    <a:pt x="399769" y="89492"/>
                    <a:pt x="399769" y="199885"/>
                  </a:cubicBez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666ACCC-D24A-E9E4-3EE9-FB623E0A55A9}"/>
                </a:ext>
              </a:extLst>
            </p:cNvPr>
            <p:cNvSpPr/>
            <p:nvPr/>
          </p:nvSpPr>
          <p:spPr>
            <a:xfrm>
              <a:off x="2256935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8606D8-375E-E122-80FD-50961A4FC59D}"/>
                </a:ext>
              </a:extLst>
            </p:cNvPr>
            <p:cNvSpPr/>
            <p:nvPr/>
          </p:nvSpPr>
          <p:spPr>
            <a:xfrm>
              <a:off x="2310772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38FDB1-7916-CAA4-E065-07D06278C32C}"/>
                </a:ext>
              </a:extLst>
            </p:cNvPr>
            <p:cNvSpPr/>
            <p:nvPr/>
          </p:nvSpPr>
          <p:spPr>
            <a:xfrm>
              <a:off x="2364609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DF10A3-13C7-1EBB-5970-1DECE82D2E54}"/>
                </a:ext>
              </a:extLst>
            </p:cNvPr>
            <p:cNvSpPr/>
            <p:nvPr/>
          </p:nvSpPr>
          <p:spPr>
            <a:xfrm>
              <a:off x="2418511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ACA8A3-88D5-2BCC-A327-9AE9188EF122}"/>
                </a:ext>
              </a:extLst>
            </p:cNvPr>
            <p:cNvSpPr/>
            <p:nvPr/>
          </p:nvSpPr>
          <p:spPr>
            <a:xfrm>
              <a:off x="2472348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DBE940-1920-0579-CBA6-16C7EDCC9201}"/>
                </a:ext>
              </a:extLst>
            </p:cNvPr>
            <p:cNvSpPr/>
            <p:nvPr/>
          </p:nvSpPr>
          <p:spPr>
            <a:xfrm>
              <a:off x="2526185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81B40B8-8BC8-D3F6-9FED-DC9258918AAC}"/>
                </a:ext>
              </a:extLst>
            </p:cNvPr>
            <p:cNvSpPr/>
            <p:nvPr/>
          </p:nvSpPr>
          <p:spPr>
            <a:xfrm>
              <a:off x="2580023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B433EC-852F-0459-4073-28E967FF5B18}"/>
                </a:ext>
              </a:extLst>
            </p:cNvPr>
            <p:cNvSpPr/>
            <p:nvPr/>
          </p:nvSpPr>
          <p:spPr>
            <a:xfrm>
              <a:off x="2633924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C016AB-D53D-6B70-3E84-CDAAE20BEE67}"/>
                </a:ext>
              </a:extLst>
            </p:cNvPr>
            <p:cNvSpPr/>
            <p:nvPr/>
          </p:nvSpPr>
          <p:spPr>
            <a:xfrm>
              <a:off x="2687761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4D4C2A-1850-A815-32E2-D08101BA7C08}"/>
                </a:ext>
              </a:extLst>
            </p:cNvPr>
            <p:cNvSpPr/>
            <p:nvPr/>
          </p:nvSpPr>
          <p:spPr>
            <a:xfrm>
              <a:off x="2741599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2" name="Graphic 7">
              <a:extLst>
                <a:ext uri="{FF2B5EF4-FFF2-40B4-BE49-F238E27FC236}">
                  <a16:creationId xmlns:a16="http://schemas.microsoft.com/office/drawing/2014/main" id="{FA18A20B-D6FB-15DF-1A4D-A4D38A60C947}"/>
                </a:ext>
              </a:extLst>
            </p:cNvPr>
            <p:cNvGrpSpPr/>
            <p:nvPr/>
          </p:nvGrpSpPr>
          <p:grpSpPr>
            <a:xfrm>
              <a:off x="2090482" y="2224220"/>
              <a:ext cx="484728" cy="62115"/>
              <a:chOff x="7447546" y="6143612"/>
              <a:chExt cx="484728" cy="62115"/>
            </a:xfrm>
            <a:grpFill/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1AE3D63-F1CA-A6AE-E28D-69F075BB8F1B}"/>
                  </a:ext>
                </a:extLst>
              </p:cNvPr>
              <p:cNvSpPr/>
              <p:nvPr/>
            </p:nvSpPr>
            <p:spPr>
              <a:xfrm>
                <a:off x="7447546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03E4F2C-38B1-5B83-DC8B-3FE0AE7CD5EF}"/>
                  </a:ext>
                </a:extLst>
              </p:cNvPr>
              <p:cNvSpPr/>
              <p:nvPr/>
            </p:nvSpPr>
            <p:spPr>
              <a:xfrm>
                <a:off x="7501447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F6D4A55-714E-6A85-B0F0-8574B22F1B24}"/>
                  </a:ext>
                </a:extLst>
              </p:cNvPr>
              <p:cNvSpPr/>
              <p:nvPr/>
            </p:nvSpPr>
            <p:spPr>
              <a:xfrm>
                <a:off x="7555284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B274672-467C-BC54-2C52-2703937836DC}"/>
                  </a:ext>
                </a:extLst>
              </p:cNvPr>
              <p:cNvSpPr/>
              <p:nvPr/>
            </p:nvSpPr>
            <p:spPr>
              <a:xfrm>
                <a:off x="7609122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940DC9D-F5E1-86D7-F2A6-759EC36810B0}"/>
                  </a:ext>
                </a:extLst>
              </p:cNvPr>
              <p:cNvSpPr/>
              <p:nvPr/>
            </p:nvSpPr>
            <p:spPr>
              <a:xfrm>
                <a:off x="7663023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B38A016-1DD5-EB4C-251D-8ABF4D03606E}"/>
                  </a:ext>
                </a:extLst>
              </p:cNvPr>
              <p:cNvSpPr/>
              <p:nvPr/>
            </p:nvSpPr>
            <p:spPr>
              <a:xfrm>
                <a:off x="7716860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7D53155-C034-6F63-F94A-0B5373CC8D54}"/>
                  </a:ext>
                </a:extLst>
              </p:cNvPr>
              <p:cNvSpPr/>
              <p:nvPr/>
            </p:nvSpPr>
            <p:spPr>
              <a:xfrm>
                <a:off x="7770698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AFCA104-8B0C-1E27-3241-2C6311B1228B}"/>
                  </a:ext>
                </a:extLst>
              </p:cNvPr>
              <p:cNvSpPr/>
              <p:nvPr/>
            </p:nvSpPr>
            <p:spPr>
              <a:xfrm>
                <a:off x="7824599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D9132E3-2BD0-86A0-A63D-91AF1F83FB48}"/>
                  </a:ext>
                </a:extLst>
              </p:cNvPr>
              <p:cNvSpPr/>
              <p:nvPr/>
            </p:nvSpPr>
            <p:spPr>
              <a:xfrm>
                <a:off x="7878437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DBC1205E-9862-FA4A-EDA4-C5D088FFC3FD}"/>
                  </a:ext>
                </a:extLst>
              </p:cNvPr>
              <p:cNvSpPr/>
              <p:nvPr/>
            </p:nvSpPr>
            <p:spPr>
              <a:xfrm>
                <a:off x="7932274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24A81EE1-0ACA-9D07-1D3E-6A2177BF1FBC}"/>
                </a:ext>
              </a:extLst>
            </p:cNvPr>
            <p:cNvGrpSpPr/>
            <p:nvPr/>
          </p:nvGrpSpPr>
          <p:grpSpPr>
            <a:xfrm>
              <a:off x="2179483" y="2325478"/>
              <a:ext cx="484728" cy="62115"/>
              <a:chOff x="7536547" y="6244870"/>
              <a:chExt cx="484728" cy="62115"/>
            </a:xfrm>
            <a:grpFill/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B66DDB9-F407-3CE4-8FD3-85AC1A8D417F}"/>
                  </a:ext>
                </a:extLst>
              </p:cNvPr>
              <p:cNvSpPr/>
              <p:nvPr/>
            </p:nvSpPr>
            <p:spPr>
              <a:xfrm>
                <a:off x="7536547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2D6D755-798A-E3ED-89E1-934574D72F72}"/>
                  </a:ext>
                </a:extLst>
              </p:cNvPr>
              <p:cNvSpPr/>
              <p:nvPr/>
            </p:nvSpPr>
            <p:spPr>
              <a:xfrm>
                <a:off x="7590385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0382F38-CCA7-FCCA-FC3B-501E9C04D7AC}"/>
                  </a:ext>
                </a:extLst>
              </p:cNvPr>
              <p:cNvSpPr/>
              <p:nvPr/>
            </p:nvSpPr>
            <p:spPr>
              <a:xfrm>
                <a:off x="7644222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B44C524-586D-4769-D8AE-0C0D69731659}"/>
                  </a:ext>
                </a:extLst>
              </p:cNvPr>
              <p:cNvSpPr/>
              <p:nvPr/>
            </p:nvSpPr>
            <p:spPr>
              <a:xfrm>
                <a:off x="7698123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C4B4AFD-B2DB-34BB-392C-18C71EDB7313}"/>
                  </a:ext>
                </a:extLst>
              </p:cNvPr>
              <p:cNvSpPr/>
              <p:nvPr/>
            </p:nvSpPr>
            <p:spPr>
              <a:xfrm>
                <a:off x="7751961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CDBB9BA-FF33-36CA-5237-20C89E156531}"/>
                  </a:ext>
                </a:extLst>
              </p:cNvPr>
              <p:cNvSpPr/>
              <p:nvPr/>
            </p:nvSpPr>
            <p:spPr>
              <a:xfrm>
                <a:off x="7805798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7454EB7-6AC7-F1CF-AEE7-3D110BDD55CF}"/>
                  </a:ext>
                </a:extLst>
              </p:cNvPr>
              <p:cNvSpPr/>
              <p:nvPr/>
            </p:nvSpPr>
            <p:spPr>
              <a:xfrm>
                <a:off x="7859699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936767A-3050-BA14-6A13-CD2997D79F1B}"/>
                  </a:ext>
                </a:extLst>
              </p:cNvPr>
              <p:cNvSpPr/>
              <p:nvPr/>
            </p:nvSpPr>
            <p:spPr>
              <a:xfrm>
                <a:off x="7913537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A330670-5B66-CB51-CD32-B2C5D1C0E7A7}"/>
                  </a:ext>
                </a:extLst>
              </p:cNvPr>
              <p:cNvSpPr/>
              <p:nvPr/>
            </p:nvSpPr>
            <p:spPr>
              <a:xfrm>
                <a:off x="7967374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9521D12-1FFE-EA40-886D-402D7E326AE9}"/>
                  </a:ext>
                </a:extLst>
              </p:cNvPr>
              <p:cNvSpPr/>
              <p:nvPr/>
            </p:nvSpPr>
            <p:spPr>
              <a:xfrm>
                <a:off x="8021275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4" name="Graphic 7">
              <a:extLst>
                <a:ext uri="{FF2B5EF4-FFF2-40B4-BE49-F238E27FC236}">
                  <a16:creationId xmlns:a16="http://schemas.microsoft.com/office/drawing/2014/main" id="{AE102B2A-9473-B1B9-FCA4-B2B46D6B2F11}"/>
                </a:ext>
              </a:extLst>
            </p:cNvPr>
            <p:cNvGrpSpPr/>
            <p:nvPr/>
          </p:nvGrpSpPr>
          <p:grpSpPr>
            <a:xfrm>
              <a:off x="2136811" y="2426736"/>
              <a:ext cx="484728" cy="62115"/>
              <a:chOff x="7493875" y="6346128"/>
              <a:chExt cx="484728" cy="62115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6724B4F-B2A6-456D-1592-35942103E069}"/>
                  </a:ext>
                </a:extLst>
              </p:cNvPr>
              <p:cNvSpPr/>
              <p:nvPr/>
            </p:nvSpPr>
            <p:spPr>
              <a:xfrm>
                <a:off x="7493875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6C276E6-B171-02C5-FAE5-0F6CEA31BD72}"/>
                  </a:ext>
                </a:extLst>
              </p:cNvPr>
              <p:cNvSpPr/>
              <p:nvPr/>
            </p:nvSpPr>
            <p:spPr>
              <a:xfrm>
                <a:off x="7547713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FE97F22-477C-0803-5B95-5F736A6820BD}"/>
                  </a:ext>
                </a:extLst>
              </p:cNvPr>
              <p:cNvSpPr/>
              <p:nvPr/>
            </p:nvSpPr>
            <p:spPr>
              <a:xfrm>
                <a:off x="7601614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6846C7A-35A4-3529-8921-5BDA74ED8572}"/>
                  </a:ext>
                </a:extLst>
              </p:cNvPr>
              <p:cNvSpPr/>
              <p:nvPr/>
            </p:nvSpPr>
            <p:spPr>
              <a:xfrm>
                <a:off x="7655451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6E7B903-A50D-1F54-7AEE-5F61D7964A58}"/>
                  </a:ext>
                </a:extLst>
              </p:cNvPr>
              <p:cNvSpPr/>
              <p:nvPr/>
            </p:nvSpPr>
            <p:spPr>
              <a:xfrm>
                <a:off x="7709289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29376B0-4ED1-09EA-194F-4A68F62CFB88}"/>
                  </a:ext>
                </a:extLst>
              </p:cNvPr>
              <p:cNvSpPr/>
              <p:nvPr/>
            </p:nvSpPr>
            <p:spPr>
              <a:xfrm>
                <a:off x="7763190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34AC79F-5624-EB83-7D81-61780B5158B0}"/>
                  </a:ext>
                </a:extLst>
              </p:cNvPr>
              <p:cNvSpPr/>
              <p:nvPr/>
            </p:nvSpPr>
            <p:spPr>
              <a:xfrm>
                <a:off x="7817027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2906699-B07B-3CD3-B329-4113BEC8AB2D}"/>
                  </a:ext>
                </a:extLst>
              </p:cNvPr>
              <p:cNvSpPr/>
              <p:nvPr/>
            </p:nvSpPr>
            <p:spPr>
              <a:xfrm>
                <a:off x="7870865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9F81C75-4614-76CA-60E2-BD713FC55685}"/>
                  </a:ext>
                </a:extLst>
              </p:cNvPr>
              <p:cNvSpPr/>
              <p:nvPr/>
            </p:nvSpPr>
            <p:spPr>
              <a:xfrm>
                <a:off x="7924766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696C1D0-F52E-370C-508E-6C85E334A21B}"/>
                  </a:ext>
                </a:extLst>
              </p:cNvPr>
              <p:cNvSpPr/>
              <p:nvPr/>
            </p:nvSpPr>
            <p:spPr>
              <a:xfrm>
                <a:off x="7978603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5" name="Graphic 7">
              <a:extLst>
                <a:ext uri="{FF2B5EF4-FFF2-40B4-BE49-F238E27FC236}">
                  <a16:creationId xmlns:a16="http://schemas.microsoft.com/office/drawing/2014/main" id="{6B6D2B3D-4142-8523-0335-D773F844DB8C}"/>
                </a:ext>
              </a:extLst>
            </p:cNvPr>
            <p:cNvGrpSpPr/>
            <p:nvPr/>
          </p:nvGrpSpPr>
          <p:grpSpPr>
            <a:xfrm>
              <a:off x="2227289" y="2527994"/>
              <a:ext cx="484728" cy="62115"/>
              <a:chOff x="7584353" y="6447386"/>
              <a:chExt cx="484728" cy="62115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8BBE80F-0BD1-96EC-275F-8DA3045AA890}"/>
                  </a:ext>
                </a:extLst>
              </p:cNvPr>
              <p:cNvSpPr/>
              <p:nvPr/>
            </p:nvSpPr>
            <p:spPr>
              <a:xfrm>
                <a:off x="7584353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A5C08DF-F2F5-FBAD-20ED-34588DBF085D}"/>
                  </a:ext>
                </a:extLst>
              </p:cNvPr>
              <p:cNvSpPr/>
              <p:nvPr/>
            </p:nvSpPr>
            <p:spPr>
              <a:xfrm>
                <a:off x="7638254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5F86031-FA18-AD53-24B1-6389229E4F4E}"/>
                  </a:ext>
                </a:extLst>
              </p:cNvPr>
              <p:cNvSpPr/>
              <p:nvPr/>
            </p:nvSpPr>
            <p:spPr>
              <a:xfrm>
                <a:off x="7692091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898A28A-9F7E-C44F-4BB0-798C6FFBDE3E}"/>
                  </a:ext>
                </a:extLst>
              </p:cNvPr>
              <p:cNvSpPr/>
              <p:nvPr/>
            </p:nvSpPr>
            <p:spPr>
              <a:xfrm>
                <a:off x="7745929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42850D-00D9-FFC9-4C37-4D8F63F50B91}"/>
                  </a:ext>
                </a:extLst>
              </p:cNvPr>
              <p:cNvSpPr/>
              <p:nvPr/>
            </p:nvSpPr>
            <p:spPr>
              <a:xfrm>
                <a:off x="7799830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40092BB-7CBD-559F-BC6A-A4E34E925A04}"/>
                  </a:ext>
                </a:extLst>
              </p:cNvPr>
              <p:cNvSpPr/>
              <p:nvPr/>
            </p:nvSpPr>
            <p:spPr>
              <a:xfrm>
                <a:off x="7853668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9338191-25A8-1784-B519-167FC47ADF2D}"/>
                  </a:ext>
                </a:extLst>
              </p:cNvPr>
              <p:cNvSpPr/>
              <p:nvPr/>
            </p:nvSpPr>
            <p:spPr>
              <a:xfrm>
                <a:off x="7907505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46408DF-68D3-9DFD-85B9-3934C500C213}"/>
                  </a:ext>
                </a:extLst>
              </p:cNvPr>
              <p:cNvSpPr/>
              <p:nvPr/>
            </p:nvSpPr>
            <p:spPr>
              <a:xfrm>
                <a:off x="7961342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584C5FB-B939-41C9-A37D-3B6196FBD409}"/>
                  </a:ext>
                </a:extLst>
              </p:cNvPr>
              <p:cNvSpPr/>
              <p:nvPr/>
            </p:nvSpPr>
            <p:spPr>
              <a:xfrm>
                <a:off x="8015244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BF9D750-2A13-1CE8-1C0E-C9DE548C5674}"/>
                  </a:ext>
                </a:extLst>
              </p:cNvPr>
              <p:cNvSpPr/>
              <p:nvPr/>
            </p:nvSpPr>
            <p:spPr>
              <a:xfrm>
                <a:off x="8069081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C7975E4-60A3-2B7E-0C6E-1A7F8B860863}"/>
                </a:ext>
              </a:extLst>
            </p:cNvPr>
            <p:cNvSpPr/>
            <p:nvPr/>
          </p:nvSpPr>
          <p:spPr>
            <a:xfrm>
              <a:off x="2403429" y="1730336"/>
              <a:ext cx="214388" cy="240036"/>
            </a:xfrm>
            <a:custGeom>
              <a:avLst/>
              <a:gdLst>
                <a:gd name="connsiteX0" fmla="*/ 168637 w 214388"/>
                <a:gd name="connsiteY0" fmla="*/ 10375 h 240036"/>
                <a:gd name="connsiteX1" fmla="*/ 90993 w 214388"/>
                <a:gd name="connsiteY1" fmla="*/ 3573 h 240036"/>
                <a:gd name="connsiteX2" fmla="*/ 3596 w 214388"/>
                <a:gd name="connsiteY2" fmla="*/ 149043 h 240036"/>
                <a:gd name="connsiteX3" fmla="*/ 149065 w 214388"/>
                <a:gd name="connsiteY3" fmla="*/ 236440 h 240036"/>
                <a:gd name="connsiteX4" fmla="*/ 214389 w 214388"/>
                <a:gd name="connsiteY4" fmla="*/ 193897 h 24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88" h="240036">
                  <a:moveTo>
                    <a:pt x="168637" y="10375"/>
                  </a:moveTo>
                  <a:cubicBezTo>
                    <a:pt x="145022" y="-84"/>
                    <a:pt x="117944" y="-3164"/>
                    <a:pt x="90993" y="3573"/>
                  </a:cubicBezTo>
                  <a:cubicBezTo>
                    <a:pt x="26696" y="19615"/>
                    <a:pt x="-12446" y="84746"/>
                    <a:pt x="3596" y="149043"/>
                  </a:cubicBezTo>
                  <a:cubicBezTo>
                    <a:pt x="19638" y="213340"/>
                    <a:pt x="84768" y="252482"/>
                    <a:pt x="149065" y="236440"/>
                  </a:cubicBezTo>
                  <a:cubicBezTo>
                    <a:pt x="176080" y="229703"/>
                    <a:pt x="198539" y="214238"/>
                    <a:pt x="214389" y="193897"/>
                  </a:cubicBez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7" name="Graphic 7">
              <a:extLst>
                <a:ext uri="{FF2B5EF4-FFF2-40B4-BE49-F238E27FC236}">
                  <a16:creationId xmlns:a16="http://schemas.microsoft.com/office/drawing/2014/main" id="{C79F7590-96A8-2B9D-1970-D4D23C603864}"/>
                </a:ext>
              </a:extLst>
            </p:cNvPr>
            <p:cNvGrpSpPr/>
            <p:nvPr/>
          </p:nvGrpSpPr>
          <p:grpSpPr>
            <a:xfrm>
              <a:off x="2383539" y="1817585"/>
              <a:ext cx="189104" cy="88039"/>
              <a:chOff x="7740603" y="5736977"/>
              <a:chExt cx="189104" cy="88039"/>
            </a:xfrm>
            <a:grp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96A48AF-8F52-D626-2F34-56C7A52D403B}"/>
                  </a:ext>
                </a:extLst>
              </p:cNvPr>
              <p:cNvSpPr/>
              <p:nvPr/>
            </p:nvSpPr>
            <p:spPr>
              <a:xfrm>
                <a:off x="7740603" y="5736977"/>
                <a:ext cx="178195" cy="44468"/>
              </a:xfrm>
              <a:custGeom>
                <a:avLst/>
                <a:gdLst>
                  <a:gd name="connsiteX0" fmla="*/ 0 w 178195"/>
                  <a:gd name="connsiteY0" fmla="*/ 44469 h 44468"/>
                  <a:gd name="connsiteX1" fmla="*/ 178196 w 178195"/>
                  <a:gd name="connsiteY1" fmla="*/ 0 h 44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8195" h="44468">
                    <a:moveTo>
                      <a:pt x="0" y="44469"/>
                    </a:moveTo>
                    <a:lnTo>
                      <a:pt x="178196" y="0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7FEA6EC-7CA8-ACA6-669D-7436EC71BABC}"/>
                  </a:ext>
                </a:extLst>
              </p:cNvPr>
              <p:cNvSpPr/>
              <p:nvPr/>
            </p:nvSpPr>
            <p:spPr>
              <a:xfrm>
                <a:off x="7751511" y="5780548"/>
                <a:ext cx="178195" cy="44468"/>
              </a:xfrm>
              <a:custGeom>
                <a:avLst/>
                <a:gdLst>
                  <a:gd name="connsiteX0" fmla="*/ 0 w 178195"/>
                  <a:gd name="connsiteY0" fmla="*/ 44469 h 44468"/>
                  <a:gd name="connsiteX1" fmla="*/ 178196 w 178195"/>
                  <a:gd name="connsiteY1" fmla="*/ 0 h 44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8195" h="44468">
                    <a:moveTo>
                      <a:pt x="0" y="44469"/>
                    </a:moveTo>
                    <a:lnTo>
                      <a:pt x="178196" y="0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88188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922A-A790-2F06-419F-F30740EE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03FC-2BDF-13B0-ABD0-787040F7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you submit!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049A-9C89-9C3E-3C44-7833B1190F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Different repositories have different rules:</a:t>
            </a:r>
          </a:p>
          <a:p>
            <a:r>
              <a:rPr lang="en-US" dirty="0"/>
              <a:t>What files are expected?</a:t>
            </a:r>
          </a:p>
          <a:p>
            <a:r>
              <a:rPr lang="en-US" dirty="0"/>
              <a:t>What </a:t>
            </a:r>
            <a:r>
              <a:rPr lang="en-US" dirty="0">
                <a:solidFill>
                  <a:schemeClr val="accent2">
                    <a:alpha val="85000"/>
                  </a:schemeClr>
                </a:solidFill>
              </a:rPr>
              <a:t>metadata</a:t>
            </a:r>
            <a:r>
              <a:rPr lang="en-US" dirty="0"/>
              <a:t> is expected?</a:t>
            </a:r>
          </a:p>
          <a:p>
            <a:r>
              <a:rPr lang="en-US" dirty="0"/>
              <a:t>Can ontologies and controlled vocabularies be used?</a:t>
            </a:r>
          </a:p>
          <a:p>
            <a:r>
              <a:rPr lang="en-US" dirty="0"/>
              <a:t>Are costs involved?</a:t>
            </a:r>
          </a:p>
          <a:p>
            <a:r>
              <a:rPr lang="en-US" dirty="0"/>
              <a:t>Is there a </a:t>
            </a:r>
            <a:r>
              <a:rPr lang="en-US" dirty="0">
                <a:solidFill>
                  <a:schemeClr val="accent2">
                    <a:alpha val="85000"/>
                  </a:schemeClr>
                </a:solidFill>
              </a:rPr>
              <a:t>license</a:t>
            </a:r>
            <a:r>
              <a:rPr lang="en-US" dirty="0"/>
              <a:t> requirement (or is it implicit)?</a:t>
            </a:r>
            <a:endParaRPr lang="en-B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ECACB7-95C0-C845-BD8B-D9E6EE3492D9}"/>
              </a:ext>
            </a:extLst>
          </p:cNvPr>
          <p:cNvGrpSpPr>
            <a:grpSpLocks noChangeAspect="1"/>
          </p:cNvGrpSpPr>
          <p:nvPr/>
        </p:nvGrpSpPr>
        <p:grpSpPr>
          <a:xfrm>
            <a:off x="9132405" y="2775352"/>
            <a:ext cx="3059595" cy="4082648"/>
            <a:chOff x="2036644" y="1597167"/>
            <a:chExt cx="758791" cy="1012512"/>
          </a:xfrm>
          <a:solidFill>
            <a:srgbClr val="E97438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41EC6FD-A6F4-7A98-91F7-5C99FE12407F}"/>
                </a:ext>
              </a:extLst>
            </p:cNvPr>
            <p:cNvSpPr/>
            <p:nvPr/>
          </p:nvSpPr>
          <p:spPr>
            <a:xfrm>
              <a:off x="2173451" y="2508422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86EE396-87D4-A37B-74A4-5E665AD75441}"/>
                </a:ext>
              </a:extLst>
            </p:cNvPr>
            <p:cNvSpPr/>
            <p:nvPr/>
          </p:nvSpPr>
          <p:spPr>
            <a:xfrm>
              <a:off x="2082974" y="2407165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3D01AB1-7D6A-E99C-6A5F-08BAFB3A682F}"/>
                </a:ext>
              </a:extLst>
            </p:cNvPr>
            <p:cNvSpPr/>
            <p:nvPr/>
          </p:nvSpPr>
          <p:spPr>
            <a:xfrm>
              <a:off x="2125582" y="2305907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2 w 592402"/>
                <a:gd name="connsiteY1" fmla="*/ 0 h 101257"/>
                <a:gd name="connsiteX2" fmla="*/ 592402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2" y="0"/>
                  </a:lnTo>
                  <a:lnTo>
                    <a:pt x="592402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A7BA6F8-871C-4F40-D595-21E3CBC98DE6}"/>
                </a:ext>
              </a:extLst>
            </p:cNvPr>
            <p:cNvSpPr/>
            <p:nvPr/>
          </p:nvSpPr>
          <p:spPr>
            <a:xfrm>
              <a:off x="2036644" y="2204649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2 w 592402"/>
                <a:gd name="connsiteY1" fmla="*/ 0 h 101257"/>
                <a:gd name="connsiteX2" fmla="*/ 592402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2" y="0"/>
                  </a:lnTo>
                  <a:lnTo>
                    <a:pt x="592402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850999B-D78D-6A1D-8CE6-1704CD2D4440}"/>
                </a:ext>
              </a:extLst>
            </p:cNvPr>
            <p:cNvSpPr/>
            <p:nvPr/>
          </p:nvSpPr>
          <p:spPr>
            <a:xfrm>
              <a:off x="2203033" y="2103391"/>
              <a:ext cx="592402" cy="101257"/>
            </a:xfrm>
            <a:custGeom>
              <a:avLst/>
              <a:gdLst>
                <a:gd name="connsiteX0" fmla="*/ 0 w 592402"/>
                <a:gd name="connsiteY0" fmla="*/ 0 h 101257"/>
                <a:gd name="connsiteX1" fmla="*/ 592403 w 592402"/>
                <a:gd name="connsiteY1" fmla="*/ 0 h 101257"/>
                <a:gd name="connsiteX2" fmla="*/ 592403 w 592402"/>
                <a:gd name="connsiteY2" fmla="*/ 101258 h 101257"/>
                <a:gd name="connsiteX3" fmla="*/ 0 w 592402"/>
                <a:gd name="connsiteY3" fmla="*/ 101258 h 1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402" h="101257">
                  <a:moveTo>
                    <a:pt x="0" y="0"/>
                  </a:moveTo>
                  <a:lnTo>
                    <a:pt x="592403" y="0"/>
                  </a:lnTo>
                  <a:lnTo>
                    <a:pt x="592403" y="101258"/>
                  </a:lnTo>
                  <a:lnTo>
                    <a:pt x="0" y="101258"/>
                  </a:ln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959820-DD22-3911-4A57-E40E63ED362D}"/>
                </a:ext>
              </a:extLst>
            </p:cNvPr>
            <p:cNvSpPr/>
            <p:nvPr/>
          </p:nvSpPr>
          <p:spPr>
            <a:xfrm>
              <a:off x="2270282" y="1597167"/>
              <a:ext cx="506288" cy="506288"/>
            </a:xfrm>
            <a:custGeom>
              <a:avLst/>
              <a:gdLst>
                <a:gd name="connsiteX0" fmla="*/ 506289 w 506288"/>
                <a:gd name="connsiteY0" fmla="*/ 253145 h 506288"/>
                <a:gd name="connsiteX1" fmla="*/ 253145 w 506288"/>
                <a:gd name="connsiteY1" fmla="*/ 506289 h 506288"/>
                <a:gd name="connsiteX2" fmla="*/ 1 w 506288"/>
                <a:gd name="connsiteY2" fmla="*/ 253145 h 506288"/>
                <a:gd name="connsiteX3" fmla="*/ 253145 w 506288"/>
                <a:gd name="connsiteY3" fmla="*/ 0 h 506288"/>
                <a:gd name="connsiteX4" fmla="*/ 506289 w 506288"/>
                <a:gd name="connsiteY4" fmla="*/ 253145 h 506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88" h="506288">
                  <a:moveTo>
                    <a:pt x="506289" y="253145"/>
                  </a:moveTo>
                  <a:cubicBezTo>
                    <a:pt x="506289" y="392953"/>
                    <a:pt x="392952" y="506289"/>
                    <a:pt x="253145" y="506289"/>
                  </a:cubicBezTo>
                  <a:cubicBezTo>
                    <a:pt x="113337" y="506289"/>
                    <a:pt x="1" y="392953"/>
                    <a:pt x="1" y="253145"/>
                  </a:cubicBezTo>
                  <a:cubicBezTo>
                    <a:pt x="1" y="113337"/>
                    <a:pt x="113337" y="0"/>
                    <a:pt x="253145" y="0"/>
                  </a:cubicBezTo>
                  <a:cubicBezTo>
                    <a:pt x="392952" y="0"/>
                    <a:pt x="506289" y="113337"/>
                    <a:pt x="506289" y="253145"/>
                  </a:cubicBez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F63228-D8A0-679D-8E0F-25730D7F42E8}"/>
                </a:ext>
              </a:extLst>
            </p:cNvPr>
            <p:cNvSpPr/>
            <p:nvPr/>
          </p:nvSpPr>
          <p:spPr>
            <a:xfrm>
              <a:off x="2323541" y="1650426"/>
              <a:ext cx="399769" cy="399769"/>
            </a:xfrm>
            <a:custGeom>
              <a:avLst/>
              <a:gdLst>
                <a:gd name="connsiteX0" fmla="*/ 399769 w 399769"/>
                <a:gd name="connsiteY0" fmla="*/ 199885 h 399769"/>
                <a:gd name="connsiteX1" fmla="*/ 199884 w 399769"/>
                <a:gd name="connsiteY1" fmla="*/ 399770 h 399769"/>
                <a:gd name="connsiteX2" fmla="*/ -1 w 399769"/>
                <a:gd name="connsiteY2" fmla="*/ 199885 h 399769"/>
                <a:gd name="connsiteX3" fmla="*/ 199884 w 399769"/>
                <a:gd name="connsiteY3" fmla="*/ 0 h 399769"/>
                <a:gd name="connsiteX4" fmla="*/ 399769 w 399769"/>
                <a:gd name="connsiteY4" fmla="*/ 199885 h 3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769" h="399769">
                  <a:moveTo>
                    <a:pt x="399769" y="199885"/>
                  </a:moveTo>
                  <a:cubicBezTo>
                    <a:pt x="399769" y="310278"/>
                    <a:pt x="310278" y="399770"/>
                    <a:pt x="199884" y="399770"/>
                  </a:cubicBezTo>
                  <a:cubicBezTo>
                    <a:pt x="89491" y="399770"/>
                    <a:pt x="-1" y="310278"/>
                    <a:pt x="-1" y="199885"/>
                  </a:cubicBezTo>
                  <a:cubicBezTo>
                    <a:pt x="-1" y="89492"/>
                    <a:pt x="89491" y="0"/>
                    <a:pt x="199884" y="0"/>
                  </a:cubicBezTo>
                  <a:cubicBezTo>
                    <a:pt x="310277" y="0"/>
                    <a:pt x="399769" y="89492"/>
                    <a:pt x="399769" y="199885"/>
                  </a:cubicBezTo>
                  <a:close/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D0082D6-03E0-CE8A-E301-115197CB52FB}"/>
                </a:ext>
              </a:extLst>
            </p:cNvPr>
            <p:cNvSpPr/>
            <p:nvPr/>
          </p:nvSpPr>
          <p:spPr>
            <a:xfrm>
              <a:off x="2256935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BBC1C4F-4C75-6D07-0117-D12F2086ADFC}"/>
                </a:ext>
              </a:extLst>
            </p:cNvPr>
            <p:cNvSpPr/>
            <p:nvPr/>
          </p:nvSpPr>
          <p:spPr>
            <a:xfrm>
              <a:off x="2310772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87E150-5087-A0F3-F13A-AF4C779DA2A4}"/>
                </a:ext>
              </a:extLst>
            </p:cNvPr>
            <p:cNvSpPr/>
            <p:nvPr/>
          </p:nvSpPr>
          <p:spPr>
            <a:xfrm>
              <a:off x="2364609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F2F838-F775-B78F-3F1E-551EDF9A0C21}"/>
                </a:ext>
              </a:extLst>
            </p:cNvPr>
            <p:cNvSpPr/>
            <p:nvPr/>
          </p:nvSpPr>
          <p:spPr>
            <a:xfrm>
              <a:off x="2418511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04E58F-BD8F-BC44-DAE4-086AFC2801AF}"/>
                </a:ext>
              </a:extLst>
            </p:cNvPr>
            <p:cNvSpPr/>
            <p:nvPr/>
          </p:nvSpPr>
          <p:spPr>
            <a:xfrm>
              <a:off x="2472348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BB1AF5-C83C-0E99-B71A-42782B23A929}"/>
                </a:ext>
              </a:extLst>
            </p:cNvPr>
            <p:cNvSpPr/>
            <p:nvPr/>
          </p:nvSpPr>
          <p:spPr>
            <a:xfrm>
              <a:off x="2526185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B26D147-464E-B4CD-05FB-42E446323C0E}"/>
                </a:ext>
              </a:extLst>
            </p:cNvPr>
            <p:cNvSpPr/>
            <p:nvPr/>
          </p:nvSpPr>
          <p:spPr>
            <a:xfrm>
              <a:off x="2580023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DB90D8C-A36D-76CD-1FF2-2C3A51EED5E0}"/>
                </a:ext>
              </a:extLst>
            </p:cNvPr>
            <p:cNvSpPr/>
            <p:nvPr/>
          </p:nvSpPr>
          <p:spPr>
            <a:xfrm>
              <a:off x="2633924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4F9B527-7EE2-D96F-E132-F89C24D5B61A}"/>
                </a:ext>
              </a:extLst>
            </p:cNvPr>
            <p:cNvSpPr/>
            <p:nvPr/>
          </p:nvSpPr>
          <p:spPr>
            <a:xfrm>
              <a:off x="2687761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353BD7D-B4B0-7914-8324-5DBAE759B86C}"/>
                </a:ext>
              </a:extLst>
            </p:cNvPr>
            <p:cNvSpPr/>
            <p:nvPr/>
          </p:nvSpPr>
          <p:spPr>
            <a:xfrm>
              <a:off x="2741599" y="2122963"/>
              <a:ext cx="6416" cy="62179"/>
            </a:xfrm>
            <a:custGeom>
              <a:avLst/>
              <a:gdLst>
                <a:gd name="connsiteX0" fmla="*/ 0 w 6416"/>
                <a:gd name="connsiteY0" fmla="*/ 0 h 62179"/>
                <a:gd name="connsiteX1" fmla="*/ 0 w 6416"/>
                <a:gd name="connsiteY1" fmla="*/ 62179 h 62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62179">
                  <a:moveTo>
                    <a:pt x="0" y="0"/>
                  </a:moveTo>
                  <a:lnTo>
                    <a:pt x="0" y="62179"/>
                  </a:ln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2" name="Graphic 7">
              <a:extLst>
                <a:ext uri="{FF2B5EF4-FFF2-40B4-BE49-F238E27FC236}">
                  <a16:creationId xmlns:a16="http://schemas.microsoft.com/office/drawing/2014/main" id="{47E87AFB-D112-E2ED-EAEC-DD1D2A42E4B6}"/>
                </a:ext>
              </a:extLst>
            </p:cNvPr>
            <p:cNvGrpSpPr/>
            <p:nvPr/>
          </p:nvGrpSpPr>
          <p:grpSpPr>
            <a:xfrm>
              <a:off x="2090482" y="2224220"/>
              <a:ext cx="484728" cy="62115"/>
              <a:chOff x="7447546" y="6143612"/>
              <a:chExt cx="484728" cy="62115"/>
            </a:xfrm>
            <a:grpFill/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59A64DD-2D13-3A3E-C582-577FB2943990}"/>
                  </a:ext>
                </a:extLst>
              </p:cNvPr>
              <p:cNvSpPr/>
              <p:nvPr/>
            </p:nvSpPr>
            <p:spPr>
              <a:xfrm>
                <a:off x="7447546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53F932B-833A-CACD-4CC1-58E2641B810D}"/>
                  </a:ext>
                </a:extLst>
              </p:cNvPr>
              <p:cNvSpPr/>
              <p:nvPr/>
            </p:nvSpPr>
            <p:spPr>
              <a:xfrm>
                <a:off x="7501447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0EF5A9A-14D8-B7A1-906E-CDD6DAD321F9}"/>
                  </a:ext>
                </a:extLst>
              </p:cNvPr>
              <p:cNvSpPr/>
              <p:nvPr/>
            </p:nvSpPr>
            <p:spPr>
              <a:xfrm>
                <a:off x="7555284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EFA2794-F255-77F0-12CB-7E81E5465645}"/>
                  </a:ext>
                </a:extLst>
              </p:cNvPr>
              <p:cNvSpPr/>
              <p:nvPr/>
            </p:nvSpPr>
            <p:spPr>
              <a:xfrm>
                <a:off x="7609122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8EB4613-271C-5AAA-B725-05167742307A}"/>
                  </a:ext>
                </a:extLst>
              </p:cNvPr>
              <p:cNvSpPr/>
              <p:nvPr/>
            </p:nvSpPr>
            <p:spPr>
              <a:xfrm>
                <a:off x="7663023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283D823-4CDB-6669-804C-03E982474306}"/>
                  </a:ext>
                </a:extLst>
              </p:cNvPr>
              <p:cNvSpPr/>
              <p:nvPr/>
            </p:nvSpPr>
            <p:spPr>
              <a:xfrm>
                <a:off x="7716860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FC7C3EC-8233-6C5C-A95E-DC9135F93EFD}"/>
                  </a:ext>
                </a:extLst>
              </p:cNvPr>
              <p:cNvSpPr/>
              <p:nvPr/>
            </p:nvSpPr>
            <p:spPr>
              <a:xfrm>
                <a:off x="7770698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2C6E065-B6BF-CDA7-B2D9-22FCBF67C104}"/>
                  </a:ext>
                </a:extLst>
              </p:cNvPr>
              <p:cNvSpPr/>
              <p:nvPr/>
            </p:nvSpPr>
            <p:spPr>
              <a:xfrm>
                <a:off x="7824599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DA6A8E5-CA51-36E4-4585-FE886DC6C1FC}"/>
                  </a:ext>
                </a:extLst>
              </p:cNvPr>
              <p:cNvSpPr/>
              <p:nvPr/>
            </p:nvSpPr>
            <p:spPr>
              <a:xfrm>
                <a:off x="7878437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A31A3CC-F23C-E3B1-1A1A-F2B83163A2CC}"/>
                  </a:ext>
                </a:extLst>
              </p:cNvPr>
              <p:cNvSpPr/>
              <p:nvPr/>
            </p:nvSpPr>
            <p:spPr>
              <a:xfrm>
                <a:off x="7932274" y="6143612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90F8419A-856D-37BA-0EDC-FB34D105D931}"/>
                </a:ext>
              </a:extLst>
            </p:cNvPr>
            <p:cNvGrpSpPr/>
            <p:nvPr/>
          </p:nvGrpSpPr>
          <p:grpSpPr>
            <a:xfrm>
              <a:off x="2179483" y="2325478"/>
              <a:ext cx="484728" cy="62115"/>
              <a:chOff x="7536547" y="6244870"/>
              <a:chExt cx="484728" cy="62115"/>
            </a:xfrm>
            <a:grpFill/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58C48C4-B414-BC11-03D9-3AECE1FDBD56}"/>
                  </a:ext>
                </a:extLst>
              </p:cNvPr>
              <p:cNvSpPr/>
              <p:nvPr/>
            </p:nvSpPr>
            <p:spPr>
              <a:xfrm>
                <a:off x="7536547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B1C566F-554E-9F15-FF34-A4579730B85B}"/>
                  </a:ext>
                </a:extLst>
              </p:cNvPr>
              <p:cNvSpPr/>
              <p:nvPr/>
            </p:nvSpPr>
            <p:spPr>
              <a:xfrm>
                <a:off x="7590385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BC2A856-629D-87D9-119E-C7E4D923FA30}"/>
                  </a:ext>
                </a:extLst>
              </p:cNvPr>
              <p:cNvSpPr/>
              <p:nvPr/>
            </p:nvSpPr>
            <p:spPr>
              <a:xfrm>
                <a:off x="7644222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7D696EC-B484-4768-62CE-AE8237FF534B}"/>
                  </a:ext>
                </a:extLst>
              </p:cNvPr>
              <p:cNvSpPr/>
              <p:nvPr/>
            </p:nvSpPr>
            <p:spPr>
              <a:xfrm>
                <a:off x="7698123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B28B8B0-7113-BBDB-5CE7-872499E2293B}"/>
                  </a:ext>
                </a:extLst>
              </p:cNvPr>
              <p:cNvSpPr/>
              <p:nvPr/>
            </p:nvSpPr>
            <p:spPr>
              <a:xfrm>
                <a:off x="7751961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24C42C1-13DE-5724-FA40-5E6DF82330A0}"/>
                  </a:ext>
                </a:extLst>
              </p:cNvPr>
              <p:cNvSpPr/>
              <p:nvPr/>
            </p:nvSpPr>
            <p:spPr>
              <a:xfrm>
                <a:off x="7805798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C74631F-1C69-687E-E367-E9EF795ED2BC}"/>
                  </a:ext>
                </a:extLst>
              </p:cNvPr>
              <p:cNvSpPr/>
              <p:nvPr/>
            </p:nvSpPr>
            <p:spPr>
              <a:xfrm>
                <a:off x="7859699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28119A9-91F2-1BB7-699B-F59CDCD49E47}"/>
                  </a:ext>
                </a:extLst>
              </p:cNvPr>
              <p:cNvSpPr/>
              <p:nvPr/>
            </p:nvSpPr>
            <p:spPr>
              <a:xfrm>
                <a:off x="7913537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DE63899-5761-5C80-AD9B-22B87C6DBE5C}"/>
                  </a:ext>
                </a:extLst>
              </p:cNvPr>
              <p:cNvSpPr/>
              <p:nvPr/>
            </p:nvSpPr>
            <p:spPr>
              <a:xfrm>
                <a:off x="7967374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41D7A1D-35FE-310A-DC9F-0E3F319C1C92}"/>
                  </a:ext>
                </a:extLst>
              </p:cNvPr>
              <p:cNvSpPr/>
              <p:nvPr/>
            </p:nvSpPr>
            <p:spPr>
              <a:xfrm>
                <a:off x="8021275" y="6244870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4" name="Graphic 7">
              <a:extLst>
                <a:ext uri="{FF2B5EF4-FFF2-40B4-BE49-F238E27FC236}">
                  <a16:creationId xmlns:a16="http://schemas.microsoft.com/office/drawing/2014/main" id="{FA782F1B-79E2-6193-1ECA-6FCB4B075378}"/>
                </a:ext>
              </a:extLst>
            </p:cNvPr>
            <p:cNvGrpSpPr/>
            <p:nvPr/>
          </p:nvGrpSpPr>
          <p:grpSpPr>
            <a:xfrm>
              <a:off x="2136811" y="2426736"/>
              <a:ext cx="484728" cy="62115"/>
              <a:chOff x="7493875" y="6346128"/>
              <a:chExt cx="484728" cy="62115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44BAED4-64B2-56A3-2EF9-19F6EE046EE6}"/>
                  </a:ext>
                </a:extLst>
              </p:cNvPr>
              <p:cNvSpPr/>
              <p:nvPr/>
            </p:nvSpPr>
            <p:spPr>
              <a:xfrm>
                <a:off x="7493875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66A0CD0-F4BC-C149-D175-51EA45624122}"/>
                  </a:ext>
                </a:extLst>
              </p:cNvPr>
              <p:cNvSpPr/>
              <p:nvPr/>
            </p:nvSpPr>
            <p:spPr>
              <a:xfrm>
                <a:off x="7547713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C85BC28-7CF4-206C-0D70-53AA4077C1DC}"/>
                  </a:ext>
                </a:extLst>
              </p:cNvPr>
              <p:cNvSpPr/>
              <p:nvPr/>
            </p:nvSpPr>
            <p:spPr>
              <a:xfrm>
                <a:off x="7601614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6DB6CE9-3E4B-25D9-A2E7-7C02403E731A}"/>
                  </a:ext>
                </a:extLst>
              </p:cNvPr>
              <p:cNvSpPr/>
              <p:nvPr/>
            </p:nvSpPr>
            <p:spPr>
              <a:xfrm>
                <a:off x="7655451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CBF33F2-ED50-4880-591E-F46AE6C2954A}"/>
                  </a:ext>
                </a:extLst>
              </p:cNvPr>
              <p:cNvSpPr/>
              <p:nvPr/>
            </p:nvSpPr>
            <p:spPr>
              <a:xfrm>
                <a:off x="7709289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70640B6-F8FA-5DF0-A5AD-D66B2660906C}"/>
                  </a:ext>
                </a:extLst>
              </p:cNvPr>
              <p:cNvSpPr/>
              <p:nvPr/>
            </p:nvSpPr>
            <p:spPr>
              <a:xfrm>
                <a:off x="7763190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8CCD487-1B1E-E0AD-CC07-182623B46A88}"/>
                  </a:ext>
                </a:extLst>
              </p:cNvPr>
              <p:cNvSpPr/>
              <p:nvPr/>
            </p:nvSpPr>
            <p:spPr>
              <a:xfrm>
                <a:off x="7817027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D978066-AE2F-DAE5-F21D-5ED6E72FE5FC}"/>
                  </a:ext>
                </a:extLst>
              </p:cNvPr>
              <p:cNvSpPr/>
              <p:nvPr/>
            </p:nvSpPr>
            <p:spPr>
              <a:xfrm>
                <a:off x="7870865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F05ED06-952B-F92B-F1DC-21522DADCB0F}"/>
                  </a:ext>
                </a:extLst>
              </p:cNvPr>
              <p:cNvSpPr/>
              <p:nvPr/>
            </p:nvSpPr>
            <p:spPr>
              <a:xfrm>
                <a:off x="7924766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92F3C0A-B9FC-04FC-0F87-8FF6706D6DCD}"/>
                  </a:ext>
                </a:extLst>
              </p:cNvPr>
              <p:cNvSpPr/>
              <p:nvPr/>
            </p:nvSpPr>
            <p:spPr>
              <a:xfrm>
                <a:off x="7978603" y="6346128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25" name="Graphic 7">
              <a:extLst>
                <a:ext uri="{FF2B5EF4-FFF2-40B4-BE49-F238E27FC236}">
                  <a16:creationId xmlns:a16="http://schemas.microsoft.com/office/drawing/2014/main" id="{E6DF7DAC-1816-0739-F297-726774946993}"/>
                </a:ext>
              </a:extLst>
            </p:cNvPr>
            <p:cNvGrpSpPr/>
            <p:nvPr/>
          </p:nvGrpSpPr>
          <p:grpSpPr>
            <a:xfrm>
              <a:off x="2227289" y="2527994"/>
              <a:ext cx="484728" cy="62115"/>
              <a:chOff x="7584353" y="6447386"/>
              <a:chExt cx="484728" cy="62115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96AD456-F836-5F2B-F951-FD17B053D8E3}"/>
                  </a:ext>
                </a:extLst>
              </p:cNvPr>
              <p:cNvSpPr/>
              <p:nvPr/>
            </p:nvSpPr>
            <p:spPr>
              <a:xfrm>
                <a:off x="7584353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4AAD9-CC26-6DBE-611C-24A53AE2E394}"/>
                  </a:ext>
                </a:extLst>
              </p:cNvPr>
              <p:cNvSpPr/>
              <p:nvPr/>
            </p:nvSpPr>
            <p:spPr>
              <a:xfrm>
                <a:off x="7638254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1FDF3EB-3848-C272-4DD6-42336BB795D8}"/>
                  </a:ext>
                </a:extLst>
              </p:cNvPr>
              <p:cNvSpPr/>
              <p:nvPr/>
            </p:nvSpPr>
            <p:spPr>
              <a:xfrm>
                <a:off x="7692091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C4A61F4-47BC-4D63-D7D5-0535B76E2729}"/>
                  </a:ext>
                </a:extLst>
              </p:cNvPr>
              <p:cNvSpPr/>
              <p:nvPr/>
            </p:nvSpPr>
            <p:spPr>
              <a:xfrm>
                <a:off x="7745929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BE84CEB-0489-2A4E-115D-24D43BEA3F2F}"/>
                  </a:ext>
                </a:extLst>
              </p:cNvPr>
              <p:cNvSpPr/>
              <p:nvPr/>
            </p:nvSpPr>
            <p:spPr>
              <a:xfrm>
                <a:off x="7799830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C5B7BD5-8043-F399-6390-5895EB4C7E36}"/>
                  </a:ext>
                </a:extLst>
              </p:cNvPr>
              <p:cNvSpPr/>
              <p:nvPr/>
            </p:nvSpPr>
            <p:spPr>
              <a:xfrm>
                <a:off x="7853668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F037292-951E-907D-4DAF-9B22E23409A2}"/>
                  </a:ext>
                </a:extLst>
              </p:cNvPr>
              <p:cNvSpPr/>
              <p:nvPr/>
            </p:nvSpPr>
            <p:spPr>
              <a:xfrm>
                <a:off x="7907505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159F2B0-AA29-AD08-ACB7-E18C7D33490C}"/>
                  </a:ext>
                </a:extLst>
              </p:cNvPr>
              <p:cNvSpPr/>
              <p:nvPr/>
            </p:nvSpPr>
            <p:spPr>
              <a:xfrm>
                <a:off x="7961342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D24B821-453D-5137-3CD8-7B6438794AF8}"/>
                  </a:ext>
                </a:extLst>
              </p:cNvPr>
              <p:cNvSpPr/>
              <p:nvPr/>
            </p:nvSpPr>
            <p:spPr>
              <a:xfrm>
                <a:off x="8015244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98C00DC-4058-E187-0E0F-073886A53A5C}"/>
                  </a:ext>
                </a:extLst>
              </p:cNvPr>
              <p:cNvSpPr/>
              <p:nvPr/>
            </p:nvSpPr>
            <p:spPr>
              <a:xfrm>
                <a:off x="8069081" y="6447386"/>
                <a:ext cx="6416" cy="62115"/>
              </a:xfrm>
              <a:custGeom>
                <a:avLst/>
                <a:gdLst>
                  <a:gd name="connsiteX0" fmla="*/ 0 w 6416"/>
                  <a:gd name="connsiteY0" fmla="*/ 0 h 62115"/>
                  <a:gd name="connsiteX1" fmla="*/ 0 w 6416"/>
                  <a:gd name="connsiteY1" fmla="*/ 62115 h 6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16" h="62115">
                    <a:moveTo>
                      <a:pt x="0" y="0"/>
                    </a:moveTo>
                    <a:lnTo>
                      <a:pt x="0" y="62115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FE7359F-F950-C357-CF01-2A46CA47F995}"/>
                </a:ext>
              </a:extLst>
            </p:cNvPr>
            <p:cNvSpPr/>
            <p:nvPr/>
          </p:nvSpPr>
          <p:spPr>
            <a:xfrm>
              <a:off x="2403429" y="1730336"/>
              <a:ext cx="214388" cy="240036"/>
            </a:xfrm>
            <a:custGeom>
              <a:avLst/>
              <a:gdLst>
                <a:gd name="connsiteX0" fmla="*/ 168637 w 214388"/>
                <a:gd name="connsiteY0" fmla="*/ 10375 h 240036"/>
                <a:gd name="connsiteX1" fmla="*/ 90993 w 214388"/>
                <a:gd name="connsiteY1" fmla="*/ 3573 h 240036"/>
                <a:gd name="connsiteX2" fmla="*/ 3596 w 214388"/>
                <a:gd name="connsiteY2" fmla="*/ 149043 h 240036"/>
                <a:gd name="connsiteX3" fmla="*/ 149065 w 214388"/>
                <a:gd name="connsiteY3" fmla="*/ 236440 h 240036"/>
                <a:gd name="connsiteX4" fmla="*/ 214389 w 214388"/>
                <a:gd name="connsiteY4" fmla="*/ 193897 h 24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88" h="240036">
                  <a:moveTo>
                    <a:pt x="168637" y="10375"/>
                  </a:moveTo>
                  <a:cubicBezTo>
                    <a:pt x="145022" y="-84"/>
                    <a:pt x="117944" y="-3164"/>
                    <a:pt x="90993" y="3573"/>
                  </a:cubicBezTo>
                  <a:cubicBezTo>
                    <a:pt x="26696" y="19615"/>
                    <a:pt x="-12446" y="84746"/>
                    <a:pt x="3596" y="149043"/>
                  </a:cubicBezTo>
                  <a:cubicBezTo>
                    <a:pt x="19638" y="213340"/>
                    <a:pt x="84768" y="252482"/>
                    <a:pt x="149065" y="236440"/>
                  </a:cubicBezTo>
                  <a:cubicBezTo>
                    <a:pt x="176080" y="229703"/>
                    <a:pt x="198539" y="214238"/>
                    <a:pt x="214389" y="193897"/>
                  </a:cubicBezTo>
                </a:path>
              </a:pathLst>
            </a:custGeom>
            <a:grpFill/>
            <a:ln w="8342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7" name="Graphic 7">
              <a:extLst>
                <a:ext uri="{FF2B5EF4-FFF2-40B4-BE49-F238E27FC236}">
                  <a16:creationId xmlns:a16="http://schemas.microsoft.com/office/drawing/2014/main" id="{5B941173-0794-ED3F-11F5-3C64D1722228}"/>
                </a:ext>
              </a:extLst>
            </p:cNvPr>
            <p:cNvGrpSpPr/>
            <p:nvPr/>
          </p:nvGrpSpPr>
          <p:grpSpPr>
            <a:xfrm>
              <a:off x="2383539" y="1817585"/>
              <a:ext cx="189104" cy="88039"/>
              <a:chOff x="7740603" y="5736977"/>
              <a:chExt cx="189104" cy="88039"/>
            </a:xfrm>
            <a:grp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1D0F59D-ADF5-AC2C-F6D6-1F62097C3C41}"/>
                  </a:ext>
                </a:extLst>
              </p:cNvPr>
              <p:cNvSpPr/>
              <p:nvPr/>
            </p:nvSpPr>
            <p:spPr>
              <a:xfrm>
                <a:off x="7740603" y="5736977"/>
                <a:ext cx="178195" cy="44468"/>
              </a:xfrm>
              <a:custGeom>
                <a:avLst/>
                <a:gdLst>
                  <a:gd name="connsiteX0" fmla="*/ 0 w 178195"/>
                  <a:gd name="connsiteY0" fmla="*/ 44469 h 44468"/>
                  <a:gd name="connsiteX1" fmla="*/ 178196 w 178195"/>
                  <a:gd name="connsiteY1" fmla="*/ 0 h 44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8195" h="44468">
                    <a:moveTo>
                      <a:pt x="0" y="44469"/>
                    </a:moveTo>
                    <a:lnTo>
                      <a:pt x="178196" y="0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C9BE59F-3203-D781-DE46-BF4FD3A3E099}"/>
                  </a:ext>
                </a:extLst>
              </p:cNvPr>
              <p:cNvSpPr/>
              <p:nvPr/>
            </p:nvSpPr>
            <p:spPr>
              <a:xfrm>
                <a:off x="7751511" y="5780548"/>
                <a:ext cx="178195" cy="44468"/>
              </a:xfrm>
              <a:custGeom>
                <a:avLst/>
                <a:gdLst>
                  <a:gd name="connsiteX0" fmla="*/ 0 w 178195"/>
                  <a:gd name="connsiteY0" fmla="*/ 44469 h 44468"/>
                  <a:gd name="connsiteX1" fmla="*/ 178196 w 178195"/>
                  <a:gd name="connsiteY1" fmla="*/ 0 h 44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8195" h="44468">
                    <a:moveTo>
                      <a:pt x="0" y="44469"/>
                    </a:moveTo>
                    <a:lnTo>
                      <a:pt x="178196" y="0"/>
                    </a:lnTo>
                  </a:path>
                </a:pathLst>
              </a:custGeom>
              <a:grpFill/>
              <a:ln w="8342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3709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313D-E7BF-529F-E714-06852F52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0E3234-A912-A269-B0B5-4485F2652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word on re-usability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96A91-63F2-D5D9-FDA5-48B337905B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06136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8A46-95A9-60EF-1A15-9AE28586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65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352358</a:t>
            </a:r>
            <a:r>
              <a:rPr lang="en-US" dirty="0"/>
              <a:t> unknown entries in </a:t>
            </a:r>
            <a:r>
              <a:rPr lang="en-US" dirty="0" err="1"/>
              <a:t>OmicsDI</a:t>
            </a:r>
            <a:endParaRPr lang="en-B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A30EA8-E8A4-3C56-2091-91A7CA9F2A49}"/>
              </a:ext>
            </a:extLst>
          </p:cNvPr>
          <p:cNvSpPr txBox="1">
            <a:spLocks/>
          </p:cNvSpPr>
          <p:nvPr/>
        </p:nvSpPr>
        <p:spPr>
          <a:xfrm>
            <a:off x="838200" y="1738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0" dirty="0">
                <a:solidFill>
                  <a:schemeClr val="accent4"/>
                </a:solidFill>
              </a:rPr>
              <a:t>!</a:t>
            </a:r>
            <a:endParaRPr lang="en-BE" sz="30000" dirty="0">
              <a:solidFill>
                <a:schemeClr val="accent4"/>
              </a:solidFill>
            </a:endParaRPr>
          </a:p>
        </p:txBody>
      </p:sp>
      <p:pic>
        <p:nvPicPr>
          <p:cNvPr id="4" name="Picture 2" descr="Molecular Networks – Providing context for life">
            <a:extLst>
              <a:ext uri="{FF2B5EF4-FFF2-40B4-BE49-F238E27FC236}">
                <a16:creationId xmlns:a16="http://schemas.microsoft.com/office/drawing/2014/main" id="{AF6E223C-5580-4C01-1B0F-4039F1C9E5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6" r="28971"/>
          <a:stretch/>
        </p:blipFill>
        <p:spPr bwMode="auto">
          <a:xfrm>
            <a:off x="10579100" y="3695845"/>
            <a:ext cx="1143000" cy="157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168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6153-B94E-82B6-627F-FD227CD5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licenses for re-use and before submitting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617463-A12F-98DC-663C-F42BF262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160" y="1975326"/>
            <a:ext cx="3811879" cy="45175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97AC7-3B94-F696-7FF0-B9AB1FF7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960" y="1975325"/>
            <a:ext cx="3703793" cy="45175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BB4918-AD54-9765-6469-953E4DAAB3B8}"/>
              </a:ext>
            </a:extLst>
          </p:cNvPr>
          <p:cNvSpPr/>
          <p:nvPr/>
        </p:nvSpPr>
        <p:spPr>
          <a:xfrm>
            <a:off x="3017520" y="4765040"/>
            <a:ext cx="1016000" cy="365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2412-949C-9BEB-8133-8E9A0CB82FE9}"/>
              </a:ext>
            </a:extLst>
          </p:cNvPr>
          <p:cNvSpPr/>
          <p:nvPr/>
        </p:nvSpPr>
        <p:spPr>
          <a:xfrm>
            <a:off x="6959600" y="3449320"/>
            <a:ext cx="1016000" cy="2184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6853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0067-72B6-855B-BB26-C5960393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Commons: A license for you</a:t>
            </a:r>
            <a:endParaRPr lang="en-BE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6F5FAC4-BC77-2EC5-6F54-3CD7CB3FD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188" y="1654376"/>
            <a:ext cx="6846906" cy="450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FF16F294-3409-7439-C5F3-B606F692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098245"/>
            <a:ext cx="2748939" cy="66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D2E62B-15C5-4F16-9155-C8F1C52D9F63}"/>
              </a:ext>
            </a:extLst>
          </p:cNvPr>
          <p:cNvSpPr txBox="1"/>
          <p:nvPr/>
        </p:nvSpPr>
        <p:spPr>
          <a:xfrm>
            <a:off x="838199" y="3907832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hlinkClick r:id="rId4"/>
              </a:rPr>
              <a:t>https://creativecommons.org/choose</a:t>
            </a:r>
            <a:endParaRPr lang="en-US" sz="1400" b="0" dirty="0">
              <a:effectLst/>
            </a:endParaRPr>
          </a:p>
          <a:p>
            <a:pPr>
              <a:buNone/>
            </a:pPr>
            <a:br>
              <a:rPr lang="en-US" sz="1400" dirty="0"/>
            </a:b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2383754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6D0A-2564-C466-FD4B-8F21CE35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 for other uses: codes</a:t>
            </a:r>
            <a:endParaRPr lang="en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3A94B-0952-7EF5-04B3-01739876FC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GNU GPLv3: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GNU AGPLv3: Complete source code modifications need to be available</a:t>
            </a:r>
          </a:p>
          <a:p>
            <a:r>
              <a:rPr lang="en-US" dirty="0"/>
              <a:t>GNU LGPLv3: Large modifications can be distributed under different license.</a:t>
            </a:r>
          </a:p>
          <a:p>
            <a:r>
              <a:rPr lang="en-US" dirty="0"/>
              <a:t>MIT license: No attribution license</a:t>
            </a:r>
          </a:p>
          <a:p>
            <a:r>
              <a:rPr lang="en-US" dirty="0"/>
              <a:t>Apache 2.0 ~ GNU PLv3</a:t>
            </a:r>
          </a:p>
          <a:p>
            <a:endParaRPr lang="en-BE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F2A1B00-1A43-192F-0B67-107291DD9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690" y="4348480"/>
            <a:ext cx="1828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D4D58353-B213-1D91-1A4E-8C558E0D5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439" y="1498283"/>
            <a:ext cx="4330065" cy="154087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4322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268E-3FA8-C6D3-7289-EE4D0F5B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does not end there…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1A03-1F42-61D2-16AB-75E69D3C12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356197"/>
            <a:ext cx="10515600" cy="47005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Computational workflows can also be deposited and shared:</a:t>
            </a:r>
          </a:p>
          <a:p>
            <a:pPr lvl="1"/>
            <a:r>
              <a:rPr lang="en-US" dirty="0"/>
              <a:t>Platform/system specific repositories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Git Based repositories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Generalist repositories </a:t>
            </a:r>
            <a:endParaRPr lang="en-B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863B904-8C4C-141F-4BE8-4A0E08C7D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97" y="2556815"/>
            <a:ext cx="2463800" cy="87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6D84921A-0648-93A5-7701-40487EA5C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6" b="54249"/>
          <a:stretch/>
        </p:blipFill>
        <p:spPr bwMode="auto">
          <a:xfrm>
            <a:off x="8020050" y="2514614"/>
            <a:ext cx="3333750" cy="87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05E82D3-EB00-764F-220B-418A2BA5E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16" y="2708349"/>
            <a:ext cx="31718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itHub Logo | Symbol, History, PNG (3840*2160)">
            <a:extLst>
              <a:ext uri="{FF2B5EF4-FFF2-40B4-BE49-F238E27FC236}">
                <a16:creationId xmlns:a16="http://schemas.microsoft.com/office/drawing/2014/main" id="{DD99949F-5764-8207-6FFD-43441F38C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669" y="4189362"/>
            <a:ext cx="1534400" cy="87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>
            <a:extLst>
              <a:ext uri="{FF2B5EF4-FFF2-40B4-BE49-F238E27FC236}">
                <a16:creationId xmlns:a16="http://schemas.microsoft.com/office/drawing/2014/main" id="{8BE21784-B6D9-9EFA-6286-C8BBAF87A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807" y="4076097"/>
            <a:ext cx="1116153" cy="109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>
            <a:extLst>
              <a:ext uri="{FF2B5EF4-FFF2-40B4-BE49-F238E27FC236}">
                <a16:creationId xmlns:a16="http://schemas.microsoft.com/office/drawing/2014/main" id="{D5928B11-EBAC-436A-092F-1B9C393C6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906" y="5905500"/>
            <a:ext cx="168592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795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71AB-6DC7-5CCD-B29A-708965A7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 registry to overcome fragmentation</a:t>
            </a:r>
            <a:endParaRPr lang="en-BE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A56E86D-2D50-C1F3-E810-E6A6432A9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83" y="1569015"/>
            <a:ext cx="6779237" cy="459825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3DC174-0300-DB16-AE15-0229746DE0BC}"/>
              </a:ext>
            </a:extLst>
          </p:cNvPr>
          <p:cNvSpPr txBox="1"/>
          <p:nvPr/>
        </p:nvSpPr>
        <p:spPr>
          <a:xfrm>
            <a:off x="7894320" y="1642939"/>
            <a:ext cx="384048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System agnostic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Native repository support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Git integration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Versioning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Links to external files (docs, test and reference data)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Metadata extraction and standards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Integration with </a:t>
            </a:r>
            <a:r>
              <a:rPr lang="en-US" sz="2000" i="0" u="none" strike="noStrike" dirty="0" err="1">
                <a:solidFill>
                  <a:srgbClr val="000000"/>
                </a:solidFill>
                <a:effectLst/>
              </a:rPr>
              <a:t>Bio.tools</a:t>
            </a:r>
            <a:endParaRPr lang="en-US" sz="200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Author credit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Citable</a:t>
            </a:r>
          </a:p>
          <a:p>
            <a:pPr marL="342900" indent="-342900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DOI minting</a:t>
            </a:r>
          </a:p>
        </p:txBody>
      </p:sp>
    </p:spTree>
    <p:extLst>
      <p:ext uri="{BB962C8B-B14F-4D97-AF65-F5344CB8AC3E}">
        <p14:creationId xmlns:p14="http://schemas.microsoft.com/office/powerpoint/2010/main" val="3127286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DD1F-FB20-15D3-3825-364B20EB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relevant repositories: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032DB-3816-28E2-2BB9-6B9282912E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BCCM Culture Collections</a:t>
            </a:r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89350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56B7-441D-3F2A-3DC6-3CE1DD28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Elixir is here to help!</a:t>
            </a:r>
            <a:endParaRPr lang="en-BE" dirty="0"/>
          </a:p>
        </p:txBody>
      </p:sp>
      <p:grpSp>
        <p:nvGrpSpPr>
          <p:cNvPr id="3" name="Graphic 182">
            <a:extLst>
              <a:ext uri="{FF2B5EF4-FFF2-40B4-BE49-F238E27FC236}">
                <a16:creationId xmlns:a16="http://schemas.microsoft.com/office/drawing/2014/main" id="{8A640A7F-7008-A4E1-80AC-A0546A413DEE}"/>
              </a:ext>
            </a:extLst>
          </p:cNvPr>
          <p:cNvGrpSpPr>
            <a:grpSpLocks noChangeAspect="1"/>
          </p:cNvGrpSpPr>
          <p:nvPr/>
        </p:nvGrpSpPr>
        <p:grpSpPr>
          <a:xfrm>
            <a:off x="8081934" y="5086735"/>
            <a:ext cx="4110066" cy="1749557"/>
            <a:chOff x="10854667" y="5826120"/>
            <a:chExt cx="1804865" cy="768288"/>
          </a:xfrm>
        </p:grpSpPr>
        <p:grpSp>
          <p:nvGrpSpPr>
            <p:cNvPr id="4" name="Graphic 182">
              <a:extLst>
                <a:ext uri="{FF2B5EF4-FFF2-40B4-BE49-F238E27FC236}">
                  <a16:creationId xmlns:a16="http://schemas.microsoft.com/office/drawing/2014/main" id="{1B0B027E-315F-D715-E90D-421A7A244B61}"/>
                </a:ext>
              </a:extLst>
            </p:cNvPr>
            <p:cNvGrpSpPr/>
            <p:nvPr/>
          </p:nvGrpSpPr>
          <p:grpSpPr>
            <a:xfrm>
              <a:off x="10854667" y="5826120"/>
              <a:ext cx="1097793" cy="768288"/>
              <a:chOff x="10854667" y="5826120"/>
              <a:chExt cx="1097793" cy="76828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04E510F-3547-8257-968A-7B336657C2EB}"/>
                  </a:ext>
                </a:extLst>
              </p:cNvPr>
              <p:cNvSpPr/>
              <p:nvPr/>
            </p:nvSpPr>
            <p:spPr>
              <a:xfrm>
                <a:off x="10858838" y="5830291"/>
                <a:ext cx="1089451" cy="759946"/>
              </a:xfrm>
              <a:custGeom>
                <a:avLst/>
                <a:gdLst>
                  <a:gd name="connsiteX0" fmla="*/ 0 w 1089451"/>
                  <a:gd name="connsiteY0" fmla="*/ 0 h 759946"/>
                  <a:gd name="connsiteX1" fmla="*/ 1089452 w 1089451"/>
                  <a:gd name="connsiteY1" fmla="*/ 0 h 759946"/>
                  <a:gd name="connsiteX2" fmla="*/ 1089452 w 1089451"/>
                  <a:gd name="connsiteY2" fmla="*/ 759947 h 759946"/>
                  <a:gd name="connsiteX3" fmla="*/ 0 w 1089451"/>
                  <a:gd name="connsiteY3" fmla="*/ 759947 h 75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9451" h="759946">
                    <a:moveTo>
                      <a:pt x="0" y="0"/>
                    </a:moveTo>
                    <a:lnTo>
                      <a:pt x="1089452" y="0"/>
                    </a:lnTo>
                    <a:lnTo>
                      <a:pt x="1089452" y="759947"/>
                    </a:lnTo>
                    <a:lnTo>
                      <a:pt x="0" y="759947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57F432D-4FDA-D8E5-1BAE-3D626E1598CB}"/>
                  </a:ext>
                </a:extLst>
              </p:cNvPr>
              <p:cNvSpPr/>
              <p:nvPr/>
            </p:nvSpPr>
            <p:spPr>
              <a:xfrm>
                <a:off x="10854667" y="5826120"/>
                <a:ext cx="1097793" cy="768288"/>
              </a:xfrm>
              <a:custGeom>
                <a:avLst/>
                <a:gdLst>
                  <a:gd name="connsiteX0" fmla="*/ 1089452 w 1097793"/>
                  <a:gd name="connsiteY0" fmla="*/ 8342 h 768288"/>
                  <a:gd name="connsiteX1" fmla="*/ 1089452 w 1097793"/>
                  <a:gd name="connsiteY1" fmla="*/ 759947 h 768288"/>
                  <a:gd name="connsiteX2" fmla="*/ 8342 w 1097793"/>
                  <a:gd name="connsiteY2" fmla="*/ 759947 h 768288"/>
                  <a:gd name="connsiteX3" fmla="*/ 8342 w 1097793"/>
                  <a:gd name="connsiteY3" fmla="*/ 8342 h 768288"/>
                  <a:gd name="connsiteX4" fmla="*/ 1089452 w 1097793"/>
                  <a:gd name="connsiteY4" fmla="*/ 8342 h 768288"/>
                  <a:gd name="connsiteX5" fmla="*/ 1097794 w 1097793"/>
                  <a:gd name="connsiteY5" fmla="*/ 0 h 768288"/>
                  <a:gd name="connsiteX6" fmla="*/ 0 w 1097793"/>
                  <a:gd name="connsiteY6" fmla="*/ 0 h 768288"/>
                  <a:gd name="connsiteX7" fmla="*/ 0 w 1097793"/>
                  <a:gd name="connsiteY7" fmla="*/ 768288 h 768288"/>
                  <a:gd name="connsiteX8" fmla="*/ 1097794 w 1097793"/>
                  <a:gd name="connsiteY8" fmla="*/ 768288 h 768288"/>
                  <a:gd name="connsiteX9" fmla="*/ 1097794 w 1097793"/>
                  <a:gd name="connsiteY9" fmla="*/ 0 h 768288"/>
                  <a:gd name="connsiteX10" fmla="*/ 1097794 w 1097793"/>
                  <a:gd name="connsiteY10" fmla="*/ 0 h 7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7793" h="768288">
                    <a:moveTo>
                      <a:pt x="1089452" y="8342"/>
                    </a:moveTo>
                    <a:lnTo>
                      <a:pt x="1089452" y="759947"/>
                    </a:lnTo>
                    <a:lnTo>
                      <a:pt x="8342" y="759947"/>
                    </a:lnTo>
                    <a:lnTo>
                      <a:pt x="8342" y="8342"/>
                    </a:lnTo>
                    <a:lnTo>
                      <a:pt x="1089452" y="8342"/>
                    </a:lnTo>
                    <a:moveTo>
                      <a:pt x="1097794" y="0"/>
                    </a:moveTo>
                    <a:lnTo>
                      <a:pt x="0" y="0"/>
                    </a:lnTo>
                    <a:lnTo>
                      <a:pt x="0" y="768288"/>
                    </a:lnTo>
                    <a:lnTo>
                      <a:pt x="1097794" y="768288"/>
                    </a:lnTo>
                    <a:lnTo>
                      <a:pt x="1097794" y="0"/>
                    </a:lnTo>
                    <a:lnTo>
                      <a:pt x="1097794" y="0"/>
                    </a:lnTo>
                    <a:close/>
                  </a:path>
                </a:pathLst>
              </a:custGeom>
              <a:solidFill>
                <a:srgbClr val="EC6523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5" name="Graphic 182">
              <a:extLst>
                <a:ext uri="{FF2B5EF4-FFF2-40B4-BE49-F238E27FC236}">
                  <a16:creationId xmlns:a16="http://schemas.microsoft.com/office/drawing/2014/main" id="{77C3F784-B6FD-64AF-DEE6-1DC2AD6EC137}"/>
                </a:ext>
              </a:extLst>
            </p:cNvPr>
            <p:cNvGrpSpPr/>
            <p:nvPr/>
          </p:nvGrpSpPr>
          <p:grpSpPr>
            <a:xfrm>
              <a:off x="11858710" y="6082216"/>
              <a:ext cx="449499" cy="512192"/>
              <a:chOff x="11858710" y="6082216"/>
              <a:chExt cx="449499" cy="51219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11ABFF3-521A-E0DC-56C7-95C9B2B3BE9A}"/>
                  </a:ext>
                </a:extLst>
              </p:cNvPr>
              <p:cNvSpPr/>
              <p:nvPr/>
            </p:nvSpPr>
            <p:spPr>
              <a:xfrm>
                <a:off x="11862881" y="6086387"/>
                <a:ext cx="441157" cy="503850"/>
              </a:xfrm>
              <a:custGeom>
                <a:avLst/>
                <a:gdLst>
                  <a:gd name="connsiteX0" fmla="*/ 0 w 441157"/>
                  <a:gd name="connsiteY0" fmla="*/ 0 h 503850"/>
                  <a:gd name="connsiteX1" fmla="*/ 441158 w 441157"/>
                  <a:gd name="connsiteY1" fmla="*/ 0 h 503850"/>
                  <a:gd name="connsiteX2" fmla="*/ 441158 w 441157"/>
                  <a:gd name="connsiteY2" fmla="*/ 503851 h 503850"/>
                  <a:gd name="connsiteX3" fmla="*/ 0 w 441157"/>
                  <a:gd name="connsiteY3" fmla="*/ 503851 h 50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1157" h="503850">
                    <a:moveTo>
                      <a:pt x="0" y="0"/>
                    </a:moveTo>
                    <a:lnTo>
                      <a:pt x="441158" y="0"/>
                    </a:lnTo>
                    <a:lnTo>
                      <a:pt x="441158" y="503851"/>
                    </a:lnTo>
                    <a:lnTo>
                      <a:pt x="0" y="503851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C49CFF-9387-ED80-8587-19E49BCC66D4}"/>
                  </a:ext>
                </a:extLst>
              </p:cNvPr>
              <p:cNvSpPr/>
              <p:nvPr/>
            </p:nvSpPr>
            <p:spPr>
              <a:xfrm>
                <a:off x="11858710" y="6082216"/>
                <a:ext cx="449499" cy="512192"/>
              </a:xfrm>
              <a:custGeom>
                <a:avLst/>
                <a:gdLst>
                  <a:gd name="connsiteX0" fmla="*/ 441158 w 449499"/>
                  <a:gd name="connsiteY0" fmla="*/ 8342 h 512192"/>
                  <a:gd name="connsiteX1" fmla="*/ 441158 w 449499"/>
                  <a:gd name="connsiteY1" fmla="*/ 503851 h 512192"/>
                  <a:gd name="connsiteX2" fmla="*/ 8342 w 449499"/>
                  <a:gd name="connsiteY2" fmla="*/ 503851 h 512192"/>
                  <a:gd name="connsiteX3" fmla="*/ 8342 w 449499"/>
                  <a:gd name="connsiteY3" fmla="*/ 8342 h 512192"/>
                  <a:gd name="connsiteX4" fmla="*/ 441158 w 449499"/>
                  <a:gd name="connsiteY4" fmla="*/ 8342 h 512192"/>
                  <a:gd name="connsiteX5" fmla="*/ 449500 w 449499"/>
                  <a:gd name="connsiteY5" fmla="*/ 0 h 512192"/>
                  <a:gd name="connsiteX6" fmla="*/ 0 w 449499"/>
                  <a:gd name="connsiteY6" fmla="*/ 0 h 512192"/>
                  <a:gd name="connsiteX7" fmla="*/ 0 w 449499"/>
                  <a:gd name="connsiteY7" fmla="*/ 512192 h 512192"/>
                  <a:gd name="connsiteX8" fmla="*/ 449500 w 449499"/>
                  <a:gd name="connsiteY8" fmla="*/ 512192 h 512192"/>
                  <a:gd name="connsiteX9" fmla="*/ 449500 w 449499"/>
                  <a:gd name="connsiteY9" fmla="*/ 0 h 512192"/>
                  <a:gd name="connsiteX10" fmla="*/ 449500 w 449499"/>
                  <a:gd name="connsiteY10" fmla="*/ 0 h 512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9499" h="512192">
                    <a:moveTo>
                      <a:pt x="441158" y="8342"/>
                    </a:moveTo>
                    <a:lnTo>
                      <a:pt x="441158" y="503851"/>
                    </a:lnTo>
                    <a:lnTo>
                      <a:pt x="8342" y="503851"/>
                    </a:lnTo>
                    <a:lnTo>
                      <a:pt x="8342" y="8342"/>
                    </a:lnTo>
                    <a:lnTo>
                      <a:pt x="441158" y="8342"/>
                    </a:lnTo>
                    <a:moveTo>
                      <a:pt x="449500" y="0"/>
                    </a:moveTo>
                    <a:lnTo>
                      <a:pt x="0" y="0"/>
                    </a:lnTo>
                    <a:lnTo>
                      <a:pt x="0" y="512192"/>
                    </a:lnTo>
                    <a:lnTo>
                      <a:pt x="449500" y="512192"/>
                    </a:lnTo>
                    <a:lnTo>
                      <a:pt x="449500" y="0"/>
                    </a:lnTo>
                    <a:lnTo>
                      <a:pt x="449500" y="0"/>
                    </a:lnTo>
                    <a:close/>
                  </a:path>
                </a:pathLst>
              </a:custGeom>
              <a:solidFill>
                <a:srgbClr val="EC6523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grpSp>
          <p:nvGrpSpPr>
            <p:cNvPr id="6" name="Graphic 182">
              <a:extLst>
                <a:ext uri="{FF2B5EF4-FFF2-40B4-BE49-F238E27FC236}">
                  <a16:creationId xmlns:a16="http://schemas.microsoft.com/office/drawing/2014/main" id="{78134B9F-9EC5-A98A-7194-35D0E056718E}"/>
                </a:ext>
              </a:extLst>
            </p:cNvPr>
            <p:cNvGrpSpPr/>
            <p:nvPr/>
          </p:nvGrpSpPr>
          <p:grpSpPr>
            <a:xfrm>
              <a:off x="12210032" y="6338248"/>
              <a:ext cx="449499" cy="256096"/>
              <a:chOff x="12210032" y="6338248"/>
              <a:chExt cx="449499" cy="256096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F8BFAF3-6046-759C-1ECD-94529C0A70CF}"/>
                  </a:ext>
                </a:extLst>
              </p:cNvPr>
              <p:cNvSpPr/>
              <p:nvPr/>
            </p:nvSpPr>
            <p:spPr>
              <a:xfrm>
                <a:off x="12214267" y="6342483"/>
                <a:ext cx="441157" cy="247754"/>
              </a:xfrm>
              <a:custGeom>
                <a:avLst/>
                <a:gdLst>
                  <a:gd name="connsiteX0" fmla="*/ 0 w 441157"/>
                  <a:gd name="connsiteY0" fmla="*/ 0 h 247754"/>
                  <a:gd name="connsiteX1" fmla="*/ 441158 w 441157"/>
                  <a:gd name="connsiteY1" fmla="*/ 0 h 247754"/>
                  <a:gd name="connsiteX2" fmla="*/ 441158 w 441157"/>
                  <a:gd name="connsiteY2" fmla="*/ 247754 h 247754"/>
                  <a:gd name="connsiteX3" fmla="*/ 0 w 441157"/>
                  <a:gd name="connsiteY3" fmla="*/ 247754 h 24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1157" h="247754">
                    <a:moveTo>
                      <a:pt x="0" y="0"/>
                    </a:moveTo>
                    <a:lnTo>
                      <a:pt x="441158" y="0"/>
                    </a:lnTo>
                    <a:lnTo>
                      <a:pt x="441158" y="247754"/>
                    </a:lnTo>
                    <a:lnTo>
                      <a:pt x="0" y="247754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7A99423-FC0B-1B07-6BA5-BDB65AEF572D}"/>
                  </a:ext>
                </a:extLst>
              </p:cNvPr>
              <p:cNvSpPr/>
              <p:nvPr/>
            </p:nvSpPr>
            <p:spPr>
              <a:xfrm>
                <a:off x="12210032" y="6338248"/>
                <a:ext cx="449499" cy="256096"/>
              </a:xfrm>
              <a:custGeom>
                <a:avLst/>
                <a:gdLst>
                  <a:gd name="connsiteX0" fmla="*/ 441158 w 449499"/>
                  <a:gd name="connsiteY0" fmla="*/ 8342 h 256096"/>
                  <a:gd name="connsiteX1" fmla="*/ 441158 w 449499"/>
                  <a:gd name="connsiteY1" fmla="*/ 247754 h 256096"/>
                  <a:gd name="connsiteX2" fmla="*/ 8342 w 449499"/>
                  <a:gd name="connsiteY2" fmla="*/ 247754 h 256096"/>
                  <a:gd name="connsiteX3" fmla="*/ 8342 w 449499"/>
                  <a:gd name="connsiteY3" fmla="*/ 8342 h 256096"/>
                  <a:gd name="connsiteX4" fmla="*/ 441158 w 449499"/>
                  <a:gd name="connsiteY4" fmla="*/ 8342 h 256096"/>
                  <a:gd name="connsiteX5" fmla="*/ 449500 w 449499"/>
                  <a:gd name="connsiteY5" fmla="*/ 0 h 256096"/>
                  <a:gd name="connsiteX6" fmla="*/ 0 w 449499"/>
                  <a:gd name="connsiteY6" fmla="*/ 0 h 256096"/>
                  <a:gd name="connsiteX7" fmla="*/ 0 w 449499"/>
                  <a:gd name="connsiteY7" fmla="*/ 256096 h 256096"/>
                  <a:gd name="connsiteX8" fmla="*/ 449500 w 449499"/>
                  <a:gd name="connsiteY8" fmla="*/ 256096 h 256096"/>
                  <a:gd name="connsiteX9" fmla="*/ 449500 w 449499"/>
                  <a:gd name="connsiteY9" fmla="*/ 0 h 256096"/>
                  <a:gd name="connsiteX10" fmla="*/ 449500 w 449499"/>
                  <a:gd name="connsiteY10" fmla="*/ 0 h 256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9499" h="256096">
                    <a:moveTo>
                      <a:pt x="441158" y="8342"/>
                    </a:moveTo>
                    <a:lnTo>
                      <a:pt x="441158" y="247754"/>
                    </a:lnTo>
                    <a:lnTo>
                      <a:pt x="8342" y="247754"/>
                    </a:lnTo>
                    <a:lnTo>
                      <a:pt x="8342" y="8342"/>
                    </a:lnTo>
                    <a:lnTo>
                      <a:pt x="441158" y="8342"/>
                    </a:lnTo>
                    <a:moveTo>
                      <a:pt x="449500" y="0"/>
                    </a:moveTo>
                    <a:lnTo>
                      <a:pt x="0" y="0"/>
                    </a:lnTo>
                    <a:lnTo>
                      <a:pt x="0" y="256096"/>
                    </a:lnTo>
                    <a:lnTo>
                      <a:pt x="449500" y="256096"/>
                    </a:lnTo>
                    <a:lnTo>
                      <a:pt x="449500" y="0"/>
                    </a:lnTo>
                    <a:lnTo>
                      <a:pt x="449500" y="0"/>
                    </a:lnTo>
                    <a:close/>
                  </a:path>
                </a:pathLst>
              </a:custGeom>
              <a:solidFill>
                <a:srgbClr val="EC6523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13" name="Graphic 182">
            <a:extLst>
              <a:ext uri="{FF2B5EF4-FFF2-40B4-BE49-F238E27FC236}">
                <a16:creationId xmlns:a16="http://schemas.microsoft.com/office/drawing/2014/main" id="{A9CD1776-9B1F-0791-A4B1-CAD532C5A3F3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7861205" y="841419"/>
            <a:ext cx="2990818" cy="4248045"/>
            <a:chOff x="10829128" y="4038904"/>
            <a:chExt cx="1261037" cy="179113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C88B595-8DA4-61BD-0C2B-6FDEB9599489}"/>
                </a:ext>
              </a:extLst>
            </p:cNvPr>
            <p:cNvSpPr/>
            <p:nvPr/>
          </p:nvSpPr>
          <p:spPr>
            <a:xfrm>
              <a:off x="11587021" y="5721975"/>
              <a:ext cx="195585" cy="108059"/>
            </a:xfrm>
            <a:custGeom>
              <a:avLst/>
              <a:gdLst>
                <a:gd name="connsiteX0" fmla="*/ 0 w 195585"/>
                <a:gd name="connsiteY0" fmla="*/ 64 h 108059"/>
                <a:gd name="connsiteX1" fmla="*/ 73794 w 195585"/>
                <a:gd name="connsiteY1" fmla="*/ 64 h 108059"/>
                <a:gd name="connsiteX2" fmla="*/ 81430 w 195585"/>
                <a:gd name="connsiteY2" fmla="*/ 25090 h 108059"/>
                <a:gd name="connsiteX3" fmla="*/ 114156 w 195585"/>
                <a:gd name="connsiteY3" fmla="*/ 50308 h 108059"/>
                <a:gd name="connsiteX4" fmla="*/ 136486 w 195585"/>
                <a:gd name="connsiteY4" fmla="*/ 54479 h 108059"/>
                <a:gd name="connsiteX5" fmla="*/ 183522 w 195585"/>
                <a:gd name="connsiteY5" fmla="*/ 84510 h 108059"/>
                <a:gd name="connsiteX6" fmla="*/ 195586 w 195585"/>
                <a:gd name="connsiteY6" fmla="*/ 108059 h 108059"/>
                <a:gd name="connsiteX7" fmla="*/ 17261 w 195585"/>
                <a:gd name="connsiteY7" fmla="*/ 108059 h 108059"/>
                <a:gd name="connsiteX8" fmla="*/ 0 w 195585"/>
                <a:gd name="connsiteY8" fmla="*/ 0 h 108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5" h="108059">
                  <a:moveTo>
                    <a:pt x="0" y="64"/>
                  </a:moveTo>
                  <a:lnTo>
                    <a:pt x="73794" y="64"/>
                  </a:lnTo>
                  <a:cubicBezTo>
                    <a:pt x="74371" y="8855"/>
                    <a:pt x="76938" y="17518"/>
                    <a:pt x="81430" y="25090"/>
                  </a:cubicBezTo>
                  <a:cubicBezTo>
                    <a:pt x="88617" y="37218"/>
                    <a:pt x="100552" y="46522"/>
                    <a:pt x="114156" y="50308"/>
                  </a:cubicBezTo>
                  <a:cubicBezTo>
                    <a:pt x="121471" y="52361"/>
                    <a:pt x="129043" y="52875"/>
                    <a:pt x="136486" y="54479"/>
                  </a:cubicBezTo>
                  <a:cubicBezTo>
                    <a:pt x="155095" y="58457"/>
                    <a:pt x="172100" y="69366"/>
                    <a:pt x="183522" y="84510"/>
                  </a:cubicBezTo>
                  <a:cubicBezTo>
                    <a:pt x="188848" y="91568"/>
                    <a:pt x="192890" y="99589"/>
                    <a:pt x="195586" y="108059"/>
                  </a:cubicBezTo>
                  <a:lnTo>
                    <a:pt x="17261" y="10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0E3ACC-010E-BCEE-9248-94B8CA8BF970}"/>
                </a:ext>
              </a:extLst>
            </p:cNvPr>
            <p:cNvSpPr/>
            <p:nvPr/>
          </p:nvSpPr>
          <p:spPr>
            <a:xfrm>
              <a:off x="10829128" y="5410950"/>
              <a:ext cx="117556" cy="214129"/>
            </a:xfrm>
            <a:custGeom>
              <a:avLst/>
              <a:gdLst>
                <a:gd name="connsiteX0" fmla="*/ 101899 w 117556"/>
                <a:gd name="connsiteY0" fmla="*/ 0 h 214129"/>
                <a:gd name="connsiteX1" fmla="*/ 117557 w 117556"/>
                <a:gd name="connsiteY1" fmla="*/ 72125 h 214129"/>
                <a:gd name="connsiteX2" fmla="*/ 94713 w 117556"/>
                <a:gd name="connsiteY2" fmla="*/ 84895 h 214129"/>
                <a:gd name="connsiteX3" fmla="*/ 77002 w 117556"/>
                <a:gd name="connsiteY3" fmla="*/ 122241 h 214129"/>
                <a:gd name="connsiteX4" fmla="*/ 77644 w 117556"/>
                <a:gd name="connsiteY4" fmla="*/ 144957 h 214129"/>
                <a:gd name="connsiteX5" fmla="*/ 58265 w 117556"/>
                <a:gd name="connsiteY5" fmla="*/ 197318 h 214129"/>
                <a:gd name="connsiteX6" fmla="*/ 37795 w 117556"/>
                <a:gd name="connsiteY6" fmla="*/ 214130 h 214129"/>
                <a:gd name="connsiteX7" fmla="*/ 0 w 117556"/>
                <a:gd name="connsiteY7" fmla="*/ 39913 h 214129"/>
                <a:gd name="connsiteX8" fmla="*/ 101964 w 117556"/>
                <a:gd name="connsiteY8" fmla="*/ 128 h 21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556" h="214129">
                  <a:moveTo>
                    <a:pt x="101899" y="0"/>
                  </a:moveTo>
                  <a:lnTo>
                    <a:pt x="117557" y="72125"/>
                  </a:lnTo>
                  <a:cubicBezTo>
                    <a:pt x="109086" y="74564"/>
                    <a:pt x="101194" y="78927"/>
                    <a:pt x="94713" y="84895"/>
                  </a:cubicBezTo>
                  <a:cubicBezTo>
                    <a:pt x="84382" y="94456"/>
                    <a:pt x="77836" y="108124"/>
                    <a:pt x="77002" y="122241"/>
                  </a:cubicBezTo>
                  <a:cubicBezTo>
                    <a:pt x="76553" y="129813"/>
                    <a:pt x="77644" y="137385"/>
                    <a:pt x="77644" y="144957"/>
                  </a:cubicBezTo>
                  <a:cubicBezTo>
                    <a:pt x="77644" y="163950"/>
                    <a:pt x="70649" y="182880"/>
                    <a:pt x="58265" y="197318"/>
                  </a:cubicBezTo>
                  <a:cubicBezTo>
                    <a:pt x="52490" y="204056"/>
                    <a:pt x="45496" y="209702"/>
                    <a:pt x="37795" y="214130"/>
                  </a:cubicBezTo>
                  <a:lnTo>
                    <a:pt x="0" y="39913"/>
                  </a:lnTo>
                  <a:lnTo>
                    <a:pt x="101964" y="128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D0BBAAC-B4C1-4D3D-F57D-EEF91E9187CC}"/>
                </a:ext>
              </a:extLst>
            </p:cNvPr>
            <p:cNvSpPr/>
            <p:nvPr/>
          </p:nvSpPr>
          <p:spPr>
            <a:xfrm>
              <a:off x="11439369" y="4872449"/>
              <a:ext cx="244674" cy="865824"/>
            </a:xfrm>
            <a:custGeom>
              <a:avLst/>
              <a:gdLst>
                <a:gd name="connsiteX0" fmla="*/ 0 w 244674"/>
                <a:gd name="connsiteY0" fmla="*/ 0 h 865824"/>
                <a:gd name="connsiteX1" fmla="*/ 157405 w 244674"/>
                <a:gd name="connsiteY1" fmla="*/ 0 h 865824"/>
                <a:gd name="connsiteX2" fmla="*/ 244674 w 244674"/>
                <a:gd name="connsiteY2" fmla="*/ 865824 h 865824"/>
                <a:gd name="connsiteX3" fmla="*/ 83034 w 244674"/>
                <a:gd name="connsiteY3" fmla="*/ 865824 h 865824"/>
                <a:gd name="connsiteX4" fmla="*/ 0 w 244674"/>
                <a:gd name="connsiteY4" fmla="*/ 0 h 86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74" h="865824">
                  <a:moveTo>
                    <a:pt x="0" y="0"/>
                  </a:moveTo>
                  <a:lnTo>
                    <a:pt x="157405" y="0"/>
                  </a:lnTo>
                  <a:lnTo>
                    <a:pt x="244674" y="865824"/>
                  </a:lnTo>
                  <a:lnTo>
                    <a:pt x="83034" y="865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3A9DF4-BE50-597E-D041-BC32F82F4C35}"/>
                </a:ext>
              </a:extLst>
            </p:cNvPr>
            <p:cNvSpPr/>
            <p:nvPr/>
          </p:nvSpPr>
          <p:spPr>
            <a:xfrm>
              <a:off x="10884505" y="4872385"/>
              <a:ext cx="631609" cy="665875"/>
            </a:xfrm>
            <a:custGeom>
              <a:avLst/>
              <a:gdLst>
                <a:gd name="connsiteX0" fmla="*/ 602542 w 631609"/>
                <a:gd name="connsiteY0" fmla="*/ 157726 h 665875"/>
                <a:gd name="connsiteX1" fmla="*/ 520021 w 631609"/>
                <a:gd name="connsiteY1" fmla="*/ 496728 h 665875"/>
                <a:gd name="connsiteX2" fmla="*/ 472279 w 631609"/>
                <a:gd name="connsiteY2" fmla="*/ 533561 h 665875"/>
                <a:gd name="connsiteX3" fmla="*/ 64361 w 631609"/>
                <a:gd name="connsiteY3" fmla="*/ 665876 h 665875"/>
                <a:gd name="connsiteX4" fmla="*/ 0 w 631609"/>
                <a:gd name="connsiteY4" fmla="*/ 517518 h 665875"/>
                <a:gd name="connsiteX5" fmla="*/ 393737 w 631609"/>
                <a:gd name="connsiteY5" fmla="*/ 391877 h 665875"/>
                <a:gd name="connsiteX6" fmla="*/ 431725 w 631609"/>
                <a:gd name="connsiteY6" fmla="*/ 0 h 665875"/>
                <a:gd name="connsiteX7" fmla="*/ 631610 w 631609"/>
                <a:gd name="connsiteY7" fmla="*/ 0 h 66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1609" h="665875">
                  <a:moveTo>
                    <a:pt x="602542" y="157726"/>
                  </a:moveTo>
                  <a:lnTo>
                    <a:pt x="520021" y="496728"/>
                  </a:lnTo>
                  <a:cubicBezTo>
                    <a:pt x="508856" y="514182"/>
                    <a:pt x="491979" y="527208"/>
                    <a:pt x="472279" y="533561"/>
                  </a:cubicBezTo>
                  <a:lnTo>
                    <a:pt x="64361" y="665876"/>
                  </a:lnTo>
                  <a:lnTo>
                    <a:pt x="0" y="517518"/>
                  </a:lnTo>
                  <a:lnTo>
                    <a:pt x="393737" y="391877"/>
                  </a:lnTo>
                  <a:lnTo>
                    <a:pt x="431725" y="0"/>
                  </a:lnTo>
                  <a:lnTo>
                    <a:pt x="631610" y="0"/>
                  </a:lnTo>
                </a:path>
              </a:pathLst>
            </a:custGeom>
            <a:solidFill>
              <a:srgbClr val="EF7739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16F02E-F4AE-77D8-3DFE-8074CA778A55}"/>
                </a:ext>
              </a:extLst>
            </p:cNvPr>
            <p:cNvSpPr/>
            <p:nvPr/>
          </p:nvSpPr>
          <p:spPr>
            <a:xfrm>
              <a:off x="11730181" y="4038904"/>
              <a:ext cx="103905" cy="139947"/>
            </a:xfrm>
            <a:custGeom>
              <a:avLst/>
              <a:gdLst>
                <a:gd name="connsiteX0" fmla="*/ 94648 w 103905"/>
                <a:gd name="connsiteY0" fmla="*/ 767 h 139947"/>
                <a:gd name="connsiteX1" fmla="*/ 47998 w 103905"/>
                <a:gd name="connsiteY1" fmla="*/ 47032 h 139947"/>
                <a:gd name="connsiteX2" fmla="*/ 45303 w 103905"/>
                <a:gd name="connsiteY2" fmla="*/ 47417 h 139947"/>
                <a:gd name="connsiteX3" fmla="*/ 41966 w 103905"/>
                <a:gd name="connsiteY3" fmla="*/ 22199 h 139947"/>
                <a:gd name="connsiteX4" fmla="*/ 16171 w 103905"/>
                <a:gd name="connsiteY4" fmla="*/ 65512 h 139947"/>
                <a:gd name="connsiteX5" fmla="*/ 0 w 103905"/>
                <a:gd name="connsiteY5" fmla="*/ 109147 h 139947"/>
                <a:gd name="connsiteX6" fmla="*/ 27207 w 103905"/>
                <a:gd name="connsiteY6" fmla="*/ 139948 h 139947"/>
                <a:gd name="connsiteX7" fmla="*/ 76232 w 103905"/>
                <a:gd name="connsiteY7" fmla="*/ 82004 h 139947"/>
                <a:gd name="connsiteX8" fmla="*/ 94648 w 103905"/>
                <a:gd name="connsiteY8" fmla="*/ 767 h 13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905" h="139947">
                  <a:moveTo>
                    <a:pt x="94648" y="767"/>
                  </a:moveTo>
                  <a:cubicBezTo>
                    <a:pt x="81430" y="-4945"/>
                    <a:pt x="64875" y="22327"/>
                    <a:pt x="47998" y="47032"/>
                  </a:cubicBezTo>
                  <a:cubicBezTo>
                    <a:pt x="46971" y="48572"/>
                    <a:pt x="45111" y="49920"/>
                    <a:pt x="45303" y="47417"/>
                  </a:cubicBezTo>
                  <a:cubicBezTo>
                    <a:pt x="45945" y="39653"/>
                    <a:pt x="46715" y="23546"/>
                    <a:pt x="41966" y="22199"/>
                  </a:cubicBezTo>
                  <a:cubicBezTo>
                    <a:pt x="35485" y="20402"/>
                    <a:pt x="22523" y="43374"/>
                    <a:pt x="16171" y="65512"/>
                  </a:cubicBezTo>
                  <a:lnTo>
                    <a:pt x="0" y="109147"/>
                  </a:lnTo>
                  <a:lnTo>
                    <a:pt x="27207" y="139948"/>
                  </a:lnTo>
                  <a:cubicBezTo>
                    <a:pt x="40426" y="133916"/>
                    <a:pt x="57046" y="109917"/>
                    <a:pt x="76232" y="82004"/>
                  </a:cubicBezTo>
                  <a:cubicBezTo>
                    <a:pt x="100873" y="46198"/>
                    <a:pt x="113899" y="9108"/>
                    <a:pt x="94648" y="767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B06704-4D4D-102A-F2AA-64B092266A06}"/>
                </a:ext>
              </a:extLst>
            </p:cNvPr>
            <p:cNvSpPr/>
            <p:nvPr/>
          </p:nvSpPr>
          <p:spPr>
            <a:xfrm>
              <a:off x="11489613" y="4128673"/>
              <a:ext cx="328670" cy="498396"/>
            </a:xfrm>
            <a:custGeom>
              <a:avLst/>
              <a:gdLst>
                <a:gd name="connsiteX0" fmla="*/ 0 w 328670"/>
                <a:gd name="connsiteY0" fmla="*/ 296715 h 498396"/>
                <a:gd name="connsiteX1" fmla="*/ 114477 w 328670"/>
                <a:gd name="connsiteY1" fmla="*/ 177747 h 498396"/>
                <a:gd name="connsiteX2" fmla="*/ 243840 w 328670"/>
                <a:gd name="connsiteY2" fmla="*/ 0 h 498396"/>
                <a:gd name="connsiteX3" fmla="*/ 328671 w 328670"/>
                <a:gd name="connsiteY3" fmla="*/ 73601 h 498396"/>
                <a:gd name="connsiteX4" fmla="*/ 179736 w 328670"/>
                <a:gd name="connsiteY4" fmla="*/ 304608 h 498396"/>
                <a:gd name="connsiteX5" fmla="*/ 45945 w 328670"/>
                <a:gd name="connsiteY5" fmla="*/ 498396 h 498396"/>
                <a:gd name="connsiteX6" fmla="*/ 64 w 328670"/>
                <a:gd name="connsiteY6" fmla="*/ 296715 h 498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670" h="498396">
                  <a:moveTo>
                    <a:pt x="0" y="296715"/>
                  </a:moveTo>
                  <a:lnTo>
                    <a:pt x="114477" y="177747"/>
                  </a:lnTo>
                  <a:lnTo>
                    <a:pt x="243840" y="0"/>
                  </a:lnTo>
                  <a:lnTo>
                    <a:pt x="328671" y="73601"/>
                  </a:lnTo>
                  <a:cubicBezTo>
                    <a:pt x="328671" y="73601"/>
                    <a:pt x="238578" y="223434"/>
                    <a:pt x="179736" y="304608"/>
                  </a:cubicBezTo>
                  <a:lnTo>
                    <a:pt x="45945" y="498396"/>
                  </a:lnTo>
                  <a:lnTo>
                    <a:pt x="64" y="296715"/>
                  </a:ln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1604753-376D-7497-7E06-AB5A78799BC1}"/>
                </a:ext>
              </a:extLst>
            </p:cNvPr>
            <p:cNvSpPr/>
            <p:nvPr/>
          </p:nvSpPr>
          <p:spPr>
            <a:xfrm>
              <a:off x="11332850" y="4368855"/>
              <a:ext cx="84894" cy="105807"/>
            </a:xfrm>
            <a:custGeom>
              <a:avLst/>
              <a:gdLst>
                <a:gd name="connsiteX0" fmla="*/ 2053 w 84894"/>
                <a:gd name="connsiteY0" fmla="*/ 0 h 105807"/>
                <a:gd name="connsiteX1" fmla="*/ 4620 w 84894"/>
                <a:gd name="connsiteY1" fmla="*/ 13796 h 105807"/>
                <a:gd name="connsiteX2" fmla="*/ 4620 w 84894"/>
                <a:gd name="connsiteY2" fmla="*/ 20662 h 105807"/>
                <a:gd name="connsiteX3" fmla="*/ 0 w 84894"/>
                <a:gd name="connsiteY3" fmla="*/ 53260 h 105807"/>
                <a:gd name="connsiteX4" fmla="*/ 21240 w 84894"/>
                <a:gd name="connsiteY4" fmla="*/ 90798 h 105807"/>
                <a:gd name="connsiteX5" fmla="*/ 77131 w 84894"/>
                <a:gd name="connsiteY5" fmla="*/ 82841 h 105807"/>
                <a:gd name="connsiteX6" fmla="*/ 84895 w 84894"/>
                <a:gd name="connsiteY6" fmla="*/ 41645 h 105807"/>
                <a:gd name="connsiteX7" fmla="*/ 68660 w 84894"/>
                <a:gd name="connsiteY7" fmla="*/ 14502 h 10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894" h="105807">
                  <a:moveTo>
                    <a:pt x="2053" y="0"/>
                  </a:moveTo>
                  <a:cubicBezTo>
                    <a:pt x="3273" y="2053"/>
                    <a:pt x="4428" y="11229"/>
                    <a:pt x="4620" y="13796"/>
                  </a:cubicBezTo>
                  <a:cubicBezTo>
                    <a:pt x="4813" y="16106"/>
                    <a:pt x="4748" y="18416"/>
                    <a:pt x="4620" y="20662"/>
                  </a:cubicBezTo>
                  <a:cubicBezTo>
                    <a:pt x="3850" y="31635"/>
                    <a:pt x="1540" y="42415"/>
                    <a:pt x="0" y="53260"/>
                  </a:cubicBezTo>
                  <a:lnTo>
                    <a:pt x="21240" y="90798"/>
                  </a:lnTo>
                  <a:cubicBezTo>
                    <a:pt x="35100" y="114220"/>
                    <a:pt x="70393" y="109215"/>
                    <a:pt x="77131" y="82841"/>
                  </a:cubicBezTo>
                  <a:lnTo>
                    <a:pt x="84895" y="41645"/>
                  </a:lnTo>
                  <a:cubicBezTo>
                    <a:pt x="80339" y="39335"/>
                    <a:pt x="69045" y="20406"/>
                    <a:pt x="68660" y="14502"/>
                  </a:cubicBezTo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607CB8-C404-1507-C408-00D53343D1A4}"/>
                </a:ext>
              </a:extLst>
            </p:cNvPr>
            <p:cNvSpPr/>
            <p:nvPr/>
          </p:nvSpPr>
          <p:spPr>
            <a:xfrm>
              <a:off x="11265229" y="4210682"/>
              <a:ext cx="160188" cy="177784"/>
            </a:xfrm>
            <a:custGeom>
              <a:avLst/>
              <a:gdLst>
                <a:gd name="connsiteX0" fmla="*/ 20906 w 160188"/>
                <a:gd name="connsiteY0" fmla="*/ 131800 h 177784"/>
                <a:gd name="connsiteX1" fmla="*/ 47408 w 160188"/>
                <a:gd name="connsiteY1" fmla="*/ 158558 h 177784"/>
                <a:gd name="connsiteX2" fmla="*/ 136153 w 160188"/>
                <a:gd name="connsiteY2" fmla="*/ 172675 h 177784"/>
                <a:gd name="connsiteX3" fmla="*/ 142505 w 160188"/>
                <a:gd name="connsiteY3" fmla="*/ 50498 h 177784"/>
                <a:gd name="connsiteX4" fmla="*/ 27195 w 160188"/>
                <a:gd name="connsiteY4" fmla="*/ 9559 h 177784"/>
                <a:gd name="connsiteX5" fmla="*/ 20842 w 160188"/>
                <a:gd name="connsiteY5" fmla="*/ 131736 h 17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188" h="177784">
                  <a:moveTo>
                    <a:pt x="20906" y="131800"/>
                  </a:moveTo>
                  <a:cubicBezTo>
                    <a:pt x="28286" y="142901"/>
                    <a:pt x="37462" y="151756"/>
                    <a:pt x="47408" y="158558"/>
                  </a:cubicBezTo>
                  <a:cubicBezTo>
                    <a:pt x="77952" y="179541"/>
                    <a:pt x="116325" y="181851"/>
                    <a:pt x="136153" y="172675"/>
                  </a:cubicBezTo>
                  <a:cubicBezTo>
                    <a:pt x="160087" y="161638"/>
                    <a:pt x="172600" y="95545"/>
                    <a:pt x="142505" y="50498"/>
                  </a:cubicBezTo>
                  <a:cubicBezTo>
                    <a:pt x="112410" y="5452"/>
                    <a:pt x="60819" y="-12836"/>
                    <a:pt x="27195" y="9559"/>
                  </a:cubicBezTo>
                  <a:cubicBezTo>
                    <a:pt x="-6429" y="32018"/>
                    <a:pt x="-9253" y="86689"/>
                    <a:pt x="20842" y="131736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7EE988-EA22-CA10-6153-24A616D2D856}"/>
                </a:ext>
              </a:extLst>
            </p:cNvPr>
            <p:cNvSpPr/>
            <p:nvPr/>
          </p:nvSpPr>
          <p:spPr>
            <a:xfrm>
              <a:off x="11747699" y="4061046"/>
              <a:ext cx="28645" cy="41510"/>
            </a:xfrm>
            <a:custGeom>
              <a:avLst/>
              <a:gdLst>
                <a:gd name="connsiteX0" fmla="*/ 26887 w 28645"/>
                <a:gd name="connsiteY0" fmla="*/ 41510 h 41510"/>
                <a:gd name="connsiteX1" fmla="*/ 28427 w 28645"/>
                <a:gd name="connsiteY1" fmla="*/ 27778 h 41510"/>
                <a:gd name="connsiteX2" fmla="*/ 24448 w 28645"/>
                <a:gd name="connsiteY2" fmla="*/ 122 h 41510"/>
                <a:gd name="connsiteX3" fmla="*/ 0 w 28645"/>
                <a:gd name="connsiteY3" fmla="*/ 38815 h 4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5" h="41510">
                  <a:moveTo>
                    <a:pt x="26887" y="41510"/>
                  </a:moveTo>
                  <a:cubicBezTo>
                    <a:pt x="26887" y="40740"/>
                    <a:pt x="28427" y="28676"/>
                    <a:pt x="28427" y="27778"/>
                  </a:cubicBezTo>
                  <a:cubicBezTo>
                    <a:pt x="29004" y="19115"/>
                    <a:pt x="28683" y="1341"/>
                    <a:pt x="24448" y="122"/>
                  </a:cubicBezTo>
                  <a:cubicBezTo>
                    <a:pt x="17967" y="-1675"/>
                    <a:pt x="6353" y="16677"/>
                    <a:pt x="0" y="38815"/>
                  </a:cubicBezTo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BB1641-FB0C-FED6-5FF2-6848C18F5246}"/>
                </a:ext>
              </a:extLst>
            </p:cNvPr>
            <p:cNvSpPr/>
            <p:nvPr/>
          </p:nvSpPr>
          <p:spPr>
            <a:xfrm>
              <a:off x="11223186" y="4405944"/>
              <a:ext cx="373524" cy="487744"/>
            </a:xfrm>
            <a:custGeom>
              <a:avLst/>
              <a:gdLst>
                <a:gd name="connsiteX0" fmla="*/ 20470 w 373524"/>
                <a:gd name="connsiteY0" fmla="*/ 56276 h 487744"/>
                <a:gd name="connsiteX1" fmla="*/ 109664 w 373524"/>
                <a:gd name="connsiteY1" fmla="*/ 16235 h 487744"/>
                <a:gd name="connsiteX2" fmla="*/ 130904 w 373524"/>
                <a:gd name="connsiteY2" fmla="*/ 51656 h 487744"/>
                <a:gd name="connsiteX3" fmla="*/ 187115 w 373524"/>
                <a:gd name="connsiteY3" fmla="*/ 39849 h 487744"/>
                <a:gd name="connsiteX4" fmla="*/ 192120 w 373524"/>
                <a:gd name="connsiteY4" fmla="*/ 0 h 487744"/>
                <a:gd name="connsiteX5" fmla="*/ 277657 w 373524"/>
                <a:gd name="connsiteY5" fmla="*/ 9561 h 487744"/>
                <a:gd name="connsiteX6" fmla="*/ 285101 w 373524"/>
                <a:gd name="connsiteY6" fmla="*/ 16363 h 487744"/>
                <a:gd name="connsiteX7" fmla="*/ 320072 w 373524"/>
                <a:gd name="connsiteY7" fmla="*/ 113578 h 487744"/>
                <a:gd name="connsiteX8" fmla="*/ 369225 w 373524"/>
                <a:gd name="connsiteY8" fmla="*/ 364092 h 487744"/>
                <a:gd name="connsiteX9" fmla="*/ 373525 w 373524"/>
                <a:gd name="connsiteY9" fmla="*/ 466569 h 487744"/>
                <a:gd name="connsiteX10" fmla="*/ 91761 w 373524"/>
                <a:gd name="connsiteY10" fmla="*/ 487744 h 487744"/>
                <a:gd name="connsiteX11" fmla="*/ 0 w 373524"/>
                <a:gd name="connsiteY11" fmla="*/ 116145 h 487744"/>
                <a:gd name="connsiteX12" fmla="*/ 13283 w 373524"/>
                <a:gd name="connsiteY12" fmla="*/ 64810 h 487744"/>
                <a:gd name="connsiteX13" fmla="*/ 20470 w 373524"/>
                <a:gd name="connsiteY13" fmla="*/ 56340 h 48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3524" h="487744">
                  <a:moveTo>
                    <a:pt x="20470" y="56276"/>
                  </a:moveTo>
                  <a:lnTo>
                    <a:pt x="109664" y="16235"/>
                  </a:lnTo>
                  <a:lnTo>
                    <a:pt x="130904" y="51656"/>
                  </a:lnTo>
                  <a:cubicBezTo>
                    <a:pt x="145727" y="76425"/>
                    <a:pt x="183522" y="68468"/>
                    <a:pt x="187115" y="39849"/>
                  </a:cubicBezTo>
                  <a:lnTo>
                    <a:pt x="192120" y="0"/>
                  </a:lnTo>
                  <a:lnTo>
                    <a:pt x="277657" y="9561"/>
                  </a:lnTo>
                  <a:cubicBezTo>
                    <a:pt x="281379" y="9946"/>
                    <a:pt x="284330" y="12770"/>
                    <a:pt x="285101" y="16363"/>
                  </a:cubicBezTo>
                  <a:lnTo>
                    <a:pt x="320072" y="113578"/>
                  </a:lnTo>
                  <a:cubicBezTo>
                    <a:pt x="349076" y="194109"/>
                    <a:pt x="365632" y="278555"/>
                    <a:pt x="369225" y="364092"/>
                  </a:cubicBezTo>
                  <a:lnTo>
                    <a:pt x="373525" y="466569"/>
                  </a:lnTo>
                  <a:lnTo>
                    <a:pt x="91761" y="487744"/>
                  </a:lnTo>
                  <a:lnTo>
                    <a:pt x="0" y="116145"/>
                  </a:lnTo>
                  <a:lnTo>
                    <a:pt x="13283" y="64810"/>
                  </a:lnTo>
                  <a:cubicBezTo>
                    <a:pt x="14246" y="61024"/>
                    <a:pt x="16876" y="57944"/>
                    <a:pt x="20470" y="56340"/>
                  </a:cubicBez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D4ECA9-0C43-2173-F7DC-287C7FFFC538}"/>
                </a:ext>
              </a:extLst>
            </p:cNvPr>
            <p:cNvSpPr/>
            <p:nvPr/>
          </p:nvSpPr>
          <p:spPr>
            <a:xfrm>
              <a:off x="11244310" y="4170523"/>
              <a:ext cx="170707" cy="197241"/>
            </a:xfrm>
            <a:custGeom>
              <a:avLst/>
              <a:gdLst>
                <a:gd name="connsiteX0" fmla="*/ 167852 w 170707"/>
                <a:gd name="connsiteY0" fmla="*/ 36243 h 197241"/>
                <a:gd name="connsiteX1" fmla="*/ 138976 w 170707"/>
                <a:gd name="connsiteY1" fmla="*/ 24821 h 197241"/>
                <a:gd name="connsiteX2" fmla="*/ 136217 w 170707"/>
                <a:gd name="connsiteY2" fmla="*/ 12693 h 197241"/>
                <a:gd name="connsiteX3" fmla="*/ 103491 w 170707"/>
                <a:gd name="connsiteY3" fmla="*/ 2875 h 197241"/>
                <a:gd name="connsiteX4" fmla="*/ 91941 w 170707"/>
                <a:gd name="connsiteY4" fmla="*/ 16928 h 197241"/>
                <a:gd name="connsiteX5" fmla="*/ 64220 w 170707"/>
                <a:gd name="connsiteY5" fmla="*/ 13399 h 197241"/>
                <a:gd name="connsiteX6" fmla="*/ 51707 w 170707"/>
                <a:gd name="connsiteY6" fmla="*/ 37462 h 197241"/>
                <a:gd name="connsiteX7" fmla="*/ 28414 w 170707"/>
                <a:gd name="connsiteY7" fmla="*/ 37205 h 197241"/>
                <a:gd name="connsiteX8" fmla="*/ 17313 w 170707"/>
                <a:gd name="connsiteY8" fmla="*/ 66723 h 197241"/>
                <a:gd name="connsiteX9" fmla="*/ 12693 w 170707"/>
                <a:gd name="connsiteY9" fmla="*/ 68647 h 197241"/>
                <a:gd name="connsiteX10" fmla="*/ 2875 w 170707"/>
                <a:gd name="connsiteY10" fmla="*/ 101373 h 197241"/>
                <a:gd name="connsiteX11" fmla="*/ 8778 w 170707"/>
                <a:gd name="connsiteY11" fmla="*/ 108560 h 197241"/>
                <a:gd name="connsiteX12" fmla="*/ 5121 w 170707"/>
                <a:gd name="connsiteY12" fmla="*/ 136409 h 197241"/>
                <a:gd name="connsiteX13" fmla="*/ 21099 w 170707"/>
                <a:gd name="connsiteY13" fmla="*/ 148409 h 197241"/>
                <a:gd name="connsiteX14" fmla="*/ 17954 w 170707"/>
                <a:gd name="connsiteY14" fmla="*/ 170483 h 197241"/>
                <a:gd name="connsiteX15" fmla="*/ 43558 w 170707"/>
                <a:gd name="connsiteY15" fmla="*/ 178119 h 197241"/>
                <a:gd name="connsiteX16" fmla="*/ 45483 w 170707"/>
                <a:gd name="connsiteY16" fmla="*/ 176835 h 197241"/>
                <a:gd name="connsiteX17" fmla="*/ 66402 w 170707"/>
                <a:gd name="connsiteY17" fmla="*/ 197241 h 197241"/>
                <a:gd name="connsiteX18" fmla="*/ 75834 w 170707"/>
                <a:gd name="connsiteY18" fmla="*/ 170611 h 197241"/>
                <a:gd name="connsiteX19" fmla="*/ 60305 w 170707"/>
                <a:gd name="connsiteY19" fmla="*/ 159895 h 197241"/>
                <a:gd name="connsiteX20" fmla="*/ 53889 w 170707"/>
                <a:gd name="connsiteY20" fmla="*/ 146741 h 197241"/>
                <a:gd name="connsiteX21" fmla="*/ 62937 w 170707"/>
                <a:gd name="connsiteY21" fmla="*/ 136859 h 197241"/>
                <a:gd name="connsiteX22" fmla="*/ 80454 w 170707"/>
                <a:gd name="connsiteY22" fmla="*/ 146163 h 197241"/>
                <a:gd name="connsiteX23" fmla="*/ 71856 w 170707"/>
                <a:gd name="connsiteY23" fmla="*/ 112731 h 197241"/>
                <a:gd name="connsiteX24" fmla="*/ 103491 w 170707"/>
                <a:gd name="connsiteY24" fmla="*/ 101117 h 197241"/>
                <a:gd name="connsiteX25" fmla="*/ 139489 w 170707"/>
                <a:gd name="connsiteY25" fmla="*/ 81096 h 197241"/>
                <a:gd name="connsiteX26" fmla="*/ 158098 w 170707"/>
                <a:gd name="connsiteY26" fmla="*/ 68776 h 197241"/>
                <a:gd name="connsiteX27" fmla="*/ 167788 w 170707"/>
                <a:gd name="connsiteY27" fmla="*/ 36114 h 19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70707" h="197241">
                  <a:moveTo>
                    <a:pt x="167852" y="36243"/>
                  </a:moveTo>
                  <a:cubicBezTo>
                    <a:pt x="162205" y="25783"/>
                    <a:pt x="149949" y="21227"/>
                    <a:pt x="138976" y="24821"/>
                  </a:cubicBezTo>
                  <a:cubicBezTo>
                    <a:pt x="139104" y="20714"/>
                    <a:pt x="138270" y="16543"/>
                    <a:pt x="136217" y="12693"/>
                  </a:cubicBezTo>
                  <a:cubicBezTo>
                    <a:pt x="129864" y="950"/>
                    <a:pt x="115234" y="-3414"/>
                    <a:pt x="103491" y="2875"/>
                  </a:cubicBezTo>
                  <a:cubicBezTo>
                    <a:pt x="97716" y="6019"/>
                    <a:pt x="93737" y="11153"/>
                    <a:pt x="91941" y="16928"/>
                  </a:cubicBezTo>
                  <a:cubicBezTo>
                    <a:pt x="84561" y="10190"/>
                    <a:pt x="73524" y="8393"/>
                    <a:pt x="64220" y="13399"/>
                  </a:cubicBezTo>
                  <a:cubicBezTo>
                    <a:pt x="54916" y="18404"/>
                    <a:pt x="50616" y="27901"/>
                    <a:pt x="51707" y="37462"/>
                  </a:cubicBezTo>
                  <a:cubicBezTo>
                    <a:pt x="44713" y="33547"/>
                    <a:pt x="35986" y="33162"/>
                    <a:pt x="28414" y="37205"/>
                  </a:cubicBezTo>
                  <a:cubicBezTo>
                    <a:pt x="17698" y="42980"/>
                    <a:pt x="13206" y="55621"/>
                    <a:pt x="17313" y="66723"/>
                  </a:cubicBezTo>
                  <a:cubicBezTo>
                    <a:pt x="15709" y="67172"/>
                    <a:pt x="14168" y="67813"/>
                    <a:pt x="12693" y="68647"/>
                  </a:cubicBezTo>
                  <a:cubicBezTo>
                    <a:pt x="950" y="75000"/>
                    <a:pt x="-3414" y="89630"/>
                    <a:pt x="2875" y="101373"/>
                  </a:cubicBezTo>
                  <a:cubicBezTo>
                    <a:pt x="4415" y="104197"/>
                    <a:pt x="6468" y="106635"/>
                    <a:pt x="8778" y="108560"/>
                  </a:cubicBezTo>
                  <a:cubicBezTo>
                    <a:pt x="1912" y="115940"/>
                    <a:pt x="52" y="127041"/>
                    <a:pt x="5121" y="136409"/>
                  </a:cubicBezTo>
                  <a:cubicBezTo>
                    <a:pt x="8586" y="142826"/>
                    <a:pt x="14553" y="146933"/>
                    <a:pt x="21099" y="148409"/>
                  </a:cubicBezTo>
                  <a:cubicBezTo>
                    <a:pt x="15516" y="154184"/>
                    <a:pt x="13912" y="163039"/>
                    <a:pt x="17954" y="170483"/>
                  </a:cubicBezTo>
                  <a:cubicBezTo>
                    <a:pt x="22896" y="179659"/>
                    <a:pt x="34382" y="183060"/>
                    <a:pt x="43558" y="178119"/>
                  </a:cubicBezTo>
                  <a:cubicBezTo>
                    <a:pt x="44263" y="177734"/>
                    <a:pt x="44841" y="177285"/>
                    <a:pt x="45483" y="176835"/>
                  </a:cubicBezTo>
                  <a:cubicBezTo>
                    <a:pt x="51643" y="184921"/>
                    <a:pt x="58765" y="191658"/>
                    <a:pt x="66402" y="197241"/>
                  </a:cubicBezTo>
                  <a:cubicBezTo>
                    <a:pt x="69033" y="187937"/>
                    <a:pt x="69161" y="177477"/>
                    <a:pt x="75834" y="170611"/>
                  </a:cubicBezTo>
                  <a:cubicBezTo>
                    <a:pt x="69995" y="168173"/>
                    <a:pt x="64669" y="164451"/>
                    <a:pt x="60305" y="159895"/>
                  </a:cubicBezTo>
                  <a:cubicBezTo>
                    <a:pt x="56841" y="156302"/>
                    <a:pt x="53889" y="151746"/>
                    <a:pt x="53889" y="146741"/>
                  </a:cubicBezTo>
                  <a:cubicBezTo>
                    <a:pt x="53889" y="141735"/>
                    <a:pt x="57931" y="136538"/>
                    <a:pt x="62937" y="136859"/>
                  </a:cubicBezTo>
                  <a:cubicBezTo>
                    <a:pt x="69738" y="137308"/>
                    <a:pt x="73717" y="146676"/>
                    <a:pt x="80454" y="146163"/>
                  </a:cubicBezTo>
                  <a:cubicBezTo>
                    <a:pt x="76027" y="135511"/>
                    <a:pt x="73139" y="124217"/>
                    <a:pt x="71856" y="112731"/>
                  </a:cubicBezTo>
                  <a:cubicBezTo>
                    <a:pt x="82636" y="109587"/>
                    <a:pt x="93224" y="105737"/>
                    <a:pt x="103491" y="101117"/>
                  </a:cubicBezTo>
                  <a:cubicBezTo>
                    <a:pt x="116004" y="95534"/>
                    <a:pt x="128260" y="88861"/>
                    <a:pt x="139489" y="81096"/>
                  </a:cubicBezTo>
                  <a:cubicBezTo>
                    <a:pt x="145329" y="77054"/>
                    <a:pt x="152515" y="73588"/>
                    <a:pt x="158098" y="68776"/>
                  </a:cubicBezTo>
                  <a:cubicBezTo>
                    <a:pt x="169777" y="62423"/>
                    <a:pt x="174141" y="47793"/>
                    <a:pt x="167788" y="36114"/>
                  </a:cubicBezTo>
                  <a:close/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F66E19-FD94-D0CC-FF1D-3674101D0D2F}"/>
                </a:ext>
              </a:extLst>
            </p:cNvPr>
            <p:cNvSpPr/>
            <p:nvPr/>
          </p:nvSpPr>
          <p:spPr>
            <a:xfrm>
              <a:off x="11688600" y="4522346"/>
              <a:ext cx="401565" cy="666645"/>
            </a:xfrm>
            <a:custGeom>
              <a:avLst/>
              <a:gdLst>
                <a:gd name="connsiteX0" fmla="*/ 200783 w 401565"/>
                <a:gd name="connsiteY0" fmla="*/ 0 h 666645"/>
                <a:gd name="connsiteX1" fmla="*/ 401566 w 401565"/>
                <a:gd name="connsiteY1" fmla="*/ 200783 h 666645"/>
                <a:gd name="connsiteX2" fmla="*/ 401566 w 401565"/>
                <a:gd name="connsiteY2" fmla="*/ 465863 h 666645"/>
                <a:gd name="connsiteX3" fmla="*/ 200783 w 401565"/>
                <a:gd name="connsiteY3" fmla="*/ 666646 h 666645"/>
                <a:gd name="connsiteX4" fmla="*/ 200783 w 401565"/>
                <a:gd name="connsiteY4" fmla="*/ 666646 h 666645"/>
                <a:gd name="connsiteX5" fmla="*/ 0 w 401565"/>
                <a:gd name="connsiteY5" fmla="*/ 465863 h 666645"/>
                <a:gd name="connsiteX6" fmla="*/ 0 w 401565"/>
                <a:gd name="connsiteY6" fmla="*/ 200783 h 666645"/>
                <a:gd name="connsiteX7" fmla="*/ 200783 w 401565"/>
                <a:gd name="connsiteY7" fmla="*/ 0 h 66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1565" h="666645">
                  <a:moveTo>
                    <a:pt x="200783" y="0"/>
                  </a:moveTo>
                  <a:cubicBezTo>
                    <a:pt x="311672" y="0"/>
                    <a:pt x="401566" y="89894"/>
                    <a:pt x="401566" y="200783"/>
                  </a:cubicBezTo>
                  <a:lnTo>
                    <a:pt x="401566" y="465863"/>
                  </a:lnTo>
                  <a:cubicBezTo>
                    <a:pt x="401566" y="576752"/>
                    <a:pt x="311672" y="666646"/>
                    <a:pt x="200783" y="666646"/>
                  </a:cubicBezTo>
                  <a:lnTo>
                    <a:pt x="200783" y="666646"/>
                  </a:lnTo>
                  <a:cubicBezTo>
                    <a:pt x="89893" y="666646"/>
                    <a:pt x="0" y="576752"/>
                    <a:pt x="0" y="465863"/>
                  </a:cubicBezTo>
                  <a:lnTo>
                    <a:pt x="0" y="200783"/>
                  </a:lnTo>
                  <a:cubicBezTo>
                    <a:pt x="0" y="89894"/>
                    <a:pt x="89894" y="0"/>
                    <a:pt x="200783" y="0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985D59A-3C15-6617-A96C-689138C9CC63}"/>
                </a:ext>
              </a:extLst>
            </p:cNvPr>
            <p:cNvSpPr/>
            <p:nvPr/>
          </p:nvSpPr>
          <p:spPr>
            <a:xfrm>
              <a:off x="11688600" y="4765737"/>
              <a:ext cx="401565" cy="6416"/>
            </a:xfrm>
            <a:custGeom>
              <a:avLst/>
              <a:gdLst>
                <a:gd name="connsiteX0" fmla="*/ 0 w 401565"/>
                <a:gd name="connsiteY0" fmla="*/ 0 h 6416"/>
                <a:gd name="connsiteX1" fmla="*/ 401566 w 401565"/>
                <a:gd name="connsiteY1" fmla="*/ 0 h 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1565" h="6416">
                  <a:moveTo>
                    <a:pt x="0" y="0"/>
                  </a:moveTo>
                  <a:lnTo>
                    <a:pt x="401566" y="0"/>
                  </a:lnTo>
                </a:path>
              </a:pathLst>
            </a:custGeom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8E8F975-24A5-0A8C-981B-55BE0FE2F3BA}"/>
                </a:ext>
              </a:extLst>
            </p:cNvPr>
            <p:cNvSpPr/>
            <p:nvPr/>
          </p:nvSpPr>
          <p:spPr>
            <a:xfrm>
              <a:off x="11889383" y="4522346"/>
              <a:ext cx="6416" cy="243390"/>
            </a:xfrm>
            <a:custGeom>
              <a:avLst/>
              <a:gdLst>
                <a:gd name="connsiteX0" fmla="*/ 0 w 6416"/>
                <a:gd name="connsiteY0" fmla="*/ 0 h 243390"/>
                <a:gd name="connsiteX1" fmla="*/ 0 w 6416"/>
                <a:gd name="connsiteY1" fmla="*/ 243391 h 24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16" h="243390">
                  <a:moveTo>
                    <a:pt x="0" y="0"/>
                  </a:moveTo>
                  <a:lnTo>
                    <a:pt x="0" y="243391"/>
                  </a:lnTo>
                </a:path>
              </a:pathLst>
            </a:custGeom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3C6F31-84AB-C9C3-A566-96F2FF5C119F}"/>
                </a:ext>
              </a:extLst>
            </p:cNvPr>
            <p:cNvSpPr/>
            <p:nvPr/>
          </p:nvSpPr>
          <p:spPr>
            <a:xfrm>
              <a:off x="11627126" y="4677339"/>
              <a:ext cx="119570" cy="89789"/>
            </a:xfrm>
            <a:custGeom>
              <a:avLst/>
              <a:gdLst>
                <a:gd name="connsiteX0" fmla="*/ 40426 w 119570"/>
                <a:gd name="connsiteY0" fmla="*/ 21406 h 89789"/>
                <a:gd name="connsiteX1" fmla="*/ 80724 w 119570"/>
                <a:gd name="connsiteY1" fmla="*/ 5941 h 89789"/>
                <a:gd name="connsiteX2" fmla="*/ 106520 w 119570"/>
                <a:gd name="connsiteY2" fmla="*/ 10690 h 89789"/>
                <a:gd name="connsiteX3" fmla="*/ 119546 w 119570"/>
                <a:gd name="connsiteY3" fmla="*/ 32378 h 89789"/>
                <a:gd name="connsiteX4" fmla="*/ 110755 w 119570"/>
                <a:gd name="connsiteY4" fmla="*/ 50602 h 89789"/>
                <a:gd name="connsiteX5" fmla="*/ 38565 w 119570"/>
                <a:gd name="connsiteY5" fmla="*/ 85831 h 89789"/>
                <a:gd name="connsiteX6" fmla="*/ 13604 w 119570"/>
                <a:gd name="connsiteY6" fmla="*/ 89745 h 89789"/>
                <a:gd name="connsiteX7" fmla="*/ 0 w 119570"/>
                <a:gd name="connsiteY7" fmla="*/ 20700 h 89789"/>
                <a:gd name="connsiteX8" fmla="*/ 33239 w 119570"/>
                <a:gd name="connsiteY8" fmla="*/ 744 h 89789"/>
                <a:gd name="connsiteX9" fmla="*/ 41645 w 119570"/>
                <a:gd name="connsiteY9" fmla="*/ 6134 h 89789"/>
                <a:gd name="connsiteX10" fmla="*/ 40426 w 119570"/>
                <a:gd name="connsiteY10" fmla="*/ 21342 h 89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570" h="89789">
                  <a:moveTo>
                    <a:pt x="40426" y="21406"/>
                  </a:moveTo>
                  <a:cubicBezTo>
                    <a:pt x="51977" y="12550"/>
                    <a:pt x="66158" y="7096"/>
                    <a:pt x="80724" y="5941"/>
                  </a:cubicBezTo>
                  <a:cubicBezTo>
                    <a:pt x="89579" y="5235"/>
                    <a:pt x="98820" y="6262"/>
                    <a:pt x="106520" y="10690"/>
                  </a:cubicBezTo>
                  <a:cubicBezTo>
                    <a:pt x="114220" y="15117"/>
                    <a:pt x="119995" y="23523"/>
                    <a:pt x="119546" y="32378"/>
                  </a:cubicBezTo>
                  <a:cubicBezTo>
                    <a:pt x="119161" y="39245"/>
                    <a:pt x="115311" y="45405"/>
                    <a:pt x="110755" y="50602"/>
                  </a:cubicBezTo>
                  <a:cubicBezTo>
                    <a:pt x="92788" y="71008"/>
                    <a:pt x="64874" y="78901"/>
                    <a:pt x="38565" y="85831"/>
                  </a:cubicBezTo>
                  <a:cubicBezTo>
                    <a:pt x="30416" y="87948"/>
                    <a:pt x="22074" y="90130"/>
                    <a:pt x="13604" y="89745"/>
                  </a:cubicBezTo>
                  <a:lnTo>
                    <a:pt x="0" y="20700"/>
                  </a:lnTo>
                  <a:cubicBezTo>
                    <a:pt x="7829" y="15631"/>
                    <a:pt x="22074" y="6968"/>
                    <a:pt x="33239" y="744"/>
                  </a:cubicBezTo>
                  <a:cubicBezTo>
                    <a:pt x="37218" y="-1502"/>
                    <a:pt x="42030" y="1642"/>
                    <a:pt x="41645" y="6134"/>
                  </a:cubicBezTo>
                  <a:lnTo>
                    <a:pt x="40426" y="21342"/>
                  </a:ln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2219C63-1739-CF47-133D-BB1A4A009D99}"/>
                </a:ext>
              </a:extLst>
            </p:cNvPr>
            <p:cNvSpPr/>
            <p:nvPr/>
          </p:nvSpPr>
          <p:spPr>
            <a:xfrm>
              <a:off x="11213816" y="4429751"/>
              <a:ext cx="434358" cy="371342"/>
            </a:xfrm>
            <a:custGeom>
              <a:avLst/>
              <a:gdLst>
                <a:gd name="connsiteX0" fmla="*/ 156252 w 434358"/>
                <a:gd name="connsiteY0" fmla="*/ 112102 h 371342"/>
                <a:gd name="connsiteX1" fmla="*/ 249681 w 434358"/>
                <a:gd name="connsiteY1" fmla="*/ 232033 h 371342"/>
                <a:gd name="connsiteX2" fmla="*/ 410616 w 434358"/>
                <a:gd name="connsiteY2" fmla="*/ 258919 h 371342"/>
                <a:gd name="connsiteX3" fmla="*/ 434358 w 434358"/>
                <a:gd name="connsiteY3" fmla="*/ 371343 h 371342"/>
                <a:gd name="connsiteX4" fmla="*/ 168508 w 434358"/>
                <a:gd name="connsiteY4" fmla="*/ 313463 h 371342"/>
                <a:gd name="connsiteX5" fmla="*/ 84062 w 434358"/>
                <a:gd name="connsiteY5" fmla="*/ 247562 h 371342"/>
                <a:gd name="connsiteX6" fmla="*/ 1734 w 434358"/>
                <a:gd name="connsiteY6" fmla="*/ 100039 h 371342"/>
                <a:gd name="connsiteX7" fmla="*/ 23167 w 434358"/>
                <a:gd name="connsiteY7" fmla="*/ 37988 h 371342"/>
                <a:gd name="connsiteX8" fmla="*/ 101966 w 434358"/>
                <a:gd name="connsiteY8" fmla="*/ 0 h 3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358" h="371342">
                  <a:moveTo>
                    <a:pt x="156252" y="112102"/>
                  </a:moveTo>
                  <a:lnTo>
                    <a:pt x="249681" y="232033"/>
                  </a:lnTo>
                  <a:lnTo>
                    <a:pt x="410616" y="258919"/>
                  </a:lnTo>
                  <a:lnTo>
                    <a:pt x="434358" y="371343"/>
                  </a:lnTo>
                  <a:cubicBezTo>
                    <a:pt x="434358" y="371343"/>
                    <a:pt x="296653" y="363899"/>
                    <a:pt x="168508" y="313463"/>
                  </a:cubicBezTo>
                  <a:cubicBezTo>
                    <a:pt x="140852" y="302554"/>
                    <a:pt x="104789" y="274641"/>
                    <a:pt x="84062" y="247562"/>
                  </a:cubicBezTo>
                  <a:cubicBezTo>
                    <a:pt x="57497" y="212782"/>
                    <a:pt x="14889" y="147331"/>
                    <a:pt x="1734" y="100039"/>
                  </a:cubicBezTo>
                  <a:cubicBezTo>
                    <a:pt x="-6415" y="70778"/>
                    <a:pt x="16429" y="44789"/>
                    <a:pt x="23167" y="37988"/>
                  </a:cubicBezTo>
                  <a:cubicBezTo>
                    <a:pt x="24322" y="36833"/>
                    <a:pt x="101966" y="0"/>
                    <a:pt x="101966" y="0"/>
                  </a:cubicBezTo>
                </a:path>
              </a:pathLst>
            </a:custGeom>
            <a:solidFill>
              <a:srgbClr val="F7C1A6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3A1E5FE-154B-1D86-C8F9-A9496C1F99D1}"/>
                </a:ext>
              </a:extLst>
            </p:cNvPr>
            <p:cNvSpPr/>
            <p:nvPr/>
          </p:nvSpPr>
          <p:spPr>
            <a:xfrm>
              <a:off x="11861854" y="4587413"/>
              <a:ext cx="55120" cy="122754"/>
            </a:xfrm>
            <a:custGeom>
              <a:avLst/>
              <a:gdLst>
                <a:gd name="connsiteX0" fmla="*/ 27592 w 55120"/>
                <a:gd name="connsiteY0" fmla="*/ 0 h 122754"/>
                <a:gd name="connsiteX1" fmla="*/ 55120 w 55120"/>
                <a:gd name="connsiteY1" fmla="*/ 27528 h 122754"/>
                <a:gd name="connsiteX2" fmla="*/ 55120 w 55120"/>
                <a:gd name="connsiteY2" fmla="*/ 95226 h 122754"/>
                <a:gd name="connsiteX3" fmla="*/ 27592 w 55120"/>
                <a:gd name="connsiteY3" fmla="*/ 122754 h 122754"/>
                <a:gd name="connsiteX4" fmla="*/ 27528 w 55120"/>
                <a:gd name="connsiteY4" fmla="*/ 122754 h 122754"/>
                <a:gd name="connsiteX5" fmla="*/ 0 w 55120"/>
                <a:gd name="connsiteY5" fmla="*/ 95226 h 122754"/>
                <a:gd name="connsiteX6" fmla="*/ 0 w 55120"/>
                <a:gd name="connsiteY6" fmla="*/ 27528 h 122754"/>
                <a:gd name="connsiteX7" fmla="*/ 27528 w 55120"/>
                <a:gd name="connsiteY7" fmla="*/ 0 h 12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120" h="122754">
                  <a:moveTo>
                    <a:pt x="27592" y="0"/>
                  </a:moveTo>
                  <a:cubicBezTo>
                    <a:pt x="42796" y="0"/>
                    <a:pt x="55120" y="12325"/>
                    <a:pt x="55120" y="27528"/>
                  </a:cubicBezTo>
                  <a:lnTo>
                    <a:pt x="55120" y="95226"/>
                  </a:lnTo>
                  <a:cubicBezTo>
                    <a:pt x="55120" y="110429"/>
                    <a:pt x="42796" y="122754"/>
                    <a:pt x="27592" y="122754"/>
                  </a:cubicBezTo>
                  <a:lnTo>
                    <a:pt x="27528" y="122754"/>
                  </a:lnTo>
                  <a:cubicBezTo>
                    <a:pt x="12325" y="122754"/>
                    <a:pt x="0" y="110429"/>
                    <a:pt x="0" y="95226"/>
                  </a:cubicBezTo>
                  <a:lnTo>
                    <a:pt x="0" y="27528"/>
                  </a:lnTo>
                  <a:cubicBezTo>
                    <a:pt x="0" y="12325"/>
                    <a:pt x="12325" y="0"/>
                    <a:pt x="27528" y="0"/>
                  </a:cubicBezTo>
                  <a:close/>
                </a:path>
              </a:pathLst>
            </a:custGeom>
            <a:solidFill>
              <a:srgbClr val="FFFFFF"/>
            </a:solidFill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958371-E8BC-932D-2C23-3D2314A10C75}"/>
                </a:ext>
              </a:extLst>
            </p:cNvPr>
            <p:cNvSpPr/>
            <p:nvPr/>
          </p:nvSpPr>
          <p:spPr>
            <a:xfrm>
              <a:off x="11818348" y="4522346"/>
              <a:ext cx="142004" cy="12897"/>
            </a:xfrm>
            <a:custGeom>
              <a:avLst/>
              <a:gdLst>
                <a:gd name="connsiteX0" fmla="*/ 0 w 142004"/>
                <a:gd name="connsiteY0" fmla="*/ 12898 h 12897"/>
                <a:gd name="connsiteX1" fmla="*/ 70970 w 142004"/>
                <a:gd name="connsiteY1" fmla="*/ 0 h 12897"/>
                <a:gd name="connsiteX2" fmla="*/ 70970 w 142004"/>
                <a:gd name="connsiteY2" fmla="*/ 0 h 12897"/>
                <a:gd name="connsiteX3" fmla="*/ 142005 w 142004"/>
                <a:gd name="connsiteY3" fmla="*/ 12898 h 12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004" h="12897">
                  <a:moveTo>
                    <a:pt x="0" y="12898"/>
                  </a:moveTo>
                  <a:cubicBezTo>
                    <a:pt x="22074" y="4556"/>
                    <a:pt x="46009" y="0"/>
                    <a:pt x="70970" y="0"/>
                  </a:cubicBezTo>
                  <a:lnTo>
                    <a:pt x="70970" y="0"/>
                  </a:lnTo>
                  <a:cubicBezTo>
                    <a:pt x="95996" y="0"/>
                    <a:pt x="119931" y="4556"/>
                    <a:pt x="142005" y="12898"/>
                  </a:cubicBezTo>
                </a:path>
              </a:pathLst>
            </a:custGeom>
            <a:noFill/>
            <a:ln w="8342" cap="flat">
              <a:solidFill>
                <a:srgbClr val="EC652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CF00BD8-FEA7-15E2-9E94-3AA2C4ACAB48}"/>
              </a:ext>
            </a:extLst>
          </p:cNvPr>
          <p:cNvSpPr txBox="1"/>
          <p:nvPr/>
        </p:nvSpPr>
        <p:spPr>
          <a:xfrm>
            <a:off x="2506713" y="275035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b="0" i="0" u="sng" strike="noStrike" dirty="0">
                <a:solidFill>
                  <a:schemeClr val="accent2"/>
                </a:solidFill>
                <a:effectLst/>
                <a:latin typeface="Montserrat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info@elixir-belgium.org</a:t>
            </a: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Montserrat" panose="00000500000000000000" pitchFamily="2" charset="0"/>
              </a:rPr>
              <a:t> </a:t>
            </a:r>
            <a:endParaRPr lang="en-US" sz="2000" b="0" dirty="0">
              <a:solidFill>
                <a:schemeClr val="accent2"/>
              </a:solidFill>
              <a:effectLst/>
            </a:endParaRPr>
          </a:p>
          <a:p>
            <a:pPr rtl="0">
              <a:buNone/>
            </a:pPr>
            <a:endParaRPr lang="en-US" sz="2000" b="0" dirty="0">
              <a:solidFill>
                <a:schemeClr val="accent2"/>
              </a:solidFill>
              <a:effectLst/>
            </a:endParaRPr>
          </a:p>
          <a:p>
            <a:pPr rtl="0">
              <a:buNone/>
            </a:pPr>
            <a:br>
              <a:rPr lang="en-US" sz="2000" b="0" dirty="0">
                <a:solidFill>
                  <a:schemeClr val="accent2"/>
                </a:solidFill>
                <a:effectLst/>
              </a:rPr>
            </a:br>
            <a:r>
              <a:rPr lang="en-US" sz="2000" b="0" i="0" u="sng" strike="noStrike" dirty="0">
                <a:solidFill>
                  <a:schemeClr val="accent2"/>
                </a:solidFill>
                <a:effectLst/>
                <a:latin typeface="Montserrat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https://www.elixir-belgium.org</a:t>
            </a:r>
            <a:endParaRPr lang="en-US" sz="2000" b="0" dirty="0">
              <a:solidFill>
                <a:schemeClr val="accent2"/>
              </a:solidFill>
              <a:effectLst/>
            </a:endParaRPr>
          </a:p>
          <a:p>
            <a:pPr>
              <a:buNone/>
            </a:pPr>
            <a:br>
              <a:rPr lang="en-US" sz="2000" dirty="0">
                <a:solidFill>
                  <a:schemeClr val="accent2"/>
                </a:solidFill>
              </a:rPr>
            </a:br>
            <a:endParaRPr lang="en-BE" sz="2000" dirty="0">
              <a:solidFill>
                <a:schemeClr val="accent2"/>
              </a:solidFill>
            </a:endParaRPr>
          </a:p>
        </p:txBody>
      </p:sp>
      <p:pic>
        <p:nvPicPr>
          <p:cNvPr id="36" name="Graphic 35" descr="World outline">
            <a:extLst>
              <a:ext uri="{FF2B5EF4-FFF2-40B4-BE49-F238E27FC236}">
                <a16:creationId xmlns:a16="http://schemas.microsoft.com/office/drawing/2014/main" id="{93B3DC46-E657-DFDF-F938-5257E9F18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236" y="3418840"/>
            <a:ext cx="914400" cy="914400"/>
          </a:xfrm>
          <a:prstGeom prst="rect">
            <a:avLst/>
          </a:prstGeom>
        </p:spPr>
      </p:pic>
      <p:pic>
        <p:nvPicPr>
          <p:cNvPr id="38" name="Graphic 37" descr="Chat outline">
            <a:extLst>
              <a:ext uri="{FF2B5EF4-FFF2-40B4-BE49-F238E27FC236}">
                <a16:creationId xmlns:a16="http://schemas.microsoft.com/office/drawing/2014/main" id="{11CD1912-C862-59AC-04C6-93308CC06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0236" y="24739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71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43A558-F478-A0B5-B0AF-49F83C49C2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0D94B6-36CB-6CDE-7F51-8955AA53D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" y="2316480"/>
            <a:ext cx="12262334" cy="45346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73DFA2-1FE9-EFCD-097A-988BBD04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396" y="4907280"/>
            <a:ext cx="5616000" cy="889289"/>
          </a:xfrm>
        </p:spPr>
        <p:txBody>
          <a:bodyPr/>
          <a:lstStyle/>
          <a:p>
            <a:pPr algn="r"/>
            <a:r>
              <a:rPr lang="en-US"/>
              <a:t>Break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A6597-37F8-D622-CEC5-E39A199FDE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4397" y="5897868"/>
            <a:ext cx="5616742" cy="695325"/>
          </a:xfrm>
        </p:spPr>
        <p:txBody>
          <a:bodyPr/>
          <a:lstStyle/>
          <a:p>
            <a:pPr algn="r"/>
            <a:r>
              <a:rPr lang="en-US"/>
              <a:t>Disconnect for 10 mins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682826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023AFA-4A50-22B8-084C-E56216FE1D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dirty="0"/>
              <a:t>Matheus Lourenço</a:t>
            </a:r>
          </a:p>
          <a:p>
            <a:r>
              <a:rPr lang="en-US" dirty="0">
                <a:hlinkClick r:id="rId2"/>
              </a:rPr>
              <a:t>Matheus.lourenco@vib.be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851026"/>
      </p:ext>
    </p:extLst>
  </p:cSld>
  <p:clrMapOvr>
    <a:masterClrMapping/>
  </p:clrMapOvr>
</p:sld>
</file>

<file path=ppt/theme/theme1.xml><?xml version="1.0" encoding="utf-8"?>
<a:theme xmlns:a="http://schemas.openxmlformats.org/drawingml/2006/main" name="1 - Title slides">
  <a:themeElements>
    <a:clrScheme name="VIB-2025">
      <a:dk1>
        <a:srgbClr val="00205F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70AE2796-8B38-46A8-A110-F992CBE021AC}"/>
    </a:ext>
  </a:extLst>
</a:theme>
</file>

<file path=ppt/theme/theme2.xml><?xml version="1.0" encoding="utf-8"?>
<a:theme xmlns:a="http://schemas.openxmlformats.org/drawingml/2006/main" name="2 - Chapter title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9CE5F5C4-1D90-4E5C-A207-3FC4C8233A31}"/>
    </a:ext>
  </a:extLst>
</a:theme>
</file>

<file path=ppt/theme/theme3.xml><?xml version="1.0" encoding="utf-8"?>
<a:theme xmlns:a="http://schemas.openxmlformats.org/drawingml/2006/main" name="3 - Light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84568548-CC5C-4BD0-BBFC-1327CA9E48EC}"/>
    </a:ext>
  </a:extLst>
</a:theme>
</file>

<file path=ppt/theme/theme4.xml><?xml version="1.0" encoding="utf-8"?>
<a:theme xmlns:a="http://schemas.openxmlformats.org/drawingml/2006/main" name="4 - Dark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4625B343-1F57-425B-AFBF-7AC84AD49721}"/>
    </a:ext>
  </a:extLst>
</a:theme>
</file>

<file path=ppt/theme/theme5.xml><?xml version="1.0" encoding="utf-8"?>
<a:theme xmlns:a="http://schemas.openxmlformats.org/drawingml/2006/main" name="5 - Colourful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94B13CC8-C508-4254-897D-1BD80C3265E4}"/>
    </a:ext>
  </a:extLst>
</a:theme>
</file>

<file path=ppt/theme/theme6.xml><?xml version="1.0" encoding="utf-8"?>
<a:theme xmlns:a="http://schemas.openxmlformats.org/drawingml/2006/main" name="6 - End slides">
  <a:themeElements>
    <a:clrScheme name="Color_VIB">
      <a:dk1>
        <a:srgbClr val="002060"/>
      </a:dk1>
      <a:lt1>
        <a:srgbClr val="FFFFFF"/>
      </a:lt1>
      <a:dk2>
        <a:srgbClr val="123F93"/>
      </a:dk2>
      <a:lt2>
        <a:srgbClr val="FFFFFF"/>
      </a:lt2>
      <a:accent1>
        <a:srgbClr val="EE641C"/>
      </a:accent1>
      <a:accent2>
        <a:srgbClr val="00A3A6"/>
      </a:accent2>
      <a:accent3>
        <a:srgbClr val="68398E"/>
      </a:accent3>
      <a:accent4>
        <a:srgbClr val="E82E4F"/>
      </a:accent4>
      <a:accent5>
        <a:srgbClr val="FBB70C"/>
      </a:accent5>
      <a:accent6>
        <a:srgbClr val="00A143"/>
      </a:accent6>
      <a:hlink>
        <a:srgbClr val="EE641C"/>
      </a:hlink>
      <a:folHlink>
        <a:srgbClr val="00A3A6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3C5D49D2-2DA5-44CC-8FD4-74934A5743CF}"/>
    </a:ext>
  </a:extLst>
</a:theme>
</file>

<file path=ppt/theme/theme7.xml><?xml version="1.0" encoding="utf-8"?>
<a:theme xmlns:a="http://schemas.openxmlformats.org/drawingml/2006/main" name="8 - Resourc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5F48638-E809-431D-AD4A-EBFB27DD6ACB}" vid="{1542C9BD-8389-4492-8A9B-DB5451A2C6CF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orkPackage xmlns="d7671653-5777-4515-be6d-22c95294c830" xsi:nil="true"/>
    <Domain xmlns="d7671653-5777-4515-be6d-22c95294c830" xsi:nil="true"/>
    <Valuablesection xmlns="d7671653-5777-4515-be6d-22c95294c830" xsi:nil="true"/>
    <DMPversion xmlns="d7671653-5777-4515-be6d-22c95294c830" xsi:nil="true"/>
    <TaxCatchAll xmlns="ed73d88f-2738-4c68-a2de-96dc89f05060" xsi:nil="true"/>
    <Shareable xmlns="d7671653-5777-4515-be6d-22c95294c830" xsi:nil="true"/>
    <Description xmlns="d7671653-5777-4515-be6d-22c95294c830" xsi:nil="true"/>
    <lcf76f155ced4ddcb4097134ff3c332f xmlns="d7671653-5777-4515-be6d-22c95294c830">
      <Terms xmlns="http://schemas.microsoft.com/office/infopath/2007/PartnerControls"/>
    </lcf76f155ced4ddcb4097134ff3c332f>
    <ShortName xmlns="d7671653-5777-4515-be6d-22c95294c83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8D042C8B98F4EAC07EAED7929CC0B" ma:contentTypeVersion="29" ma:contentTypeDescription="Een nieuw document maken." ma:contentTypeScope="" ma:versionID="73087d95bdb66b7e9edf4d52406da5ce">
  <xsd:schema xmlns:xsd="http://www.w3.org/2001/XMLSchema" xmlns:xs="http://www.w3.org/2001/XMLSchema" xmlns:p="http://schemas.microsoft.com/office/2006/metadata/properties" xmlns:ns2="d7671653-5777-4515-be6d-22c95294c830" xmlns:ns3="ed73d88f-2738-4c68-a2de-96dc89f05060" targetNamespace="http://schemas.microsoft.com/office/2006/metadata/properties" ma:root="true" ma:fieldsID="56c483a36ad52e6f6c0a70bc471180ef" ns2:_="" ns3:_="">
    <xsd:import namespace="d7671653-5777-4515-be6d-22c95294c830"/>
    <xsd:import namespace="ed73d88f-2738-4c68-a2de-96dc89f05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Descrip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ShortName" minOccurs="0"/>
                <xsd:element ref="ns2:MediaServiceDateTaken" minOccurs="0"/>
                <xsd:element ref="ns2:Domain" minOccurs="0"/>
                <xsd:element ref="ns2:Valuablesection" minOccurs="0"/>
                <xsd:element ref="ns2:DMPversion" minOccurs="0"/>
                <xsd:element ref="ns2:Shareable" minOccurs="0"/>
                <xsd:element ref="ns2:MediaLengthInSeconds" minOccurs="0"/>
                <xsd:element ref="ns2:WorkPack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71653-5777-4515-be6d-22c95294c8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escription" ma:index="12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ShortName" ma:index="19" nillable="true" ma:displayName="Short Name" ma:format="Dropdown" ma:internalName="ShortName">
      <xsd:simpleType>
        <xsd:restriction base="dms:Choice">
          <xsd:enumeration value="FWO"/>
          <xsd:enumeration value="H2020"/>
          <xsd:enumeration value="BELSPO"/>
          <xsd:enumeration value="UGent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Domain" ma:index="21" nillable="true" ma:displayName="Domain" ma:format="Dropdown" ma:internalName="Domai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Social and Behavioral Scences"/>
                    <xsd:enumeration value="Life Sciences"/>
                    <xsd:enumeration value="(Bio)Engineering"/>
                    <xsd:enumeration value="Natural Sciences"/>
                    <xsd:enumeration value="Law, Art and Humanities"/>
                  </xsd:restriction>
                </xsd:simpleType>
              </xsd:element>
            </xsd:sequence>
          </xsd:extension>
        </xsd:complexContent>
      </xsd:complexType>
    </xsd:element>
    <xsd:element name="Valuablesection" ma:index="22" nillable="true" ma:displayName="Valuable section" ma:format="Dropdown" ma:internalName="Valuablese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ata description"/>
                    <xsd:enumeration value="Metadata and documentation"/>
                    <xsd:enumeration value="Data storage and security"/>
                    <xsd:enumeration value="Preservation"/>
                    <xsd:enumeration value="Data sharing"/>
                    <xsd:enumeration value="Ethical and legal issues"/>
                    <xsd:enumeration value="Costs and resources"/>
                    <xsd:enumeration value="Responsibilities"/>
                  </xsd:restriction>
                </xsd:simpleType>
              </xsd:element>
            </xsd:sequence>
          </xsd:extension>
        </xsd:complexContent>
      </xsd:complexType>
    </xsd:element>
    <xsd:element name="DMPversion" ma:index="23" nillable="true" ma:displayName="DMP version" ma:format="Dropdown" ma:internalName="DMPversion">
      <xsd:simpleType>
        <xsd:restriction base="dms:Choice">
          <xsd:enumeration value="Proposal"/>
          <xsd:enumeration value="V1 (6M)"/>
          <xsd:enumeration value="Other"/>
          <xsd:enumeration value="Final"/>
        </xsd:restriction>
      </xsd:simpleType>
    </xsd:element>
    <xsd:element name="Shareable" ma:index="24" nillable="true" ma:displayName="Shareable" ma:description="Specify whether there is permission by the author(s) to share the DMP" ma:format="Dropdown" ma:internalName="Shareable">
      <xsd:simpleType>
        <xsd:restriction base="dms:Choice">
          <xsd:enumeration value="Not shareable"/>
          <xsd:enumeration value="Internally"/>
          <xsd:enumeration value="Externally"/>
          <xsd:enumeration value="Already public"/>
        </xsd:restriction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WorkPackage" ma:index="27" nillable="true" ma:displayName="Work Package" ma:format="Dropdown" ma:internalName="WorkPackage">
      <xsd:simpleType>
        <xsd:restriction base="dms:Text">
          <xsd:maxLength value="255"/>
        </xsd:restriction>
      </xsd:simpleType>
    </xsd:element>
    <xsd:element name="lcf76f155ced4ddcb4097134ff3c332f" ma:index="29" nillable="true" ma:taxonomy="true" ma:internalName="lcf76f155ced4ddcb4097134ff3c332f" ma:taxonomyFieldName="MediaServiceImageTags" ma:displayName="Afbeeldingtags" ma:readOnly="false" ma:fieldId="{5cf76f15-5ced-4ddc-b409-7134ff3c332f}" ma:taxonomyMulti="true" ma:sspId="3b9bb814-139f-4039-9463-697760f06a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d88f-2738-4c68-a2de-96dc89f05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0" nillable="true" ma:displayName="Taxonomy Catch All Column" ma:hidden="true" ma:list="{e944e1ce-d024-48cd-a551-62c6bb5628b5}" ma:internalName="TaxCatchAll" ma:showField="CatchAllData" ma:web="ed73d88f-2738-4c68-a2de-96dc89f050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 ma:index="25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053B1D-5265-4FE1-99E2-844AC6646F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ED3BBA-80BA-4FEB-B95D-8FDEE8AE801F}">
  <ds:schemaRefs>
    <ds:schemaRef ds:uri="http://purl.org/dc/dcmitype/"/>
    <ds:schemaRef ds:uri="http://schemas.openxmlformats.org/package/2006/metadata/core-properties"/>
    <ds:schemaRef ds:uri="ed73d88f-2738-4c68-a2de-96dc89f05060"/>
    <ds:schemaRef ds:uri="http://schemas.microsoft.com/office/2006/documentManagement/types"/>
    <ds:schemaRef ds:uri="http://purl.org/dc/terms/"/>
    <ds:schemaRef ds:uri="http://purl.org/dc/elements/1.1/"/>
    <ds:schemaRef ds:uri="d7671653-5777-4515-be6d-22c95294c830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37A878A-54BB-48FA-977C-3603DB9F1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671653-5777-4515-be6d-22c95294c830"/>
    <ds:schemaRef ds:uri="ed73d88f-2738-4c68-a2de-96dc89f050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 2025 template TCP</Template>
  <TotalTime>0</TotalTime>
  <Words>1299</Words>
  <Application>Microsoft Office PowerPoint</Application>
  <PresentationFormat>Widescreen</PresentationFormat>
  <Paragraphs>221</Paragraphs>
  <Slides>57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Aptos</vt:lpstr>
      <vt:lpstr>Arial</vt:lpstr>
      <vt:lpstr>Montserrat</vt:lpstr>
      <vt:lpstr>Trebuchet MS</vt:lpstr>
      <vt:lpstr>Wingdings</vt:lpstr>
      <vt:lpstr>1 - Title slides</vt:lpstr>
      <vt:lpstr>2 - Chapter title slides</vt:lpstr>
      <vt:lpstr>3 - Light body slides</vt:lpstr>
      <vt:lpstr>4 - Dark body slides</vt:lpstr>
      <vt:lpstr>5 - Colourful slides</vt:lpstr>
      <vt:lpstr>6 - End slides</vt:lpstr>
      <vt:lpstr>8 - Resources</vt:lpstr>
      <vt:lpstr>Introduction to Research Data Management (RDM) in Life Sciences</vt:lpstr>
      <vt:lpstr>PowerPoint Presentation</vt:lpstr>
      <vt:lpstr>Disclaimer:  I will not tell you which repository to use in your research.</vt:lpstr>
      <vt:lpstr>How to choose a repository</vt:lpstr>
      <vt:lpstr>PowerPoint Presentation</vt:lpstr>
      <vt:lpstr>Basic definitions</vt:lpstr>
      <vt:lpstr>PowerPoint Presentation</vt:lpstr>
      <vt:lpstr>Where to start?</vt:lpstr>
      <vt:lpstr>Carrot or stick?</vt:lpstr>
      <vt:lpstr>The carrot approach</vt:lpstr>
      <vt:lpstr>Example:</vt:lpstr>
      <vt:lpstr>The carrot approach</vt:lpstr>
      <vt:lpstr>PowerPoint Presentation</vt:lpstr>
      <vt:lpstr>There are hundreds of repositories available</vt:lpstr>
      <vt:lpstr>Tools for finding repositories</vt:lpstr>
      <vt:lpstr>PowerPoint Presentation</vt:lpstr>
      <vt:lpstr>Go to                 and explore the number of repositories in your field</vt:lpstr>
      <vt:lpstr>PowerPoint Presentation</vt:lpstr>
      <vt:lpstr>The data wizard:</vt:lpstr>
      <vt:lpstr>ELIXIR Deposition Database list</vt:lpstr>
      <vt:lpstr>Community driven: </vt:lpstr>
      <vt:lpstr>PowerPoint Presentation</vt:lpstr>
      <vt:lpstr>Alice</vt:lpstr>
      <vt:lpstr>PowerPoint Presentation</vt:lpstr>
      <vt:lpstr>Multiple repositories with similar data type</vt:lpstr>
      <vt:lpstr>Genomics</vt:lpstr>
      <vt:lpstr>Proteomics </vt:lpstr>
      <vt:lpstr>Metabolomics</vt:lpstr>
      <vt:lpstr>The Omics Discovery Index (OmicsDI)</vt:lpstr>
      <vt:lpstr>PowerPoint Presentation</vt:lpstr>
      <vt:lpstr>Alice is back</vt:lpstr>
      <vt:lpstr>PowerPoint Presentation</vt:lpstr>
      <vt:lpstr>Multi-omics</vt:lpstr>
      <vt:lpstr>Multi-omics</vt:lpstr>
      <vt:lpstr>Multi-omics</vt:lpstr>
      <vt:lpstr>A side note on human sensitive data</vt:lpstr>
      <vt:lpstr>Access types</vt:lpstr>
      <vt:lpstr>Submitting data to the EGA</vt:lpstr>
      <vt:lpstr>A Federated option</vt:lpstr>
      <vt:lpstr>PowerPoint Presentation</vt:lpstr>
      <vt:lpstr>Do you have to choose?</vt:lpstr>
      <vt:lpstr>If you do have to choose</vt:lpstr>
      <vt:lpstr>Can you trust it?</vt:lpstr>
      <vt:lpstr>An example:</vt:lpstr>
      <vt:lpstr>Before you submit!</vt:lpstr>
      <vt:lpstr>Before you submit!</vt:lpstr>
      <vt:lpstr>PowerPoint Presentation</vt:lpstr>
      <vt:lpstr>352358 unknown entries in OmicsDI</vt:lpstr>
      <vt:lpstr>Check licenses for re-use and before submitting</vt:lpstr>
      <vt:lpstr>Creative Commons: A license for you</vt:lpstr>
      <vt:lpstr>License for other uses: codes</vt:lpstr>
      <vt:lpstr>It does not end there…</vt:lpstr>
      <vt:lpstr>Use a registry to overcome fragmentation</vt:lpstr>
      <vt:lpstr>Other relevant repositories:</vt:lpstr>
      <vt:lpstr>Elixir is here to help!</vt:lpstr>
      <vt:lpstr>Break</vt:lpstr>
      <vt:lpstr>PowerPoint Presentation</vt:lpstr>
    </vt:vector>
  </TitlesOfParts>
  <Company>VIB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Pereira da Cruz Gomes Lourenço</dc:creator>
  <cp:lastModifiedBy>Matheus Pereira da Cruz Gomes Lourenço</cp:lastModifiedBy>
  <cp:revision>8</cp:revision>
  <dcterms:created xsi:type="dcterms:W3CDTF">2025-05-15T07:02:33Z</dcterms:created>
  <dcterms:modified xsi:type="dcterms:W3CDTF">2025-10-24T07:48:29Z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0x010100E008D042C8B98F4EAC07EAED7929CC0B</vt:lpwstr>
  </property>
  <property fmtid="{D5CDD505-2E9C-101B-9397-08002B2CF9AE}" pid="3" name="MediaServiceImageTags">
    <vt:lpwstr/>
  </property>
</Properties>
</file>